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780" r:id="rId2"/>
    <p:sldMasterId id="2147483661" r:id="rId3"/>
    <p:sldMasterId id="2147483782" r:id="rId4"/>
    <p:sldMasterId id="2147483694" r:id="rId5"/>
  </p:sldMasterIdLst>
  <p:notesMasterIdLst>
    <p:notesMasterId r:id="rId23"/>
  </p:notesMasterIdLst>
  <p:sldIdLst>
    <p:sldId id="279" r:id="rId6"/>
    <p:sldId id="347" r:id="rId7"/>
    <p:sldId id="346" r:id="rId8"/>
    <p:sldId id="357" r:id="rId9"/>
    <p:sldId id="348" r:id="rId10"/>
    <p:sldId id="350" r:id="rId11"/>
    <p:sldId id="343" r:id="rId12"/>
    <p:sldId id="349" r:id="rId13"/>
    <p:sldId id="344" r:id="rId14"/>
    <p:sldId id="351" r:id="rId15"/>
    <p:sldId id="342" r:id="rId16"/>
    <p:sldId id="352" r:id="rId17"/>
    <p:sldId id="353" r:id="rId18"/>
    <p:sldId id="354" r:id="rId19"/>
    <p:sldId id="355" r:id="rId20"/>
    <p:sldId id="356" r:id="rId21"/>
    <p:sldId id="286" r:id="rId2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Fira Code" panose="020B0809050000020004" pitchFamily="49" charset="0"/>
      <p:regular r:id="rId25"/>
      <p:bold r:id="rId26"/>
    </p:embeddedFont>
    <p:embeddedFont>
      <p:font typeface="Ink Free" panose="03080402000500000000" pitchFamily="66" charset="0"/>
      <p:regular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Oswald Light" pitchFamily="2" charset="0"/>
      <p:regular r:id="rId32"/>
    </p:embeddedFont>
    <p:embeddedFont>
      <p:font typeface="Oswald Medium" pitchFamily="2" charset="0"/>
      <p:regular r:id="rId33"/>
    </p:embeddedFont>
    <p:embeddedFont>
      <p:font typeface="Oswald SemiBold" pitchFamily="2" charset="0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árbara Silveira Fraga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C38"/>
    <a:srgbClr val="DC00A8"/>
    <a:srgbClr val="000736"/>
    <a:srgbClr val="060C0F"/>
    <a:srgbClr val="1852FE"/>
    <a:srgbClr val="424E7E"/>
    <a:srgbClr val="053C55"/>
    <a:srgbClr val="0FC0D1"/>
    <a:srgbClr val="010937"/>
    <a:srgbClr val="156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DC42CF-D36F-4341-B842-410AF9F4566A}" v="114" dt="2024-04-01T00:43:26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582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font" Target="fonts/font11.fntdata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lberto Ferreira Gomes" userId="bc531018-f902-4d26-b3af-7ca03fb059d6" providerId="ADAL" clId="{0D4EF478-0162-4927-9FFC-5547B026D6C1}"/>
    <pc:docChg chg="undo custSel addSld delSld modSld sldOrd">
      <pc:chgData name="Luiz Alberto Ferreira Gomes" userId="bc531018-f902-4d26-b3af-7ca03fb059d6" providerId="ADAL" clId="{0D4EF478-0162-4927-9FFC-5547B026D6C1}" dt="2024-02-27T14:46:47.495" v="1013" actId="1076"/>
      <pc:docMkLst>
        <pc:docMk/>
      </pc:docMkLst>
      <pc:sldChg chg="modSp mod">
        <pc:chgData name="Luiz Alberto Ferreira Gomes" userId="bc531018-f902-4d26-b3af-7ca03fb059d6" providerId="ADAL" clId="{0D4EF478-0162-4927-9FFC-5547B026D6C1}" dt="2024-02-27T13:28:29.444" v="5" actId="20577"/>
        <pc:sldMkLst>
          <pc:docMk/>
          <pc:sldMk cId="1241614345" sldId="279"/>
        </pc:sldMkLst>
        <pc:spChg chg="mod">
          <ac:chgData name="Luiz Alberto Ferreira Gomes" userId="bc531018-f902-4d26-b3af-7ca03fb059d6" providerId="ADAL" clId="{0D4EF478-0162-4927-9FFC-5547B026D6C1}" dt="2024-02-27T13:28:29.444" v="5" actId="20577"/>
          <ac:spMkLst>
            <pc:docMk/>
            <pc:sldMk cId="1241614345" sldId="279"/>
            <ac:spMk id="123" creationId="{00000000-0000-0000-0000-000000000000}"/>
          </ac:spMkLst>
        </pc:spChg>
      </pc:sldChg>
      <pc:sldChg chg="del">
        <pc:chgData name="Luiz Alberto Ferreira Gomes" userId="bc531018-f902-4d26-b3af-7ca03fb059d6" providerId="ADAL" clId="{0D4EF478-0162-4927-9FFC-5547B026D6C1}" dt="2024-02-27T13:43:35.568" v="391" actId="47"/>
        <pc:sldMkLst>
          <pc:docMk/>
          <pc:sldMk cId="4083999698" sldId="313"/>
        </pc:sldMkLst>
      </pc:sldChg>
      <pc:sldChg chg="modSp mod modNotesTx">
        <pc:chgData name="Luiz Alberto Ferreira Gomes" userId="bc531018-f902-4d26-b3af-7ca03fb059d6" providerId="ADAL" clId="{0D4EF478-0162-4927-9FFC-5547B026D6C1}" dt="2024-02-27T13:34:35.828" v="210"/>
        <pc:sldMkLst>
          <pc:docMk/>
          <pc:sldMk cId="1403238966" sldId="340"/>
        </pc:sldMkLst>
        <pc:spChg chg="mod">
          <ac:chgData name="Luiz Alberto Ferreira Gomes" userId="bc531018-f902-4d26-b3af-7ca03fb059d6" providerId="ADAL" clId="{0D4EF478-0162-4927-9FFC-5547B026D6C1}" dt="2024-02-27T13:34:08.984" v="208" actId="1076"/>
          <ac:spMkLst>
            <pc:docMk/>
            <pc:sldMk cId="1403238966" sldId="340"/>
            <ac:spMk id="8" creationId="{6BE08B75-6499-2CBB-D8A1-30CE070511DF}"/>
          </ac:spMkLst>
        </pc:spChg>
        <pc:spChg chg="mod">
          <ac:chgData name="Luiz Alberto Ferreira Gomes" userId="bc531018-f902-4d26-b3af-7ca03fb059d6" providerId="ADAL" clId="{0D4EF478-0162-4927-9FFC-5547B026D6C1}" dt="2024-02-27T13:30:58.308" v="7" actId="20577"/>
          <ac:spMkLst>
            <pc:docMk/>
            <pc:sldMk cId="1403238966" sldId="340"/>
            <ac:spMk id="9" creationId="{18CC5D91-0676-C9AE-FD4D-6CF1931E0C96}"/>
          </ac:spMkLst>
        </pc:spChg>
        <pc:spChg chg="mod">
          <ac:chgData name="Luiz Alberto Ferreira Gomes" userId="bc531018-f902-4d26-b3af-7ca03fb059d6" providerId="ADAL" clId="{0D4EF478-0162-4927-9FFC-5547B026D6C1}" dt="2024-02-27T13:31:04.161" v="10" actId="20577"/>
          <ac:spMkLst>
            <pc:docMk/>
            <pc:sldMk cId="1403238966" sldId="340"/>
            <ac:spMk id="11" creationId="{FE960F39-47AA-1557-B6A2-D7A3AC5DFB0B}"/>
          </ac:spMkLst>
        </pc:spChg>
      </pc:sldChg>
      <pc:sldChg chg="addSp delSp modSp mod">
        <pc:chgData name="Luiz Alberto Ferreira Gomes" userId="bc531018-f902-4d26-b3af-7ca03fb059d6" providerId="ADAL" clId="{0D4EF478-0162-4927-9FFC-5547B026D6C1}" dt="2024-02-27T14:03:26.990" v="735" actId="1076"/>
        <pc:sldMkLst>
          <pc:docMk/>
          <pc:sldMk cId="2382884497" sldId="341"/>
        </pc:sldMkLst>
        <pc:spChg chg="mod">
          <ac:chgData name="Luiz Alberto Ferreira Gomes" userId="bc531018-f902-4d26-b3af-7ca03fb059d6" providerId="ADAL" clId="{0D4EF478-0162-4927-9FFC-5547B026D6C1}" dt="2024-02-27T14:02:53.150" v="730" actId="1076"/>
          <ac:spMkLst>
            <pc:docMk/>
            <pc:sldMk cId="2382884497" sldId="341"/>
            <ac:spMk id="3" creationId="{12FBA249-4B5B-22A7-25E7-0F91AE2BCB25}"/>
          </ac:spMkLst>
        </pc:spChg>
        <pc:graphicFrameChg chg="add del mod modGraphic">
          <ac:chgData name="Luiz Alberto Ferreira Gomes" userId="bc531018-f902-4d26-b3af-7ca03fb059d6" providerId="ADAL" clId="{0D4EF478-0162-4927-9FFC-5547B026D6C1}" dt="2024-02-27T14:03:26.990" v="735" actId="1076"/>
          <ac:graphicFrameMkLst>
            <pc:docMk/>
            <pc:sldMk cId="2382884497" sldId="341"/>
            <ac:graphicFrameMk id="4" creationId="{C081BEFC-86CE-83B1-1FFA-6D784AC1DF1F}"/>
          </ac:graphicFrameMkLst>
        </pc:graphicFrameChg>
        <pc:graphicFrameChg chg="add del mod">
          <ac:chgData name="Luiz Alberto Ferreira Gomes" userId="bc531018-f902-4d26-b3af-7ca03fb059d6" providerId="ADAL" clId="{0D4EF478-0162-4927-9FFC-5547B026D6C1}" dt="2024-02-27T13:45:16.889" v="412" actId="478"/>
          <ac:graphicFrameMkLst>
            <pc:docMk/>
            <pc:sldMk cId="2382884497" sldId="341"/>
            <ac:graphicFrameMk id="9" creationId="{1F4D2014-E016-CFF7-5391-86355C8FEDB6}"/>
          </ac:graphicFrameMkLst>
        </pc:graphicFrameChg>
        <pc:cxnChg chg="del mod">
          <ac:chgData name="Luiz Alberto Ferreira Gomes" userId="bc531018-f902-4d26-b3af-7ca03fb059d6" providerId="ADAL" clId="{0D4EF478-0162-4927-9FFC-5547B026D6C1}" dt="2024-02-27T14:03:17.358" v="734" actId="478"/>
          <ac:cxnSpMkLst>
            <pc:docMk/>
            <pc:sldMk cId="2382884497" sldId="341"/>
            <ac:cxnSpMk id="2" creationId="{4638791C-54C1-E7B5-BCD9-AB948F10D6BE}"/>
          </ac:cxnSpMkLst>
        </pc:cxnChg>
      </pc:sldChg>
      <pc:sldChg chg="addSp delSp modSp mod">
        <pc:chgData name="Luiz Alberto Ferreira Gomes" userId="bc531018-f902-4d26-b3af-7ca03fb059d6" providerId="ADAL" clId="{0D4EF478-0162-4927-9FFC-5547B026D6C1}" dt="2024-02-27T14:25:52.487" v="874"/>
        <pc:sldMkLst>
          <pc:docMk/>
          <pc:sldMk cId="4164271972" sldId="342"/>
        </pc:sldMkLst>
        <pc:spChg chg="mod">
          <ac:chgData name="Luiz Alberto Ferreira Gomes" userId="bc531018-f902-4d26-b3af-7ca03fb059d6" providerId="ADAL" clId="{0D4EF478-0162-4927-9FFC-5547B026D6C1}" dt="2024-02-27T14:25:50.271" v="873" actId="1076"/>
          <ac:spMkLst>
            <pc:docMk/>
            <pc:sldMk cId="4164271972" sldId="342"/>
            <ac:spMk id="3" creationId="{EC17F6B5-46E1-661A-C08C-424E18BF702B}"/>
          </ac:spMkLst>
        </pc:spChg>
        <pc:spChg chg="del">
          <ac:chgData name="Luiz Alberto Ferreira Gomes" userId="bc531018-f902-4d26-b3af-7ca03fb059d6" providerId="ADAL" clId="{0D4EF478-0162-4927-9FFC-5547B026D6C1}" dt="2024-02-27T14:19:16.015" v="743" actId="478"/>
          <ac:spMkLst>
            <pc:docMk/>
            <pc:sldMk cId="4164271972" sldId="342"/>
            <ac:spMk id="5" creationId="{50E0150B-0830-7CEA-184B-871F1659ED38}"/>
          </ac:spMkLst>
        </pc:spChg>
        <pc:spChg chg="del">
          <ac:chgData name="Luiz Alberto Ferreira Gomes" userId="bc531018-f902-4d26-b3af-7ca03fb059d6" providerId="ADAL" clId="{0D4EF478-0162-4927-9FFC-5547B026D6C1}" dt="2024-02-27T14:19:16.015" v="743" actId="478"/>
          <ac:spMkLst>
            <pc:docMk/>
            <pc:sldMk cId="4164271972" sldId="342"/>
            <ac:spMk id="8" creationId="{C41F3B40-AD2A-39FF-1D78-9E54F450B938}"/>
          </ac:spMkLst>
        </pc:spChg>
        <pc:spChg chg="del">
          <ac:chgData name="Luiz Alberto Ferreira Gomes" userId="bc531018-f902-4d26-b3af-7ca03fb059d6" providerId="ADAL" clId="{0D4EF478-0162-4927-9FFC-5547B026D6C1}" dt="2024-02-27T14:19:16.015" v="743" actId="478"/>
          <ac:spMkLst>
            <pc:docMk/>
            <pc:sldMk cId="4164271972" sldId="342"/>
            <ac:spMk id="12" creationId="{69F9F47F-E719-E301-F6D1-5E9961512870}"/>
          </ac:spMkLst>
        </pc:spChg>
        <pc:spChg chg="del">
          <ac:chgData name="Luiz Alberto Ferreira Gomes" userId="bc531018-f902-4d26-b3af-7ca03fb059d6" providerId="ADAL" clId="{0D4EF478-0162-4927-9FFC-5547B026D6C1}" dt="2024-02-27T14:19:16.015" v="743" actId="478"/>
          <ac:spMkLst>
            <pc:docMk/>
            <pc:sldMk cId="4164271972" sldId="342"/>
            <ac:spMk id="15" creationId="{36D0B1C4-34D2-B75D-FDF2-E6991DA9BCA7}"/>
          </ac:spMkLst>
        </pc:spChg>
        <pc:spChg chg="del">
          <ac:chgData name="Luiz Alberto Ferreira Gomes" userId="bc531018-f902-4d26-b3af-7ca03fb059d6" providerId="ADAL" clId="{0D4EF478-0162-4927-9FFC-5547B026D6C1}" dt="2024-02-27T14:19:16.015" v="743" actId="478"/>
          <ac:spMkLst>
            <pc:docMk/>
            <pc:sldMk cId="4164271972" sldId="342"/>
            <ac:spMk id="16" creationId="{59A46C77-F7F6-9B3E-6FCF-F5EBB98494C8}"/>
          </ac:spMkLst>
        </pc:spChg>
        <pc:spChg chg="del">
          <ac:chgData name="Luiz Alberto Ferreira Gomes" userId="bc531018-f902-4d26-b3af-7ca03fb059d6" providerId="ADAL" clId="{0D4EF478-0162-4927-9FFC-5547B026D6C1}" dt="2024-02-27T14:19:16.015" v="743" actId="478"/>
          <ac:spMkLst>
            <pc:docMk/>
            <pc:sldMk cId="4164271972" sldId="342"/>
            <ac:spMk id="17" creationId="{1183B55D-575A-E7AA-BB78-123A474885B9}"/>
          </ac:spMkLst>
        </pc:spChg>
        <pc:graphicFrameChg chg="add mod">
          <ac:chgData name="Luiz Alberto Ferreira Gomes" userId="bc531018-f902-4d26-b3af-7ca03fb059d6" providerId="ADAL" clId="{0D4EF478-0162-4927-9FFC-5547B026D6C1}" dt="2024-02-27T14:25:29.415" v="869"/>
          <ac:graphicFrameMkLst>
            <pc:docMk/>
            <pc:sldMk cId="4164271972" sldId="342"/>
            <ac:graphicFrameMk id="4" creationId="{3332D55E-8562-48AF-46B7-4D60E678F246}"/>
          </ac:graphicFrameMkLst>
        </pc:graphicFrameChg>
        <pc:graphicFrameChg chg="add mod">
          <ac:chgData name="Luiz Alberto Ferreira Gomes" userId="bc531018-f902-4d26-b3af-7ca03fb059d6" providerId="ADAL" clId="{0D4EF478-0162-4927-9FFC-5547B026D6C1}" dt="2024-02-27T14:25:52.487" v="874"/>
          <ac:graphicFrameMkLst>
            <pc:docMk/>
            <pc:sldMk cId="4164271972" sldId="342"/>
            <ac:graphicFrameMk id="6" creationId="{AFA05F07-6FE6-D485-B04E-F8F0EE44B8AE}"/>
          </ac:graphicFrameMkLst>
        </pc:graphicFrameChg>
        <pc:graphicFrameChg chg="del">
          <ac:chgData name="Luiz Alberto Ferreira Gomes" userId="bc531018-f902-4d26-b3af-7ca03fb059d6" providerId="ADAL" clId="{0D4EF478-0162-4927-9FFC-5547B026D6C1}" dt="2024-02-27T14:19:16.015" v="743" actId="478"/>
          <ac:graphicFrameMkLst>
            <pc:docMk/>
            <pc:sldMk cId="4164271972" sldId="342"/>
            <ac:graphicFrameMk id="9" creationId="{9817CEF4-B20F-B5AC-8963-67DC1535AE06}"/>
          </ac:graphicFrameMkLst>
        </pc:graphicFrameChg>
        <pc:cxnChg chg="del">
          <ac:chgData name="Luiz Alberto Ferreira Gomes" userId="bc531018-f902-4d26-b3af-7ca03fb059d6" providerId="ADAL" clId="{0D4EF478-0162-4927-9FFC-5547B026D6C1}" dt="2024-02-27T14:25:41.490" v="872" actId="478"/>
          <ac:cxnSpMkLst>
            <pc:docMk/>
            <pc:sldMk cId="4164271972" sldId="342"/>
            <ac:cxnSpMk id="2" creationId="{415D5788-B84D-EF1A-9385-AE549055A8D6}"/>
          </ac:cxnSpMkLst>
        </pc:cxnChg>
      </pc:sldChg>
      <pc:sldChg chg="addSp modSp add mod modNotesTx">
        <pc:chgData name="Luiz Alberto Ferreira Gomes" userId="bc531018-f902-4d26-b3af-7ca03fb059d6" providerId="ADAL" clId="{0D4EF478-0162-4927-9FFC-5547B026D6C1}" dt="2024-02-27T13:43:12.594" v="390" actId="1076"/>
        <pc:sldMkLst>
          <pc:docMk/>
          <pc:sldMk cId="59861829" sldId="343"/>
        </pc:sldMkLst>
        <pc:spChg chg="add mod">
          <ac:chgData name="Luiz Alberto Ferreira Gomes" userId="bc531018-f902-4d26-b3af-7ca03fb059d6" providerId="ADAL" clId="{0D4EF478-0162-4927-9FFC-5547B026D6C1}" dt="2024-02-27T13:40:54.390" v="367" actId="1076"/>
          <ac:spMkLst>
            <pc:docMk/>
            <pc:sldMk cId="59861829" sldId="343"/>
            <ac:spMk id="2" creationId="{E3A35884-AF66-9D11-4996-30184CE054FD}"/>
          </ac:spMkLst>
        </pc:spChg>
        <pc:spChg chg="add mod">
          <ac:chgData name="Luiz Alberto Ferreira Gomes" userId="bc531018-f902-4d26-b3af-7ca03fb059d6" providerId="ADAL" clId="{0D4EF478-0162-4927-9FFC-5547B026D6C1}" dt="2024-02-27T13:40:54.390" v="367" actId="1076"/>
          <ac:spMkLst>
            <pc:docMk/>
            <pc:sldMk cId="59861829" sldId="343"/>
            <ac:spMk id="3" creationId="{F15C7B73-8D92-0AF5-89A9-4F50E7F25446}"/>
          </ac:spMkLst>
        </pc:spChg>
        <pc:spChg chg="mod">
          <ac:chgData name="Luiz Alberto Ferreira Gomes" userId="bc531018-f902-4d26-b3af-7ca03fb059d6" providerId="ADAL" clId="{0D4EF478-0162-4927-9FFC-5547B026D6C1}" dt="2024-02-27T13:40:54.390" v="367" actId="1076"/>
          <ac:spMkLst>
            <pc:docMk/>
            <pc:sldMk cId="59861829" sldId="343"/>
            <ac:spMk id="8" creationId="{94EDDC94-93DA-5456-B71B-DA1407F35AD1}"/>
          </ac:spMkLst>
        </pc:spChg>
        <pc:spChg chg="mod">
          <ac:chgData name="Luiz Alberto Ferreira Gomes" userId="bc531018-f902-4d26-b3af-7ca03fb059d6" providerId="ADAL" clId="{0D4EF478-0162-4927-9FFC-5547B026D6C1}" dt="2024-02-27T13:40:54.390" v="367" actId="1076"/>
          <ac:spMkLst>
            <pc:docMk/>
            <pc:sldMk cId="59861829" sldId="343"/>
            <ac:spMk id="9" creationId="{EF8C639E-7658-DB5C-9A6A-E0D90546A140}"/>
          </ac:spMkLst>
        </pc:spChg>
        <pc:spChg chg="mod">
          <ac:chgData name="Luiz Alberto Ferreira Gomes" userId="bc531018-f902-4d26-b3af-7ca03fb059d6" providerId="ADAL" clId="{0D4EF478-0162-4927-9FFC-5547B026D6C1}" dt="2024-02-27T13:40:54.390" v="367" actId="1076"/>
          <ac:spMkLst>
            <pc:docMk/>
            <pc:sldMk cId="59861829" sldId="343"/>
            <ac:spMk id="11" creationId="{40BA8012-34A2-ACD9-8519-C1DD5C0F744E}"/>
          </ac:spMkLst>
        </pc:spChg>
        <pc:spChg chg="add mod">
          <ac:chgData name="Luiz Alberto Ferreira Gomes" userId="bc531018-f902-4d26-b3af-7ca03fb059d6" providerId="ADAL" clId="{0D4EF478-0162-4927-9FFC-5547B026D6C1}" dt="2024-02-27T13:43:12.594" v="390" actId="1076"/>
          <ac:spMkLst>
            <pc:docMk/>
            <pc:sldMk cId="59861829" sldId="343"/>
            <ac:spMk id="127" creationId="{00000000-0000-0000-0000-000000000000}"/>
          </ac:spMkLst>
        </pc:spChg>
        <pc:cxnChg chg="add mod">
          <ac:chgData name="Luiz Alberto Ferreira Gomes" userId="bc531018-f902-4d26-b3af-7ca03fb059d6" providerId="ADAL" clId="{0D4EF478-0162-4927-9FFC-5547B026D6C1}" dt="2024-02-27T13:40:54.390" v="367" actId="1076"/>
          <ac:cxnSpMkLst>
            <pc:docMk/>
            <pc:sldMk cId="59861829" sldId="343"/>
            <ac:cxnSpMk id="5" creationId="{5B0F76B3-83D8-6F63-A877-11AEBF325C80}"/>
          </ac:cxnSpMkLst>
        </pc:cxnChg>
        <pc:cxnChg chg="add mod">
          <ac:chgData name="Luiz Alberto Ferreira Gomes" userId="bc531018-f902-4d26-b3af-7ca03fb059d6" providerId="ADAL" clId="{0D4EF478-0162-4927-9FFC-5547B026D6C1}" dt="2024-02-27T13:43:12.594" v="390" actId="1076"/>
          <ac:cxnSpMkLst>
            <pc:docMk/>
            <pc:sldMk cId="59861829" sldId="343"/>
            <ac:cxnSpMk id="7" creationId="{21E1BA77-8E0A-C896-36CB-ABD9D5305A22}"/>
          </ac:cxnSpMkLst>
        </pc:cxnChg>
        <pc:cxnChg chg="mod">
          <ac:chgData name="Luiz Alberto Ferreira Gomes" userId="bc531018-f902-4d26-b3af-7ca03fb059d6" providerId="ADAL" clId="{0D4EF478-0162-4927-9FFC-5547B026D6C1}" dt="2024-02-27T13:40:54.390" v="367" actId="1076"/>
          <ac:cxnSpMkLst>
            <pc:docMk/>
            <pc:sldMk cId="59861829" sldId="343"/>
            <ac:cxnSpMk id="10" creationId="{DF337448-87A8-4A92-FEC9-0BD3EA1C5D3D}"/>
          </ac:cxnSpMkLst>
        </pc:cxnChg>
      </pc:sldChg>
      <pc:sldChg chg="addSp delSp modSp add mod ord">
        <pc:chgData name="Luiz Alberto Ferreira Gomes" userId="bc531018-f902-4d26-b3af-7ca03fb059d6" providerId="ADAL" clId="{0D4EF478-0162-4927-9FFC-5547B026D6C1}" dt="2024-02-27T14:28:22.668" v="877" actId="1076"/>
        <pc:sldMkLst>
          <pc:docMk/>
          <pc:sldMk cId="3604098682" sldId="344"/>
        </pc:sldMkLst>
        <pc:spChg chg="mod">
          <ac:chgData name="Luiz Alberto Ferreira Gomes" userId="bc531018-f902-4d26-b3af-7ca03fb059d6" providerId="ADAL" clId="{0D4EF478-0162-4927-9FFC-5547B026D6C1}" dt="2024-02-27T14:23:23.652" v="835" actId="1037"/>
          <ac:spMkLst>
            <pc:docMk/>
            <pc:sldMk cId="3604098682" sldId="344"/>
            <ac:spMk id="2" creationId="{0918B225-0EF2-40C9-4694-714FB8D66F6E}"/>
          </ac:spMkLst>
        </pc:spChg>
        <pc:spChg chg="mod">
          <ac:chgData name="Luiz Alberto Ferreira Gomes" userId="bc531018-f902-4d26-b3af-7ca03fb059d6" providerId="ADAL" clId="{0D4EF478-0162-4927-9FFC-5547B026D6C1}" dt="2024-02-27T14:21:25.385" v="810" actId="14100"/>
          <ac:spMkLst>
            <pc:docMk/>
            <pc:sldMk cId="3604098682" sldId="344"/>
            <ac:spMk id="3" creationId="{B8E2081C-BF12-5DAE-661E-A804632D63BA}"/>
          </ac:spMkLst>
        </pc:spChg>
        <pc:spChg chg="mod">
          <ac:chgData name="Luiz Alberto Ferreira Gomes" userId="bc531018-f902-4d26-b3af-7ca03fb059d6" providerId="ADAL" clId="{0D4EF478-0162-4927-9FFC-5547B026D6C1}" dt="2024-02-27T14:21:06.154" v="802" actId="1076"/>
          <ac:spMkLst>
            <pc:docMk/>
            <pc:sldMk cId="3604098682" sldId="344"/>
            <ac:spMk id="8" creationId="{5B6A236E-5F57-8B7B-750E-FE3A7829EE93}"/>
          </ac:spMkLst>
        </pc:spChg>
        <pc:spChg chg="mod">
          <ac:chgData name="Luiz Alberto Ferreira Gomes" userId="bc531018-f902-4d26-b3af-7ca03fb059d6" providerId="ADAL" clId="{0D4EF478-0162-4927-9FFC-5547B026D6C1}" dt="2024-02-27T14:04:08.874" v="742" actId="207"/>
          <ac:spMkLst>
            <pc:docMk/>
            <pc:sldMk cId="3604098682" sldId="344"/>
            <ac:spMk id="9" creationId="{84C588E6-ABCF-D44E-387E-93B6CF09F2C6}"/>
          </ac:spMkLst>
        </pc:spChg>
        <pc:spChg chg="add mod">
          <ac:chgData name="Luiz Alberto Ferreira Gomes" userId="bc531018-f902-4d26-b3af-7ca03fb059d6" providerId="ADAL" clId="{0D4EF478-0162-4927-9FFC-5547B026D6C1}" dt="2024-02-27T14:23:23.652" v="835" actId="1037"/>
          <ac:spMkLst>
            <pc:docMk/>
            <pc:sldMk cId="3604098682" sldId="344"/>
            <ac:spMk id="12" creationId="{B0C79BFD-2419-6F66-488D-F060065EFD2A}"/>
          </ac:spMkLst>
        </pc:spChg>
        <pc:spChg chg="add mod">
          <ac:chgData name="Luiz Alberto Ferreira Gomes" userId="bc531018-f902-4d26-b3af-7ca03fb059d6" providerId="ADAL" clId="{0D4EF478-0162-4927-9FFC-5547B026D6C1}" dt="2024-02-27T14:23:23.652" v="835" actId="1037"/>
          <ac:spMkLst>
            <pc:docMk/>
            <pc:sldMk cId="3604098682" sldId="344"/>
            <ac:spMk id="13" creationId="{84907F7D-D9A1-584D-175F-D5AFCB22F181}"/>
          </ac:spMkLst>
        </pc:spChg>
        <pc:spChg chg="del">
          <ac:chgData name="Luiz Alberto Ferreira Gomes" userId="bc531018-f902-4d26-b3af-7ca03fb059d6" providerId="ADAL" clId="{0D4EF478-0162-4927-9FFC-5547B026D6C1}" dt="2024-02-27T14:23:30.501" v="836" actId="478"/>
          <ac:spMkLst>
            <pc:docMk/>
            <pc:sldMk cId="3604098682" sldId="344"/>
            <ac:spMk id="127" creationId="{D6A66642-6B7B-55BF-F101-D7B21A8F55DE}"/>
          </ac:spMkLst>
        </pc:spChg>
        <pc:picChg chg="add mod">
          <ac:chgData name="Luiz Alberto Ferreira Gomes" userId="bc531018-f902-4d26-b3af-7ca03fb059d6" providerId="ADAL" clId="{0D4EF478-0162-4927-9FFC-5547B026D6C1}" dt="2024-02-27T14:28:22.668" v="877" actId="1076"/>
          <ac:picMkLst>
            <pc:docMk/>
            <pc:sldMk cId="3604098682" sldId="344"/>
            <ac:picMk id="1026" creationId="{E431852B-32F4-9DB6-5750-E8F9EED8578F}"/>
          </ac:picMkLst>
        </pc:picChg>
        <pc:cxnChg chg="mod">
          <ac:chgData name="Luiz Alberto Ferreira Gomes" userId="bc531018-f902-4d26-b3af-7ca03fb059d6" providerId="ADAL" clId="{0D4EF478-0162-4927-9FFC-5547B026D6C1}" dt="2024-02-27T14:23:23.652" v="835" actId="1037"/>
          <ac:cxnSpMkLst>
            <pc:docMk/>
            <pc:sldMk cId="3604098682" sldId="344"/>
            <ac:cxnSpMk id="5" creationId="{0730B73D-8236-74BF-93B7-B190C5A8C176}"/>
          </ac:cxnSpMkLst>
        </pc:cxnChg>
        <pc:cxnChg chg="del mod">
          <ac:chgData name="Luiz Alberto Ferreira Gomes" userId="bc531018-f902-4d26-b3af-7ca03fb059d6" providerId="ADAL" clId="{0D4EF478-0162-4927-9FFC-5547B026D6C1}" dt="2024-02-27T14:23:33.235" v="837" actId="478"/>
          <ac:cxnSpMkLst>
            <pc:docMk/>
            <pc:sldMk cId="3604098682" sldId="344"/>
            <ac:cxnSpMk id="7" creationId="{7D094878-09F7-31BF-2F35-787DCEAC0C67}"/>
          </ac:cxnSpMkLst>
        </pc:cxnChg>
      </pc:sldChg>
      <pc:sldChg chg="addSp delSp modSp new">
        <pc:chgData name="Luiz Alberto Ferreira Gomes" userId="bc531018-f902-4d26-b3af-7ca03fb059d6" providerId="ADAL" clId="{0D4EF478-0162-4927-9FFC-5547B026D6C1}" dt="2024-02-27T14:45:33.410" v="1002" actId="14100"/>
        <pc:sldMkLst>
          <pc:docMk/>
          <pc:sldMk cId="1490595553" sldId="345"/>
        </pc:sldMkLst>
        <pc:picChg chg="add del mod">
          <ac:chgData name="Luiz Alberto Ferreira Gomes" userId="bc531018-f902-4d26-b3af-7ca03fb059d6" providerId="ADAL" clId="{0D4EF478-0162-4927-9FFC-5547B026D6C1}" dt="2024-02-27T14:45:25.596" v="999" actId="478"/>
          <ac:picMkLst>
            <pc:docMk/>
            <pc:sldMk cId="1490595553" sldId="345"/>
            <ac:picMk id="2050" creationId="{BD3B0B95-B8D2-F705-E9CC-73D5D6F23228}"/>
          </ac:picMkLst>
        </pc:picChg>
        <pc:picChg chg="add mod">
          <ac:chgData name="Luiz Alberto Ferreira Gomes" userId="bc531018-f902-4d26-b3af-7ca03fb059d6" providerId="ADAL" clId="{0D4EF478-0162-4927-9FFC-5547B026D6C1}" dt="2024-02-27T14:45:31.082" v="1001" actId="14100"/>
          <ac:picMkLst>
            <pc:docMk/>
            <pc:sldMk cId="1490595553" sldId="345"/>
            <ac:picMk id="2052" creationId="{CD1BC857-81EA-433B-84B1-0CAC334CB7BF}"/>
          </ac:picMkLst>
        </pc:picChg>
        <pc:picChg chg="add mod">
          <ac:chgData name="Luiz Alberto Ferreira Gomes" userId="bc531018-f902-4d26-b3af-7ca03fb059d6" providerId="ADAL" clId="{0D4EF478-0162-4927-9FFC-5547B026D6C1}" dt="2024-02-27T14:45:33.410" v="1002" actId="14100"/>
          <ac:picMkLst>
            <pc:docMk/>
            <pc:sldMk cId="1490595553" sldId="345"/>
            <ac:picMk id="2054" creationId="{FAF14BCC-907B-D9DB-E40A-B9FC23AA9C69}"/>
          </ac:picMkLst>
        </pc:picChg>
      </pc:sldChg>
      <pc:sldChg chg="addSp delSp modSp add mod">
        <pc:chgData name="Luiz Alberto Ferreira Gomes" userId="bc531018-f902-4d26-b3af-7ca03fb059d6" providerId="ADAL" clId="{0D4EF478-0162-4927-9FFC-5547B026D6C1}" dt="2024-02-27T14:46:47.495" v="1013" actId="1076"/>
        <pc:sldMkLst>
          <pc:docMk/>
          <pc:sldMk cId="3735631236" sldId="346"/>
        </pc:sldMkLst>
        <pc:spChg chg="add del mod">
          <ac:chgData name="Luiz Alberto Ferreira Gomes" userId="bc531018-f902-4d26-b3af-7ca03fb059d6" providerId="ADAL" clId="{0D4EF478-0162-4927-9FFC-5547B026D6C1}" dt="2024-02-27T14:30:16.590" v="883" actId="478"/>
          <ac:spMkLst>
            <pc:docMk/>
            <pc:sldMk cId="3735631236" sldId="346"/>
            <ac:spMk id="2" creationId="{433F5B42-6A4E-D894-F444-77FE745A10EA}"/>
          </ac:spMkLst>
        </pc:spChg>
        <pc:spChg chg="add del mod">
          <ac:chgData name="Luiz Alberto Ferreira Gomes" userId="bc531018-f902-4d26-b3af-7ca03fb059d6" providerId="ADAL" clId="{0D4EF478-0162-4927-9FFC-5547B026D6C1}" dt="2024-02-27T14:31:16.877" v="889" actId="478"/>
          <ac:spMkLst>
            <pc:docMk/>
            <pc:sldMk cId="3735631236" sldId="346"/>
            <ac:spMk id="3" creationId="{99FF5F2B-EC08-A119-BCFD-C78730041FC5}"/>
          </ac:spMkLst>
        </pc:spChg>
        <pc:spChg chg="add mod">
          <ac:chgData name="Luiz Alberto Ferreira Gomes" userId="bc531018-f902-4d26-b3af-7ca03fb059d6" providerId="ADAL" clId="{0D4EF478-0162-4927-9FFC-5547B026D6C1}" dt="2024-02-27T14:34:46.191" v="930" actId="164"/>
          <ac:spMkLst>
            <pc:docMk/>
            <pc:sldMk cId="3735631236" sldId="346"/>
            <ac:spMk id="4" creationId="{82CA14AC-1C11-7E44-F79F-155D865628D2}"/>
          </ac:spMkLst>
        </pc:spChg>
        <pc:spChg chg="add mod">
          <ac:chgData name="Luiz Alberto Ferreira Gomes" userId="bc531018-f902-4d26-b3af-7ca03fb059d6" providerId="ADAL" clId="{0D4EF478-0162-4927-9FFC-5547B026D6C1}" dt="2024-02-27T14:43:52.179" v="988" actId="207"/>
          <ac:spMkLst>
            <pc:docMk/>
            <pc:sldMk cId="3735631236" sldId="346"/>
            <ac:spMk id="5" creationId="{35956658-1BF1-B476-714F-AFFD53705976}"/>
          </ac:spMkLst>
        </pc:spChg>
        <pc:spChg chg="add mod">
          <ac:chgData name="Luiz Alberto Ferreira Gomes" userId="bc531018-f902-4d26-b3af-7ca03fb059d6" providerId="ADAL" clId="{0D4EF478-0162-4927-9FFC-5547B026D6C1}" dt="2024-02-27T14:34:30.514" v="929" actId="20577"/>
          <ac:spMkLst>
            <pc:docMk/>
            <pc:sldMk cId="3735631236" sldId="346"/>
            <ac:spMk id="6" creationId="{0545869E-71B8-4FC1-6926-C2A5C5623F52}"/>
          </ac:spMkLst>
        </pc:spChg>
        <pc:spChg chg="mod">
          <ac:chgData name="Luiz Alberto Ferreira Gomes" userId="bc531018-f902-4d26-b3af-7ca03fb059d6" providerId="ADAL" clId="{0D4EF478-0162-4927-9FFC-5547B026D6C1}" dt="2024-02-27T14:35:16.576" v="944" actId="1037"/>
          <ac:spMkLst>
            <pc:docMk/>
            <pc:sldMk cId="3735631236" sldId="346"/>
            <ac:spMk id="9" creationId="{632BF70D-EFAF-876E-496A-7225DB4284E2}"/>
          </ac:spMkLst>
        </pc:spChg>
        <pc:spChg chg="mod">
          <ac:chgData name="Luiz Alberto Ferreira Gomes" userId="bc531018-f902-4d26-b3af-7ca03fb059d6" providerId="ADAL" clId="{0D4EF478-0162-4927-9FFC-5547B026D6C1}" dt="2024-02-27T14:43:55.035" v="989" actId="207"/>
          <ac:spMkLst>
            <pc:docMk/>
            <pc:sldMk cId="3735631236" sldId="346"/>
            <ac:spMk id="10" creationId="{C1B26DA0-E763-4398-8B58-1C8FA0A10CCA}"/>
          </ac:spMkLst>
        </pc:spChg>
        <pc:spChg chg="add del mod">
          <ac:chgData name="Luiz Alberto Ferreira Gomes" userId="bc531018-f902-4d26-b3af-7ca03fb059d6" providerId="ADAL" clId="{0D4EF478-0162-4927-9FFC-5547B026D6C1}" dt="2024-02-27T14:39:45.961" v="950" actId="478"/>
          <ac:spMkLst>
            <pc:docMk/>
            <pc:sldMk cId="3735631236" sldId="346"/>
            <ac:spMk id="11" creationId="{F70C344D-6A66-475A-CFE8-740AE338E3BB}"/>
          </ac:spMkLst>
        </pc:spChg>
        <pc:spChg chg="del mod topLvl">
          <ac:chgData name="Luiz Alberto Ferreira Gomes" userId="bc531018-f902-4d26-b3af-7ca03fb059d6" providerId="ADAL" clId="{0D4EF478-0162-4927-9FFC-5547B026D6C1}" dt="2024-02-27T14:42:22.393" v="965" actId="478"/>
          <ac:spMkLst>
            <pc:docMk/>
            <pc:sldMk cId="3735631236" sldId="346"/>
            <ac:spMk id="16" creationId="{523B2D0B-0BBE-CEEC-4F0C-7BA5297D2E29}"/>
          </ac:spMkLst>
        </pc:spChg>
        <pc:spChg chg="mod topLvl">
          <ac:chgData name="Luiz Alberto Ferreira Gomes" userId="bc531018-f902-4d26-b3af-7ca03fb059d6" providerId="ADAL" clId="{0D4EF478-0162-4927-9FFC-5547B026D6C1}" dt="2024-02-27T14:46:16.197" v="1009" actId="1076"/>
          <ac:spMkLst>
            <pc:docMk/>
            <pc:sldMk cId="3735631236" sldId="346"/>
            <ac:spMk id="17" creationId="{8800DEC5-269E-E2BE-B9F5-4926D2FD2E89}"/>
          </ac:spMkLst>
        </pc:spChg>
        <pc:spChg chg="add mod">
          <ac:chgData name="Luiz Alberto Ferreira Gomes" userId="bc531018-f902-4d26-b3af-7ca03fb059d6" providerId="ADAL" clId="{0D4EF478-0162-4927-9FFC-5547B026D6C1}" dt="2024-02-27T14:46:19.136" v="1010" actId="207"/>
          <ac:spMkLst>
            <pc:docMk/>
            <pc:sldMk cId="3735631236" sldId="346"/>
            <ac:spMk id="18" creationId="{9C60D0BB-0243-3738-6198-8B4865760331}"/>
          </ac:spMkLst>
        </pc:spChg>
        <pc:spChg chg="add del mod">
          <ac:chgData name="Luiz Alberto Ferreira Gomes" userId="bc531018-f902-4d26-b3af-7ca03fb059d6" providerId="ADAL" clId="{0D4EF478-0162-4927-9FFC-5547B026D6C1}" dt="2024-02-27T14:43:09.312" v="982"/>
          <ac:spMkLst>
            <pc:docMk/>
            <pc:sldMk cId="3735631236" sldId="346"/>
            <ac:spMk id="19" creationId="{0729258F-80FE-BF44-D25E-5DA5B1E45EB7}"/>
          </ac:spMkLst>
        </pc:spChg>
        <pc:spChg chg="add mod">
          <ac:chgData name="Luiz Alberto Ferreira Gomes" userId="bc531018-f902-4d26-b3af-7ca03fb059d6" providerId="ADAL" clId="{0D4EF478-0162-4927-9FFC-5547B026D6C1}" dt="2024-02-27T14:46:47.495" v="1013" actId="1076"/>
          <ac:spMkLst>
            <pc:docMk/>
            <pc:sldMk cId="3735631236" sldId="346"/>
            <ac:spMk id="22" creationId="{6D3436AC-3061-819C-F859-22117E6AB81C}"/>
          </ac:spMkLst>
        </pc:spChg>
        <pc:spChg chg="add mod">
          <ac:chgData name="Luiz Alberto Ferreira Gomes" userId="bc531018-f902-4d26-b3af-7ca03fb059d6" providerId="ADAL" clId="{0D4EF478-0162-4927-9FFC-5547B026D6C1}" dt="2024-02-27T14:46:47.495" v="1013" actId="1076"/>
          <ac:spMkLst>
            <pc:docMk/>
            <pc:sldMk cId="3735631236" sldId="346"/>
            <ac:spMk id="23" creationId="{1BD940B4-001E-329E-CAF8-9E375ED2AC5C}"/>
          </ac:spMkLst>
        </pc:spChg>
        <pc:grpChg chg="add mod">
          <ac:chgData name="Luiz Alberto Ferreira Gomes" userId="bc531018-f902-4d26-b3af-7ca03fb059d6" providerId="ADAL" clId="{0D4EF478-0162-4927-9FFC-5547B026D6C1}" dt="2024-02-27T14:34:46.191" v="930" actId="164"/>
          <ac:grpSpMkLst>
            <pc:docMk/>
            <pc:sldMk cId="3735631236" sldId="346"/>
            <ac:grpSpMk id="7" creationId="{3AC775FD-D01F-07D9-0F9F-17F7387E158E}"/>
          </ac:grpSpMkLst>
        </pc:grpChg>
        <pc:grpChg chg="add mod">
          <ac:chgData name="Luiz Alberto Ferreira Gomes" userId="bc531018-f902-4d26-b3af-7ca03fb059d6" providerId="ADAL" clId="{0D4EF478-0162-4927-9FFC-5547B026D6C1}" dt="2024-02-27T14:34:55.145" v="932" actId="1076"/>
          <ac:grpSpMkLst>
            <pc:docMk/>
            <pc:sldMk cId="3735631236" sldId="346"/>
            <ac:grpSpMk id="8" creationId="{1206A851-E56A-64EE-C6E3-4AD5FBE65096}"/>
          </ac:grpSpMkLst>
        </pc:grpChg>
        <pc:grpChg chg="add del mod">
          <ac:chgData name="Luiz Alberto Ferreira Gomes" userId="bc531018-f902-4d26-b3af-7ca03fb059d6" providerId="ADAL" clId="{0D4EF478-0162-4927-9FFC-5547B026D6C1}" dt="2024-02-27T14:42:22.393" v="965" actId="478"/>
          <ac:grpSpMkLst>
            <pc:docMk/>
            <pc:sldMk cId="3735631236" sldId="346"/>
            <ac:grpSpMk id="15" creationId="{24235C5D-7A48-36D2-7784-61981B81959B}"/>
          </ac:grpSpMkLst>
        </pc:grpChg>
        <pc:picChg chg="add mod">
          <ac:chgData name="Luiz Alberto Ferreira Gomes" userId="bc531018-f902-4d26-b3af-7ca03fb059d6" providerId="ADAL" clId="{0D4EF478-0162-4927-9FFC-5547B026D6C1}" dt="2024-02-27T14:43:43.437" v="987" actId="208"/>
          <ac:picMkLst>
            <pc:docMk/>
            <pc:sldMk cId="3735631236" sldId="346"/>
            <ac:picMk id="13" creationId="{E94DC7AE-EF01-3FE3-5CC4-E7F7DDF29617}"/>
          </ac:picMkLst>
        </pc:picChg>
        <pc:picChg chg="add del mod">
          <ac:chgData name="Luiz Alberto Ferreira Gomes" userId="bc531018-f902-4d26-b3af-7ca03fb059d6" providerId="ADAL" clId="{0D4EF478-0162-4927-9FFC-5547B026D6C1}" dt="2024-02-27T14:41:48.357" v="959" actId="478"/>
          <ac:picMkLst>
            <pc:docMk/>
            <pc:sldMk cId="3735631236" sldId="346"/>
            <ac:picMk id="14" creationId="{6F9C2FFB-9ED3-2987-F51C-356E4D2551C9}"/>
          </ac:picMkLst>
        </pc:picChg>
        <pc:picChg chg="del">
          <ac:chgData name="Luiz Alberto Ferreira Gomes" userId="bc531018-f902-4d26-b3af-7ca03fb059d6" providerId="ADAL" clId="{0D4EF478-0162-4927-9FFC-5547B026D6C1}" dt="2024-02-27T14:29:51.765" v="881" actId="478"/>
          <ac:picMkLst>
            <pc:docMk/>
            <pc:sldMk cId="3735631236" sldId="346"/>
            <ac:picMk id="2050" creationId="{41A47199-CD9D-1DCD-83F7-1B83C7B00DB5}"/>
          </ac:picMkLst>
        </pc:picChg>
        <pc:cxnChg chg="add mod">
          <ac:chgData name="Luiz Alberto Ferreira Gomes" userId="bc531018-f902-4d26-b3af-7ca03fb059d6" providerId="ADAL" clId="{0D4EF478-0162-4927-9FFC-5547B026D6C1}" dt="2024-02-27T14:46:47.495" v="1013" actId="1076"/>
          <ac:cxnSpMkLst>
            <pc:docMk/>
            <pc:sldMk cId="3735631236" sldId="346"/>
            <ac:cxnSpMk id="21" creationId="{7B4424E9-991F-502C-EF11-AF3575CF332F}"/>
          </ac:cxnSpMkLst>
        </pc:cxnChg>
      </pc:sldChg>
    </pc:docChg>
  </pc:docChgLst>
  <pc:docChgLst>
    <pc:chgData name="Luiz Alberto Ferreira Gomes" userId="bc531018-f902-4d26-b3af-7ca03fb059d6" providerId="ADAL" clId="{0CB52EF1-ED4F-4E4B-9EC1-200DE0F1571F}"/>
    <pc:docChg chg="undo custSel addSld delSld modSld sldOrd addMainMaster">
      <pc:chgData name="Luiz Alberto Ferreira Gomes" userId="bc531018-f902-4d26-b3af-7ca03fb059d6" providerId="ADAL" clId="{0CB52EF1-ED4F-4E4B-9EC1-200DE0F1571F}" dt="2024-01-24T13:56:46.996" v="927" actId="1036"/>
      <pc:docMkLst>
        <pc:docMk/>
      </pc:docMkLst>
      <pc:sldChg chg="addSp delSp modSp mod">
        <pc:chgData name="Luiz Alberto Ferreira Gomes" userId="bc531018-f902-4d26-b3af-7ca03fb059d6" providerId="ADAL" clId="{0CB52EF1-ED4F-4E4B-9EC1-200DE0F1571F}" dt="2024-01-24T13:26:49.259" v="323" actId="478"/>
        <pc:sldMkLst>
          <pc:docMk/>
          <pc:sldMk cId="3935225767" sldId="315"/>
        </pc:sldMkLst>
        <pc:spChg chg="mod">
          <ac:chgData name="Luiz Alberto Ferreira Gomes" userId="bc531018-f902-4d26-b3af-7ca03fb059d6" providerId="ADAL" clId="{0CB52EF1-ED4F-4E4B-9EC1-200DE0F1571F}" dt="2024-01-24T13:07:24.336" v="136" actId="1076"/>
          <ac:spMkLst>
            <pc:docMk/>
            <pc:sldMk cId="3935225767" sldId="315"/>
            <ac:spMk id="4" creationId="{496BDFEE-382A-98D1-E307-16601885E2E4}"/>
          </ac:spMkLst>
        </pc:spChg>
        <pc:spChg chg="mod">
          <ac:chgData name="Luiz Alberto Ferreira Gomes" userId="bc531018-f902-4d26-b3af-7ca03fb059d6" providerId="ADAL" clId="{0CB52EF1-ED4F-4E4B-9EC1-200DE0F1571F}" dt="2024-01-24T13:15:57.923" v="226" actId="208"/>
          <ac:spMkLst>
            <pc:docMk/>
            <pc:sldMk cId="3935225767" sldId="315"/>
            <ac:spMk id="10" creationId="{5714DADD-5447-18AA-92C6-131BC6C9FD23}"/>
          </ac:spMkLst>
        </pc:spChg>
        <pc:spChg chg="mod">
          <ac:chgData name="Luiz Alberto Ferreira Gomes" userId="bc531018-f902-4d26-b3af-7ca03fb059d6" providerId="ADAL" clId="{0CB52EF1-ED4F-4E4B-9EC1-200DE0F1571F}" dt="2024-01-24T13:16:26.895" v="243" actId="1036"/>
          <ac:spMkLst>
            <pc:docMk/>
            <pc:sldMk cId="3935225767" sldId="315"/>
            <ac:spMk id="11" creationId="{71833BDB-2089-2173-0254-FE925FFE6074}"/>
          </ac:spMkLst>
        </pc:spChg>
        <pc:spChg chg="add mod">
          <ac:chgData name="Luiz Alberto Ferreira Gomes" userId="bc531018-f902-4d26-b3af-7ca03fb059d6" providerId="ADAL" clId="{0CB52EF1-ED4F-4E4B-9EC1-200DE0F1571F}" dt="2024-01-24T13:16:26.895" v="243" actId="1036"/>
          <ac:spMkLst>
            <pc:docMk/>
            <pc:sldMk cId="3935225767" sldId="315"/>
            <ac:spMk id="33" creationId="{52CCACE3-FF07-2FA4-4291-5943F2F348AD}"/>
          </ac:spMkLst>
        </pc:spChg>
        <pc:spChg chg="mod">
          <ac:chgData name="Luiz Alberto Ferreira Gomes" userId="bc531018-f902-4d26-b3af-7ca03fb059d6" providerId="ADAL" clId="{0CB52EF1-ED4F-4E4B-9EC1-200DE0F1571F}" dt="2024-01-24T13:15:57.923" v="226" actId="208"/>
          <ac:spMkLst>
            <pc:docMk/>
            <pc:sldMk cId="3935225767" sldId="315"/>
            <ac:spMk id="34" creationId="{C9BE16DB-780F-71FF-EF2D-3182DF8D9109}"/>
          </ac:spMkLst>
        </pc:spChg>
        <pc:spChg chg="add mod ord">
          <ac:chgData name="Luiz Alberto Ferreira Gomes" userId="bc531018-f902-4d26-b3af-7ca03fb059d6" providerId="ADAL" clId="{0CB52EF1-ED4F-4E4B-9EC1-200DE0F1571F}" dt="2024-01-24T13:16:04.121" v="227" actId="208"/>
          <ac:spMkLst>
            <pc:docMk/>
            <pc:sldMk cId="3935225767" sldId="315"/>
            <ac:spMk id="35" creationId="{14AF9E4D-2A3E-7624-CAD8-E6066CF68AD1}"/>
          </ac:spMkLst>
        </pc:spChg>
        <pc:spChg chg="mod">
          <ac:chgData name="Luiz Alberto Ferreira Gomes" userId="bc531018-f902-4d26-b3af-7ca03fb059d6" providerId="ADAL" clId="{0CB52EF1-ED4F-4E4B-9EC1-200DE0F1571F}" dt="2024-01-24T13:15:57.923" v="226" actId="208"/>
          <ac:spMkLst>
            <pc:docMk/>
            <pc:sldMk cId="3935225767" sldId="315"/>
            <ac:spMk id="42" creationId="{08F3D487-DEF6-AD91-818C-11C7755934FB}"/>
          </ac:spMkLst>
        </pc:spChg>
        <pc:spChg chg="mod">
          <ac:chgData name="Luiz Alberto Ferreira Gomes" userId="bc531018-f902-4d26-b3af-7ca03fb059d6" providerId="ADAL" clId="{0CB52EF1-ED4F-4E4B-9EC1-200DE0F1571F}" dt="2024-01-24T13:15:57.923" v="226" actId="208"/>
          <ac:spMkLst>
            <pc:docMk/>
            <pc:sldMk cId="3935225767" sldId="315"/>
            <ac:spMk id="45" creationId="{7570CDA3-EE7A-A3C5-AF04-97D7A49DF83C}"/>
          </ac:spMkLst>
        </pc:spChg>
        <pc:spChg chg="add del mod">
          <ac:chgData name="Luiz Alberto Ferreira Gomes" userId="bc531018-f902-4d26-b3af-7ca03fb059d6" providerId="ADAL" clId="{0CB52EF1-ED4F-4E4B-9EC1-200DE0F1571F}" dt="2024-01-24T13:24:17.256" v="299" actId="478"/>
          <ac:spMkLst>
            <pc:docMk/>
            <pc:sldMk cId="3935225767" sldId="315"/>
            <ac:spMk id="59" creationId="{6160034E-86C2-7ED6-7E9C-5D400F9940D8}"/>
          </ac:spMkLst>
        </pc:spChg>
        <pc:spChg chg="add del mod">
          <ac:chgData name="Luiz Alberto Ferreira Gomes" userId="bc531018-f902-4d26-b3af-7ca03fb059d6" providerId="ADAL" clId="{0CB52EF1-ED4F-4E4B-9EC1-200DE0F1571F}" dt="2024-01-24T13:24:17.256" v="299" actId="478"/>
          <ac:spMkLst>
            <pc:docMk/>
            <pc:sldMk cId="3935225767" sldId="315"/>
            <ac:spMk id="60" creationId="{32BF2DEA-5605-ED67-2865-9D864AAD195B}"/>
          </ac:spMkLst>
        </pc:spChg>
        <pc:spChg chg="add del mod">
          <ac:chgData name="Luiz Alberto Ferreira Gomes" userId="bc531018-f902-4d26-b3af-7ca03fb059d6" providerId="ADAL" clId="{0CB52EF1-ED4F-4E4B-9EC1-200DE0F1571F}" dt="2024-01-24T13:24:17.256" v="299" actId="478"/>
          <ac:spMkLst>
            <pc:docMk/>
            <pc:sldMk cId="3935225767" sldId="315"/>
            <ac:spMk id="61" creationId="{1B22B5EE-903E-6491-2C28-BD178A763B68}"/>
          </ac:spMkLst>
        </pc:spChg>
        <pc:spChg chg="add del mod">
          <ac:chgData name="Luiz Alberto Ferreira Gomes" userId="bc531018-f902-4d26-b3af-7ca03fb059d6" providerId="ADAL" clId="{0CB52EF1-ED4F-4E4B-9EC1-200DE0F1571F}" dt="2024-01-24T13:24:17.256" v="299" actId="478"/>
          <ac:spMkLst>
            <pc:docMk/>
            <pc:sldMk cId="3935225767" sldId="315"/>
            <ac:spMk id="62" creationId="{68EE5610-87CC-38F0-203D-BBC0FD343621}"/>
          </ac:spMkLst>
        </pc:spChg>
        <pc:spChg chg="add del mod">
          <ac:chgData name="Luiz Alberto Ferreira Gomes" userId="bc531018-f902-4d26-b3af-7ca03fb059d6" providerId="ADAL" clId="{0CB52EF1-ED4F-4E4B-9EC1-200DE0F1571F}" dt="2024-01-24T13:24:17.256" v="299" actId="478"/>
          <ac:spMkLst>
            <pc:docMk/>
            <pc:sldMk cId="3935225767" sldId="315"/>
            <ac:spMk id="1024" creationId="{F9BA974B-BB6B-E154-111B-586CDA681478}"/>
          </ac:spMkLst>
        </pc:spChg>
        <pc:spChg chg="add del mod">
          <ac:chgData name="Luiz Alberto Ferreira Gomes" userId="bc531018-f902-4d26-b3af-7ca03fb059d6" providerId="ADAL" clId="{0CB52EF1-ED4F-4E4B-9EC1-200DE0F1571F}" dt="2024-01-24T13:24:17.256" v="299" actId="478"/>
          <ac:spMkLst>
            <pc:docMk/>
            <pc:sldMk cId="3935225767" sldId="315"/>
            <ac:spMk id="1025" creationId="{0B2B05D6-4207-9EC5-C2B6-710328CB0933}"/>
          </ac:spMkLst>
        </pc:spChg>
        <pc:spChg chg="add del">
          <ac:chgData name="Luiz Alberto Ferreira Gomes" userId="bc531018-f902-4d26-b3af-7ca03fb059d6" providerId="ADAL" clId="{0CB52EF1-ED4F-4E4B-9EC1-200DE0F1571F}" dt="2024-01-24T13:24:33.744" v="301" actId="478"/>
          <ac:spMkLst>
            <pc:docMk/>
            <pc:sldMk cId="3935225767" sldId="315"/>
            <ac:spMk id="1026" creationId="{1DB29BA6-6B40-4786-D36C-CF15BA9F6ECC}"/>
          </ac:spMkLst>
        </pc:spChg>
        <pc:spChg chg="add mod">
          <ac:chgData name="Luiz Alberto Ferreira Gomes" userId="bc531018-f902-4d26-b3af-7ca03fb059d6" providerId="ADAL" clId="{0CB52EF1-ED4F-4E4B-9EC1-200DE0F1571F}" dt="2024-01-24T13:26:45.983" v="322" actId="1582"/>
          <ac:spMkLst>
            <pc:docMk/>
            <pc:sldMk cId="3935225767" sldId="315"/>
            <ac:spMk id="1028" creationId="{9620445F-CF6E-4C1D-B40F-2CB6184896A5}"/>
          </ac:spMkLst>
        </pc:spChg>
        <pc:spChg chg="mod">
          <ac:chgData name="Luiz Alberto Ferreira Gomes" userId="bc531018-f902-4d26-b3af-7ca03fb059d6" providerId="ADAL" clId="{0CB52EF1-ED4F-4E4B-9EC1-200DE0F1571F}" dt="2024-01-24T13:16:26.895" v="243" actId="1036"/>
          <ac:spMkLst>
            <pc:docMk/>
            <pc:sldMk cId="3935225767" sldId="315"/>
            <ac:spMk id="1032" creationId="{60644F0F-56B9-307D-0E1D-26A2711E95DD}"/>
          </ac:spMkLst>
        </pc:spChg>
        <pc:spChg chg="mod">
          <ac:chgData name="Luiz Alberto Ferreira Gomes" userId="bc531018-f902-4d26-b3af-7ca03fb059d6" providerId="ADAL" clId="{0CB52EF1-ED4F-4E4B-9EC1-200DE0F1571F}" dt="2024-01-24T13:16:26.895" v="243" actId="1036"/>
          <ac:spMkLst>
            <pc:docMk/>
            <pc:sldMk cId="3935225767" sldId="315"/>
            <ac:spMk id="1033" creationId="{82C09A1B-39B5-A3D6-F91B-3E4EE0818E61}"/>
          </ac:spMkLst>
        </pc:spChg>
        <pc:spChg chg="del mod">
          <ac:chgData name="Luiz Alberto Ferreira Gomes" userId="bc531018-f902-4d26-b3af-7ca03fb059d6" providerId="ADAL" clId="{0CB52EF1-ED4F-4E4B-9EC1-200DE0F1571F}" dt="2024-01-24T13:06:18.856" v="129" actId="478"/>
          <ac:spMkLst>
            <pc:docMk/>
            <pc:sldMk cId="3935225767" sldId="315"/>
            <ac:spMk id="1034" creationId="{A12F5A0E-7F3A-E72A-90ED-05557FED449F}"/>
          </ac:spMkLst>
        </pc:spChg>
        <pc:spChg chg="mod">
          <ac:chgData name="Luiz Alberto Ferreira Gomes" userId="bc531018-f902-4d26-b3af-7ca03fb059d6" providerId="ADAL" clId="{0CB52EF1-ED4F-4E4B-9EC1-200DE0F1571F}" dt="2024-01-24T13:16:57.391" v="245" actId="207"/>
          <ac:spMkLst>
            <pc:docMk/>
            <pc:sldMk cId="3935225767" sldId="315"/>
            <ac:spMk id="1044" creationId="{311D3BE6-EDFA-2AFC-BD26-1C4F7112015B}"/>
          </ac:spMkLst>
        </pc:spChg>
        <pc:spChg chg="del mod">
          <ac:chgData name="Luiz Alberto Ferreira Gomes" userId="bc531018-f902-4d26-b3af-7ca03fb059d6" providerId="ADAL" clId="{0CB52EF1-ED4F-4E4B-9EC1-200DE0F1571F}" dt="2024-01-24T13:10:45.889" v="191" actId="478"/>
          <ac:spMkLst>
            <pc:docMk/>
            <pc:sldMk cId="3935225767" sldId="315"/>
            <ac:spMk id="1049" creationId="{B95D07AC-EB02-1FAF-1938-F87CED9F0F9B}"/>
          </ac:spMkLst>
        </pc:spChg>
        <pc:spChg chg="mod">
          <ac:chgData name="Luiz Alberto Ferreira Gomes" userId="bc531018-f902-4d26-b3af-7ca03fb059d6" providerId="ADAL" clId="{0CB52EF1-ED4F-4E4B-9EC1-200DE0F1571F}" dt="2024-01-24T13:11:21.495" v="196" actId="12788"/>
          <ac:spMkLst>
            <pc:docMk/>
            <pc:sldMk cId="3935225767" sldId="315"/>
            <ac:spMk id="1058" creationId="{F6D489C1-4AFC-40CE-9ECE-F0802E360B05}"/>
          </ac:spMkLst>
        </pc:spChg>
        <pc:grpChg chg="add mod">
          <ac:chgData name="Luiz Alberto Ferreira Gomes" userId="bc531018-f902-4d26-b3af-7ca03fb059d6" providerId="ADAL" clId="{0CB52EF1-ED4F-4E4B-9EC1-200DE0F1571F}" dt="2024-01-24T13:16:41.153" v="244" actId="1076"/>
          <ac:grpSpMkLst>
            <pc:docMk/>
            <pc:sldMk cId="3935225767" sldId="315"/>
            <ac:grpSpMk id="37" creationId="{9B9D3A87-1986-9C2B-0B09-70DD993875BE}"/>
          </ac:grpSpMkLst>
        </pc:grpChg>
        <pc:grpChg chg="mod">
          <ac:chgData name="Luiz Alberto Ferreira Gomes" userId="bc531018-f902-4d26-b3af-7ca03fb059d6" providerId="ADAL" clId="{0CB52EF1-ED4F-4E4B-9EC1-200DE0F1571F}" dt="2024-01-24T13:14:51.295" v="221" actId="164"/>
          <ac:grpSpMkLst>
            <pc:docMk/>
            <pc:sldMk cId="3935225767" sldId="315"/>
            <ac:grpSpMk id="39" creationId="{D0C115F1-DFBE-CBAE-5988-FFA9262FAF5E}"/>
          </ac:grpSpMkLst>
        </pc:grpChg>
        <pc:grpChg chg="mod ord">
          <ac:chgData name="Luiz Alberto Ferreira Gomes" userId="bc531018-f902-4d26-b3af-7ca03fb059d6" providerId="ADAL" clId="{0CB52EF1-ED4F-4E4B-9EC1-200DE0F1571F}" dt="2024-01-24T13:14:51.295" v="221" actId="164"/>
          <ac:grpSpMkLst>
            <pc:docMk/>
            <pc:sldMk cId="3935225767" sldId="315"/>
            <ac:grpSpMk id="40" creationId="{031F3E43-1E71-CB88-4701-51B46DAA9A9F}"/>
          </ac:grpSpMkLst>
        </pc:grpChg>
        <pc:grpChg chg="mod">
          <ac:chgData name="Luiz Alberto Ferreira Gomes" userId="bc531018-f902-4d26-b3af-7ca03fb059d6" providerId="ADAL" clId="{0CB52EF1-ED4F-4E4B-9EC1-200DE0F1571F}" dt="2024-01-24T13:14:51.295" v="221" actId="164"/>
          <ac:grpSpMkLst>
            <pc:docMk/>
            <pc:sldMk cId="3935225767" sldId="315"/>
            <ac:grpSpMk id="41" creationId="{F4F6B762-3516-1F3A-984D-1C6F060B696A}"/>
          </ac:grpSpMkLst>
        </pc:grpChg>
        <pc:grpChg chg="mod">
          <ac:chgData name="Luiz Alberto Ferreira Gomes" userId="bc531018-f902-4d26-b3af-7ca03fb059d6" providerId="ADAL" clId="{0CB52EF1-ED4F-4E4B-9EC1-200DE0F1571F}" dt="2024-01-24T13:14:51.295" v="221" actId="164"/>
          <ac:grpSpMkLst>
            <pc:docMk/>
            <pc:sldMk cId="3935225767" sldId="315"/>
            <ac:grpSpMk id="44" creationId="{255CEA3A-1E71-0627-F8EC-80BA6FEF7BCE}"/>
          </ac:grpSpMkLst>
        </pc:grpChg>
        <pc:grpChg chg="mod">
          <ac:chgData name="Luiz Alberto Ferreira Gomes" userId="bc531018-f902-4d26-b3af-7ca03fb059d6" providerId="ADAL" clId="{0CB52EF1-ED4F-4E4B-9EC1-200DE0F1571F}" dt="2024-01-24T13:16:26.895" v="243" actId="1036"/>
          <ac:grpSpMkLst>
            <pc:docMk/>
            <pc:sldMk cId="3935225767" sldId="315"/>
            <ac:grpSpMk id="47" creationId="{39DD8F58-681F-995A-94A3-1FD0E3AA8CC5}"/>
          </ac:grpSpMkLst>
        </pc:grpChg>
        <pc:grpChg chg="mod">
          <ac:chgData name="Luiz Alberto Ferreira Gomes" userId="bc531018-f902-4d26-b3af-7ca03fb059d6" providerId="ADAL" clId="{0CB52EF1-ED4F-4E4B-9EC1-200DE0F1571F}" dt="2024-01-24T13:16:26.895" v="243" actId="1036"/>
          <ac:grpSpMkLst>
            <pc:docMk/>
            <pc:sldMk cId="3935225767" sldId="315"/>
            <ac:grpSpMk id="48" creationId="{395F9B8C-0CAC-258C-2E58-A8C3401FEA9F}"/>
          </ac:grpSpMkLst>
        </pc:grpChg>
        <pc:grpChg chg="mod">
          <ac:chgData name="Luiz Alberto Ferreira Gomes" userId="bc531018-f902-4d26-b3af-7ca03fb059d6" providerId="ADAL" clId="{0CB52EF1-ED4F-4E4B-9EC1-200DE0F1571F}" dt="2024-01-24T13:16:26.895" v="243" actId="1036"/>
          <ac:grpSpMkLst>
            <pc:docMk/>
            <pc:sldMk cId="3935225767" sldId="315"/>
            <ac:grpSpMk id="49" creationId="{390E5DC9-A55D-663D-7344-14918625360A}"/>
          </ac:grpSpMkLst>
        </pc:grpChg>
        <pc:grpChg chg="mod">
          <ac:chgData name="Luiz Alberto Ferreira Gomes" userId="bc531018-f902-4d26-b3af-7ca03fb059d6" providerId="ADAL" clId="{0CB52EF1-ED4F-4E4B-9EC1-200DE0F1571F}" dt="2024-01-24T13:16:26.895" v="243" actId="1036"/>
          <ac:grpSpMkLst>
            <pc:docMk/>
            <pc:sldMk cId="3935225767" sldId="315"/>
            <ac:grpSpMk id="50" creationId="{5F9E08FA-DE88-4948-4051-9808BF557608}"/>
          </ac:grpSpMkLst>
        </pc:grpChg>
        <pc:grpChg chg="mod">
          <ac:chgData name="Luiz Alberto Ferreira Gomes" userId="bc531018-f902-4d26-b3af-7ca03fb059d6" providerId="ADAL" clId="{0CB52EF1-ED4F-4E4B-9EC1-200DE0F1571F}" dt="2024-01-24T13:11:21.495" v="196" actId="12788"/>
          <ac:grpSpMkLst>
            <pc:docMk/>
            <pc:sldMk cId="3935225767" sldId="315"/>
            <ac:grpSpMk id="1059" creationId="{3E33D07C-43FE-2403-4262-11DBB1366C4E}"/>
          </ac:grpSpMkLst>
        </pc:grpChg>
        <pc:picChg chg="add del">
          <ac:chgData name="Luiz Alberto Ferreira Gomes" userId="bc531018-f902-4d26-b3af-7ca03fb059d6" providerId="ADAL" clId="{0CB52EF1-ED4F-4E4B-9EC1-200DE0F1571F}" dt="2024-01-24T13:20:11.631" v="261" actId="21"/>
          <ac:picMkLst>
            <pc:docMk/>
            <pc:sldMk cId="3935225767" sldId="315"/>
            <ac:picMk id="8" creationId="{198599B6-3273-6132-F607-02AEDEFB938F}"/>
          </ac:picMkLst>
        </pc:picChg>
        <pc:picChg chg="mod">
          <ac:chgData name="Luiz Alberto Ferreira Gomes" userId="bc531018-f902-4d26-b3af-7ca03fb059d6" providerId="ADAL" clId="{0CB52EF1-ED4F-4E4B-9EC1-200DE0F1571F}" dt="2024-01-24T13:08:39.690" v="165" actId="1076"/>
          <ac:picMkLst>
            <pc:docMk/>
            <pc:sldMk cId="3935225767" sldId="315"/>
            <ac:picMk id="21" creationId="{2E5CE18A-912A-0123-4A75-F970B34B7AF3}"/>
          </ac:picMkLst>
        </pc:picChg>
        <pc:picChg chg="mod">
          <ac:chgData name="Luiz Alberto Ferreira Gomes" userId="bc531018-f902-4d26-b3af-7ca03fb059d6" providerId="ADAL" clId="{0CB52EF1-ED4F-4E4B-9EC1-200DE0F1571F}" dt="2024-01-24T13:10:14.477" v="186" actId="1076"/>
          <ac:picMkLst>
            <pc:docMk/>
            <pc:sldMk cId="3935225767" sldId="315"/>
            <ac:picMk id="23" creationId="{08241756-A05C-4D79-ECE6-AF54910E4C59}"/>
          </ac:picMkLst>
        </pc:picChg>
        <pc:picChg chg="mod">
          <ac:chgData name="Luiz Alberto Ferreira Gomes" userId="bc531018-f902-4d26-b3af-7ca03fb059d6" providerId="ADAL" clId="{0CB52EF1-ED4F-4E4B-9EC1-200DE0F1571F}" dt="2024-01-24T13:06:35.077" v="132" actId="1076"/>
          <ac:picMkLst>
            <pc:docMk/>
            <pc:sldMk cId="3935225767" sldId="315"/>
            <ac:picMk id="25" creationId="{90385DAC-AECC-9D52-6670-B1E1158B3ECC}"/>
          </ac:picMkLst>
        </pc:picChg>
        <pc:picChg chg="add del mod">
          <ac:chgData name="Luiz Alberto Ferreira Gomes" userId="bc531018-f902-4d26-b3af-7ca03fb059d6" providerId="ADAL" clId="{0CB52EF1-ED4F-4E4B-9EC1-200DE0F1571F}" dt="2024-01-24T13:20:11.631" v="261" actId="21"/>
          <ac:picMkLst>
            <pc:docMk/>
            <pc:sldMk cId="3935225767" sldId="315"/>
            <ac:picMk id="32" creationId="{EFA6EC55-ECF4-0024-E69A-25D91261DC6B}"/>
          </ac:picMkLst>
        </pc:picChg>
        <pc:picChg chg="mod ord">
          <ac:chgData name="Luiz Alberto Ferreira Gomes" userId="bc531018-f902-4d26-b3af-7ca03fb059d6" providerId="ADAL" clId="{0CB52EF1-ED4F-4E4B-9EC1-200DE0F1571F}" dt="2024-01-24T13:15:57.923" v="226" actId="208"/>
          <ac:picMkLst>
            <pc:docMk/>
            <pc:sldMk cId="3935225767" sldId="315"/>
            <ac:picMk id="36" creationId="{9A1E2DCE-EE8C-95DC-5D0B-3B1CD06AB391}"/>
          </ac:picMkLst>
        </pc:picChg>
        <pc:picChg chg="mod">
          <ac:chgData name="Luiz Alberto Ferreira Gomes" userId="bc531018-f902-4d26-b3af-7ca03fb059d6" providerId="ADAL" clId="{0CB52EF1-ED4F-4E4B-9EC1-200DE0F1571F}" dt="2024-01-24T13:15:57.923" v="226" actId="208"/>
          <ac:picMkLst>
            <pc:docMk/>
            <pc:sldMk cId="3935225767" sldId="315"/>
            <ac:picMk id="38" creationId="{8E30B295-DB18-21E9-5FA7-0BF63F47B986}"/>
          </ac:picMkLst>
        </pc:picChg>
        <pc:picChg chg="mod">
          <ac:chgData name="Luiz Alberto Ferreira Gomes" userId="bc531018-f902-4d26-b3af-7ca03fb059d6" providerId="ADAL" clId="{0CB52EF1-ED4F-4E4B-9EC1-200DE0F1571F}" dt="2024-01-24T13:15:57.923" v="226" actId="208"/>
          <ac:picMkLst>
            <pc:docMk/>
            <pc:sldMk cId="3935225767" sldId="315"/>
            <ac:picMk id="43" creationId="{6657DC24-B833-456E-2493-F88366123F8B}"/>
          </ac:picMkLst>
        </pc:picChg>
        <pc:picChg chg="mod">
          <ac:chgData name="Luiz Alberto Ferreira Gomes" userId="bc531018-f902-4d26-b3af-7ca03fb059d6" providerId="ADAL" clId="{0CB52EF1-ED4F-4E4B-9EC1-200DE0F1571F}" dt="2024-01-24T13:15:57.923" v="226" actId="208"/>
          <ac:picMkLst>
            <pc:docMk/>
            <pc:sldMk cId="3935225767" sldId="315"/>
            <ac:picMk id="46" creationId="{0203AEFC-608A-3657-B92A-CAE2E2747622}"/>
          </ac:picMkLst>
        </pc:picChg>
        <pc:picChg chg="add del mod">
          <ac:chgData name="Luiz Alberto Ferreira Gomes" userId="bc531018-f902-4d26-b3af-7ca03fb059d6" providerId="ADAL" clId="{0CB52EF1-ED4F-4E4B-9EC1-200DE0F1571F}" dt="2024-01-24T13:26:49.259" v="323" actId="478"/>
          <ac:picMkLst>
            <pc:docMk/>
            <pc:sldMk cId="3935225767" sldId="315"/>
            <ac:picMk id="1030" creationId="{8E8E9030-C7B1-4E4A-7C32-0660265D4E20}"/>
          </ac:picMkLst>
        </pc:picChg>
        <pc:cxnChg chg="add mod">
          <ac:chgData name="Luiz Alberto Ferreira Gomes" userId="bc531018-f902-4d26-b3af-7ca03fb059d6" providerId="ADAL" clId="{0CB52EF1-ED4F-4E4B-9EC1-200DE0F1571F}" dt="2024-01-24T13:16:26.895" v="243" actId="1036"/>
          <ac:cxnSpMkLst>
            <pc:docMk/>
            <pc:sldMk cId="3935225767" sldId="315"/>
            <ac:cxnSpMk id="14" creationId="{B7E2C620-CC69-A926-8659-7C8B27466EF6}"/>
          </ac:cxnSpMkLst>
        </pc:cxnChg>
        <pc:cxnChg chg="add mod">
          <ac:chgData name="Luiz Alberto Ferreira Gomes" userId="bc531018-f902-4d26-b3af-7ca03fb059d6" providerId="ADAL" clId="{0CB52EF1-ED4F-4E4B-9EC1-200DE0F1571F}" dt="2024-01-24T13:16:26.895" v="243" actId="1036"/>
          <ac:cxnSpMkLst>
            <pc:docMk/>
            <pc:sldMk cId="3935225767" sldId="315"/>
            <ac:cxnSpMk id="22" creationId="{D0F40DA6-3563-50A1-195C-B910F35FB994}"/>
          </ac:cxnSpMkLst>
        </pc:cxnChg>
        <pc:cxnChg chg="add mod">
          <ac:chgData name="Luiz Alberto Ferreira Gomes" userId="bc531018-f902-4d26-b3af-7ca03fb059d6" providerId="ADAL" clId="{0CB52EF1-ED4F-4E4B-9EC1-200DE0F1571F}" dt="2024-01-24T13:16:26.895" v="243" actId="1036"/>
          <ac:cxnSpMkLst>
            <pc:docMk/>
            <pc:sldMk cId="3935225767" sldId="315"/>
            <ac:cxnSpMk id="24" creationId="{01E8DFB9-52C6-2326-69D0-6717EFEC0AFE}"/>
          </ac:cxnSpMkLst>
        </pc:cxnChg>
        <pc:cxnChg chg="del mod">
          <ac:chgData name="Luiz Alberto Ferreira Gomes" userId="bc531018-f902-4d26-b3af-7ca03fb059d6" providerId="ADAL" clId="{0CB52EF1-ED4F-4E4B-9EC1-200DE0F1571F}" dt="2024-01-24T12:55:30.349" v="29" actId="478"/>
          <ac:cxnSpMkLst>
            <pc:docMk/>
            <pc:sldMk cId="3935225767" sldId="315"/>
            <ac:cxnSpMk id="52" creationId="{97A4D739-23FA-F9C5-B4A2-0426109AF750}"/>
          </ac:cxnSpMkLst>
        </pc:cxnChg>
        <pc:cxnChg chg="mod">
          <ac:chgData name="Luiz Alberto Ferreira Gomes" userId="bc531018-f902-4d26-b3af-7ca03fb059d6" providerId="ADAL" clId="{0CB52EF1-ED4F-4E4B-9EC1-200DE0F1571F}" dt="2024-01-24T13:18:47.348" v="255" actId="1076"/>
          <ac:cxnSpMkLst>
            <pc:docMk/>
            <pc:sldMk cId="3935225767" sldId="315"/>
            <ac:cxnSpMk id="53" creationId="{F1C87E7B-06FB-30EF-EF2A-6BF68911FA28}"/>
          </ac:cxnSpMkLst>
        </pc:cxnChg>
        <pc:cxnChg chg="add mod">
          <ac:chgData name="Luiz Alberto Ferreira Gomes" userId="bc531018-f902-4d26-b3af-7ca03fb059d6" providerId="ADAL" clId="{0CB52EF1-ED4F-4E4B-9EC1-200DE0F1571F}" dt="2024-01-24T13:18:52.420" v="256" actId="1076"/>
          <ac:cxnSpMkLst>
            <pc:docMk/>
            <pc:sldMk cId="3935225767" sldId="315"/>
            <ac:cxnSpMk id="55" creationId="{C4118B5A-0B1D-23EC-410F-C005CB17F5DF}"/>
          </ac:cxnSpMkLst>
        </pc:cxnChg>
        <pc:cxnChg chg="del mod">
          <ac:chgData name="Luiz Alberto Ferreira Gomes" userId="bc531018-f902-4d26-b3af-7ca03fb059d6" providerId="ADAL" clId="{0CB52EF1-ED4F-4E4B-9EC1-200DE0F1571F}" dt="2024-01-24T12:53:13.856" v="15" actId="478"/>
          <ac:cxnSpMkLst>
            <pc:docMk/>
            <pc:sldMk cId="3935225767" sldId="315"/>
            <ac:cxnSpMk id="57" creationId="{29D03437-5099-2AE1-D2FF-6F31C2F6BE1D}"/>
          </ac:cxnSpMkLst>
        </pc:cxnChg>
        <pc:cxnChg chg="del mod">
          <ac:chgData name="Luiz Alberto Ferreira Gomes" userId="bc531018-f902-4d26-b3af-7ca03fb059d6" providerId="ADAL" clId="{0CB52EF1-ED4F-4E4B-9EC1-200DE0F1571F}" dt="2024-01-24T13:17:45.948" v="246" actId="478"/>
          <ac:cxnSpMkLst>
            <pc:docMk/>
            <pc:sldMk cId="3935225767" sldId="315"/>
            <ac:cxnSpMk id="63" creationId="{B0AF8D72-94AB-B701-F0BE-A1F78F2C6E55}"/>
          </ac:cxnSpMkLst>
        </pc:cxnChg>
        <pc:cxnChg chg="mod">
          <ac:chgData name="Luiz Alberto Ferreira Gomes" userId="bc531018-f902-4d26-b3af-7ca03fb059d6" providerId="ADAL" clId="{0CB52EF1-ED4F-4E4B-9EC1-200DE0F1571F}" dt="2024-01-24T13:16:26.895" v="243" actId="1036"/>
          <ac:cxnSpMkLst>
            <pc:docMk/>
            <pc:sldMk cId="3935225767" sldId="315"/>
            <ac:cxnSpMk id="1027" creationId="{AD9BB252-60AD-7A71-E837-ED21F9E6113A}"/>
          </ac:cxnSpMkLst>
        </pc:cxnChg>
        <pc:cxnChg chg="del">
          <ac:chgData name="Luiz Alberto Ferreira Gomes" userId="bc531018-f902-4d26-b3af-7ca03fb059d6" providerId="ADAL" clId="{0CB52EF1-ED4F-4E4B-9EC1-200DE0F1571F}" dt="2024-01-24T12:55:57.300" v="33" actId="478"/>
          <ac:cxnSpMkLst>
            <pc:docMk/>
            <pc:sldMk cId="3935225767" sldId="315"/>
            <ac:cxnSpMk id="1043" creationId="{3D7F6849-7605-EB8A-3A2E-16268C52F94A}"/>
          </ac:cxnSpMkLst>
        </pc:cxnChg>
      </pc:sldChg>
      <pc:sldChg chg="addSp modSp new mod ord">
        <pc:chgData name="Luiz Alberto Ferreira Gomes" userId="bc531018-f902-4d26-b3af-7ca03fb059d6" providerId="ADAL" clId="{0CB52EF1-ED4F-4E4B-9EC1-200DE0F1571F}" dt="2024-01-24T13:20:27.412" v="266"/>
        <pc:sldMkLst>
          <pc:docMk/>
          <pc:sldMk cId="2978100021" sldId="316"/>
        </pc:sldMkLst>
        <pc:picChg chg="add mod">
          <ac:chgData name="Luiz Alberto Ferreira Gomes" userId="bc531018-f902-4d26-b3af-7ca03fb059d6" providerId="ADAL" clId="{0CB52EF1-ED4F-4E4B-9EC1-200DE0F1571F}" dt="2024-01-24T13:20:24.358" v="264" actId="1076"/>
          <ac:picMkLst>
            <pc:docMk/>
            <pc:sldMk cId="2978100021" sldId="316"/>
            <ac:picMk id="8" creationId="{198599B6-3273-6132-F607-02AEDEFB938F}"/>
          </ac:picMkLst>
        </pc:picChg>
        <pc:picChg chg="add mod">
          <ac:chgData name="Luiz Alberto Ferreira Gomes" userId="bc531018-f902-4d26-b3af-7ca03fb059d6" providerId="ADAL" clId="{0CB52EF1-ED4F-4E4B-9EC1-200DE0F1571F}" dt="2024-01-24T13:20:20.401" v="263" actId="1076"/>
          <ac:picMkLst>
            <pc:docMk/>
            <pc:sldMk cId="2978100021" sldId="316"/>
            <ac:picMk id="32" creationId="{EFA6EC55-ECF4-0024-E69A-25D91261DC6B}"/>
          </ac:picMkLst>
        </pc:picChg>
      </pc:sldChg>
      <pc:sldChg chg="del">
        <pc:chgData name="Luiz Alberto Ferreira Gomes" userId="bc531018-f902-4d26-b3af-7ca03fb059d6" providerId="ADAL" clId="{0CB52EF1-ED4F-4E4B-9EC1-200DE0F1571F}" dt="2024-01-24T13:19:47.405" v="259" actId="47"/>
        <pc:sldMkLst>
          <pc:docMk/>
          <pc:sldMk cId="50136656" sldId="317"/>
        </pc:sldMkLst>
      </pc:sldChg>
      <pc:sldChg chg="modSp add mod">
        <pc:chgData name="Luiz Alberto Ferreira Gomes" userId="bc531018-f902-4d26-b3af-7ca03fb059d6" providerId="ADAL" clId="{0CB52EF1-ED4F-4E4B-9EC1-200DE0F1571F}" dt="2024-01-24T13:34:24.908" v="515" actId="1035"/>
        <pc:sldMkLst>
          <pc:docMk/>
          <pc:sldMk cId="4217627916" sldId="317"/>
        </pc:sldMkLst>
        <pc:spChg chg="mod">
          <ac:chgData name="Luiz Alberto Ferreira Gomes" userId="bc531018-f902-4d26-b3af-7ca03fb059d6" providerId="ADAL" clId="{0CB52EF1-ED4F-4E4B-9EC1-200DE0F1571F}" dt="2024-01-24T13:34:24.908" v="515" actId="1035"/>
          <ac:spMkLst>
            <pc:docMk/>
            <pc:sldMk cId="4217627916" sldId="317"/>
            <ac:spMk id="1028" creationId="{9620445F-CF6E-4C1D-B40F-2CB6184896A5}"/>
          </ac:spMkLst>
        </pc:spChg>
      </pc:sldChg>
      <pc:sldChg chg="del">
        <pc:chgData name="Luiz Alberto Ferreira Gomes" userId="bc531018-f902-4d26-b3af-7ca03fb059d6" providerId="ADAL" clId="{0CB52EF1-ED4F-4E4B-9EC1-200DE0F1571F}" dt="2024-01-24T13:19:42.707" v="257" actId="47"/>
        <pc:sldMkLst>
          <pc:docMk/>
          <pc:sldMk cId="842934007" sldId="318"/>
        </pc:sldMkLst>
      </pc:sldChg>
      <pc:sldChg chg="addSp delSp modSp add mod">
        <pc:chgData name="Luiz Alberto Ferreira Gomes" userId="bc531018-f902-4d26-b3af-7ca03fb059d6" providerId="ADAL" clId="{0CB52EF1-ED4F-4E4B-9EC1-200DE0F1571F}" dt="2024-01-24T13:29:37.765" v="510" actId="1037"/>
        <pc:sldMkLst>
          <pc:docMk/>
          <pc:sldMk cId="2298143037" sldId="318"/>
        </pc:sldMkLst>
        <pc:spChg chg="add mod">
          <ac:chgData name="Luiz Alberto Ferreira Gomes" userId="bc531018-f902-4d26-b3af-7ca03fb059d6" providerId="ADAL" clId="{0CB52EF1-ED4F-4E4B-9EC1-200DE0F1571F}" dt="2024-01-24T13:29:37.765" v="510" actId="1037"/>
          <ac:spMkLst>
            <pc:docMk/>
            <pc:sldMk cId="2298143037" sldId="318"/>
            <ac:spMk id="2" creationId="{EF4378F5-0544-FAA2-09CC-2317FB9763D7}"/>
          </ac:spMkLst>
        </pc:spChg>
        <pc:spChg chg="del">
          <ac:chgData name="Luiz Alberto Ferreira Gomes" userId="bc531018-f902-4d26-b3af-7ca03fb059d6" providerId="ADAL" clId="{0CB52EF1-ED4F-4E4B-9EC1-200DE0F1571F}" dt="2024-01-24T13:29:21.103" v="445" actId="478"/>
          <ac:spMkLst>
            <pc:docMk/>
            <pc:sldMk cId="2298143037" sldId="318"/>
            <ac:spMk id="1028" creationId="{9620445F-CF6E-4C1D-B40F-2CB6184896A5}"/>
          </ac:spMkLst>
        </pc:spChg>
      </pc:sldChg>
      <pc:sldChg chg="del">
        <pc:chgData name="Luiz Alberto Ferreira Gomes" userId="bc531018-f902-4d26-b3af-7ca03fb059d6" providerId="ADAL" clId="{0CB52EF1-ED4F-4E4B-9EC1-200DE0F1571F}" dt="2024-01-24T13:19:45.438" v="258" actId="47"/>
        <pc:sldMkLst>
          <pc:docMk/>
          <pc:sldMk cId="816199379" sldId="319"/>
        </pc:sldMkLst>
      </pc:sldChg>
      <pc:sldChg chg="addSp delSp modSp add mod ord">
        <pc:chgData name="Luiz Alberto Ferreira Gomes" userId="bc531018-f902-4d26-b3af-7ca03fb059d6" providerId="ADAL" clId="{0CB52EF1-ED4F-4E4B-9EC1-200DE0F1571F}" dt="2024-01-24T13:29:01.919" v="443"/>
        <pc:sldMkLst>
          <pc:docMk/>
          <pc:sldMk cId="1222254890" sldId="319"/>
        </pc:sldMkLst>
        <pc:spChg chg="add mod">
          <ac:chgData name="Luiz Alberto Ferreira Gomes" userId="bc531018-f902-4d26-b3af-7ca03fb059d6" providerId="ADAL" clId="{0CB52EF1-ED4F-4E4B-9EC1-200DE0F1571F}" dt="2024-01-24T13:28:47.946" v="441" actId="1035"/>
          <ac:spMkLst>
            <pc:docMk/>
            <pc:sldMk cId="1222254890" sldId="319"/>
            <ac:spMk id="2" creationId="{91357BF3-71F4-F586-9402-89FE373EE916}"/>
          </ac:spMkLst>
        </pc:spChg>
        <pc:spChg chg="del">
          <ac:chgData name="Luiz Alberto Ferreira Gomes" userId="bc531018-f902-4d26-b3af-7ca03fb059d6" providerId="ADAL" clId="{0CB52EF1-ED4F-4E4B-9EC1-200DE0F1571F}" dt="2024-01-24T13:28:23.157" v="372" actId="478"/>
          <ac:spMkLst>
            <pc:docMk/>
            <pc:sldMk cId="1222254890" sldId="319"/>
            <ac:spMk id="1028" creationId="{9620445F-CF6E-4C1D-B40F-2CB6184896A5}"/>
          </ac:spMkLst>
        </pc:spChg>
        <pc:cxnChg chg="mod">
          <ac:chgData name="Luiz Alberto Ferreira Gomes" userId="bc531018-f902-4d26-b3af-7ca03fb059d6" providerId="ADAL" clId="{0CB52EF1-ED4F-4E4B-9EC1-200DE0F1571F}" dt="2024-01-24T13:28:44.736" v="440" actId="14100"/>
          <ac:cxnSpMkLst>
            <pc:docMk/>
            <pc:sldMk cId="1222254890" sldId="319"/>
            <ac:cxnSpMk id="14" creationId="{B7E2C620-CC69-A926-8659-7C8B27466EF6}"/>
          </ac:cxnSpMkLst>
        </pc:cxnChg>
      </pc:sldChg>
      <pc:sldChg chg="delSp modSp add mod">
        <pc:chgData name="Luiz Alberto Ferreira Gomes" userId="bc531018-f902-4d26-b3af-7ca03fb059d6" providerId="ADAL" clId="{0CB52EF1-ED4F-4E4B-9EC1-200DE0F1571F}" dt="2024-01-24T13:30:35.260" v="514" actId="478"/>
        <pc:sldMkLst>
          <pc:docMk/>
          <pc:sldMk cId="384891058" sldId="320"/>
        </pc:sldMkLst>
        <pc:spChg chg="mod">
          <ac:chgData name="Luiz Alberto Ferreira Gomes" userId="bc531018-f902-4d26-b3af-7ca03fb059d6" providerId="ADAL" clId="{0CB52EF1-ED4F-4E4B-9EC1-200DE0F1571F}" dt="2024-01-24T13:30:23.180" v="513" actId="693"/>
          <ac:spMkLst>
            <pc:docMk/>
            <pc:sldMk cId="384891058" sldId="320"/>
            <ac:spMk id="35" creationId="{14AF9E4D-2A3E-7624-CAD8-E6066CF68AD1}"/>
          </ac:spMkLst>
        </pc:spChg>
        <pc:spChg chg="del">
          <ac:chgData name="Luiz Alberto Ferreira Gomes" userId="bc531018-f902-4d26-b3af-7ca03fb059d6" providerId="ADAL" clId="{0CB52EF1-ED4F-4E4B-9EC1-200DE0F1571F}" dt="2024-01-24T13:30:35.260" v="514" actId="478"/>
          <ac:spMkLst>
            <pc:docMk/>
            <pc:sldMk cId="384891058" sldId="320"/>
            <ac:spMk id="1028" creationId="{9620445F-CF6E-4C1D-B40F-2CB6184896A5}"/>
          </ac:spMkLst>
        </pc:spChg>
      </pc:sldChg>
      <pc:sldChg chg="modSp add mod modNotesTx">
        <pc:chgData name="Luiz Alberto Ferreira Gomes" userId="bc531018-f902-4d26-b3af-7ca03fb059d6" providerId="ADAL" clId="{0CB52EF1-ED4F-4E4B-9EC1-200DE0F1571F}" dt="2024-01-24T13:43:40.398" v="527" actId="207"/>
        <pc:sldMkLst>
          <pc:docMk/>
          <pc:sldMk cId="3529404726" sldId="321"/>
        </pc:sldMkLst>
        <pc:spChg chg="mod">
          <ac:chgData name="Luiz Alberto Ferreira Gomes" userId="bc531018-f902-4d26-b3af-7ca03fb059d6" providerId="ADAL" clId="{0CB52EF1-ED4F-4E4B-9EC1-200DE0F1571F}" dt="2024-01-24T13:43:40.398" v="527" actId="207"/>
          <ac:spMkLst>
            <pc:docMk/>
            <pc:sldMk cId="3529404726" sldId="321"/>
            <ac:spMk id="5" creationId="{22FE315D-1520-25E4-50F6-9A138BB84B8E}"/>
          </ac:spMkLst>
        </pc:spChg>
      </pc:sldChg>
      <pc:sldChg chg="modSp add mod">
        <pc:chgData name="Luiz Alberto Ferreira Gomes" userId="bc531018-f902-4d26-b3af-7ca03fb059d6" providerId="ADAL" clId="{0CB52EF1-ED4F-4E4B-9EC1-200DE0F1571F}" dt="2024-01-24T13:53:36.210" v="664" actId="14100"/>
        <pc:sldMkLst>
          <pc:docMk/>
          <pc:sldMk cId="4181715504" sldId="322"/>
        </pc:sldMkLst>
        <pc:spChg chg="mod">
          <ac:chgData name="Luiz Alberto Ferreira Gomes" userId="bc531018-f902-4d26-b3af-7ca03fb059d6" providerId="ADAL" clId="{0CB52EF1-ED4F-4E4B-9EC1-200DE0F1571F}" dt="2024-01-24T13:45:52.936" v="547"/>
          <ac:spMkLst>
            <pc:docMk/>
            <pc:sldMk cId="4181715504" sldId="322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0CB52EF1-ED4F-4E4B-9EC1-200DE0F1571F}" dt="2024-01-24T13:44:16.075" v="529"/>
          <ac:spMkLst>
            <pc:docMk/>
            <pc:sldMk cId="4181715504" sldId="322"/>
            <ac:spMk id="6" creationId="{65CA5345-53A0-E01E-A893-1591EAAF530D}"/>
          </ac:spMkLst>
        </pc:spChg>
        <pc:spChg chg="mod">
          <ac:chgData name="Luiz Alberto Ferreira Gomes" userId="bc531018-f902-4d26-b3af-7ca03fb059d6" providerId="ADAL" clId="{0CB52EF1-ED4F-4E4B-9EC1-200DE0F1571F}" dt="2024-01-24T13:46:11.257" v="549"/>
          <ac:spMkLst>
            <pc:docMk/>
            <pc:sldMk cId="4181715504" sldId="322"/>
            <ac:spMk id="11" creationId="{3487E95C-90FB-6BFE-B272-E808C0B9D38A}"/>
          </ac:spMkLst>
        </pc:spChg>
        <pc:spChg chg="mod">
          <ac:chgData name="Luiz Alberto Ferreira Gomes" userId="bc531018-f902-4d26-b3af-7ca03fb059d6" providerId="ADAL" clId="{0CB52EF1-ED4F-4E4B-9EC1-200DE0F1571F}" dt="2024-01-24T13:46:56.508" v="563" actId="20577"/>
          <ac:spMkLst>
            <pc:docMk/>
            <pc:sldMk cId="4181715504" sldId="322"/>
            <ac:spMk id="13" creationId="{4EFE918B-3F71-4134-FCCB-D78B84873D70}"/>
          </ac:spMkLst>
        </pc:spChg>
        <pc:spChg chg="mod">
          <ac:chgData name="Luiz Alberto Ferreira Gomes" userId="bc531018-f902-4d26-b3af-7ca03fb059d6" providerId="ADAL" clId="{0CB52EF1-ED4F-4E4B-9EC1-200DE0F1571F}" dt="2024-01-24T13:49:56.243" v="607" actId="14"/>
          <ac:spMkLst>
            <pc:docMk/>
            <pc:sldMk cId="4181715504" sldId="322"/>
            <ac:spMk id="22" creationId="{DC7F5639-687A-9827-1A1F-CA59AD59DAE5}"/>
          </ac:spMkLst>
        </pc:spChg>
        <pc:spChg chg="mod">
          <ac:chgData name="Luiz Alberto Ferreira Gomes" userId="bc531018-f902-4d26-b3af-7ca03fb059d6" providerId="ADAL" clId="{0CB52EF1-ED4F-4E4B-9EC1-200DE0F1571F}" dt="2024-01-24T13:48:05.120" v="576"/>
          <ac:spMkLst>
            <pc:docMk/>
            <pc:sldMk cId="4181715504" sldId="322"/>
            <ac:spMk id="23" creationId="{FF7A9FA1-3EED-2D44-723F-D9A023EA675E}"/>
          </ac:spMkLst>
        </pc:spChg>
        <pc:spChg chg="mod">
          <ac:chgData name="Luiz Alberto Ferreira Gomes" userId="bc531018-f902-4d26-b3af-7ca03fb059d6" providerId="ADAL" clId="{0CB52EF1-ED4F-4E4B-9EC1-200DE0F1571F}" dt="2024-01-24T13:52:14.178" v="658" actId="20577"/>
          <ac:spMkLst>
            <pc:docMk/>
            <pc:sldMk cId="4181715504" sldId="322"/>
            <ac:spMk id="24" creationId="{390C67C7-EC7D-C96B-FFAC-19B9725FB21B}"/>
          </ac:spMkLst>
        </pc:spChg>
        <pc:grpChg chg="mod">
          <ac:chgData name="Luiz Alberto Ferreira Gomes" userId="bc531018-f902-4d26-b3af-7ca03fb059d6" providerId="ADAL" clId="{0CB52EF1-ED4F-4E4B-9EC1-200DE0F1571F}" dt="2024-01-24T13:47:16.994" v="570" actId="1037"/>
          <ac:grpSpMkLst>
            <pc:docMk/>
            <pc:sldMk cId="4181715504" sldId="322"/>
            <ac:grpSpMk id="57" creationId="{BCF65F64-40E6-0E50-5DC0-4F61DDCFB89A}"/>
          </ac:grpSpMkLst>
        </pc:grpChg>
        <pc:grpChg chg="mod">
          <ac:chgData name="Luiz Alberto Ferreira Gomes" userId="bc531018-f902-4d26-b3af-7ca03fb059d6" providerId="ADAL" clId="{0CB52EF1-ED4F-4E4B-9EC1-200DE0F1571F}" dt="2024-01-24T13:47:16.994" v="570" actId="1037"/>
          <ac:grpSpMkLst>
            <pc:docMk/>
            <pc:sldMk cId="4181715504" sldId="322"/>
            <ac:grpSpMk id="58" creationId="{CFD339F0-4048-BEDB-E050-94E94DB277A5}"/>
          </ac:grpSpMkLst>
        </pc:grpChg>
        <pc:grpChg chg="mod">
          <ac:chgData name="Luiz Alberto Ferreira Gomes" userId="bc531018-f902-4d26-b3af-7ca03fb059d6" providerId="ADAL" clId="{0CB52EF1-ED4F-4E4B-9EC1-200DE0F1571F}" dt="2024-01-24T13:47:16.994" v="570" actId="1037"/>
          <ac:grpSpMkLst>
            <pc:docMk/>
            <pc:sldMk cId="4181715504" sldId="322"/>
            <ac:grpSpMk id="59" creationId="{8BDF333C-F888-EE38-897C-0103BADB08FF}"/>
          </ac:grpSpMkLst>
        </pc:grpChg>
        <pc:grpChg chg="mod">
          <ac:chgData name="Luiz Alberto Ferreira Gomes" userId="bc531018-f902-4d26-b3af-7ca03fb059d6" providerId="ADAL" clId="{0CB52EF1-ED4F-4E4B-9EC1-200DE0F1571F}" dt="2024-01-24T13:48:05.120" v="576"/>
          <ac:grpSpMkLst>
            <pc:docMk/>
            <pc:sldMk cId="4181715504" sldId="322"/>
            <ac:grpSpMk id="60" creationId="{77643780-C7DF-7009-6F64-06F53B0FA2CD}"/>
          </ac:grpSpMkLst>
        </pc:grpChg>
        <pc:grpChg chg="mod">
          <ac:chgData name="Luiz Alberto Ferreira Gomes" userId="bc531018-f902-4d26-b3af-7ca03fb059d6" providerId="ADAL" clId="{0CB52EF1-ED4F-4E4B-9EC1-200DE0F1571F}" dt="2024-01-24T13:52:11.147" v="657" actId="14100"/>
          <ac:grpSpMkLst>
            <pc:docMk/>
            <pc:sldMk cId="4181715504" sldId="322"/>
            <ac:grpSpMk id="61" creationId="{532BBBB2-F180-0FAA-7246-70AE0A9F61B0}"/>
          </ac:grpSpMkLst>
        </pc:grpChg>
        <pc:cxnChg chg="mod">
          <ac:chgData name="Luiz Alberto Ferreira Gomes" userId="bc531018-f902-4d26-b3af-7ca03fb059d6" providerId="ADAL" clId="{0CB52EF1-ED4F-4E4B-9EC1-200DE0F1571F}" dt="2024-01-24T13:53:36.210" v="664" actId="14100"/>
          <ac:cxnSpMkLst>
            <pc:docMk/>
            <pc:sldMk cId="4181715504" sldId="322"/>
            <ac:cxnSpMk id="53" creationId="{D4F9249E-F27E-F072-4A9A-05931339D4A7}"/>
          </ac:cxnSpMkLst>
        </pc:cxnChg>
      </pc:sldChg>
      <pc:sldChg chg="addSp delSp modSp add mod">
        <pc:chgData name="Luiz Alberto Ferreira Gomes" userId="bc531018-f902-4d26-b3af-7ca03fb059d6" providerId="ADAL" clId="{0CB52EF1-ED4F-4E4B-9EC1-200DE0F1571F}" dt="2024-01-24T13:54:48.118" v="743" actId="1036"/>
        <pc:sldMkLst>
          <pc:docMk/>
          <pc:sldMk cId="1200847635" sldId="323"/>
        </pc:sldMkLst>
        <pc:cxnChg chg="add del mod">
          <ac:chgData name="Luiz Alberto Ferreira Gomes" userId="bc531018-f902-4d26-b3af-7ca03fb059d6" providerId="ADAL" clId="{0CB52EF1-ED4F-4E4B-9EC1-200DE0F1571F}" dt="2024-01-24T13:54:31.462" v="699" actId="478"/>
          <ac:cxnSpMkLst>
            <pc:docMk/>
            <pc:sldMk cId="1200847635" sldId="323"/>
            <ac:cxnSpMk id="4" creationId="{9FF17EAA-FBB0-6D36-1A1B-C14BAAB024A4}"/>
          </ac:cxnSpMkLst>
        </pc:cxnChg>
        <pc:cxnChg chg="add mod">
          <ac:chgData name="Luiz Alberto Ferreira Gomes" userId="bc531018-f902-4d26-b3af-7ca03fb059d6" providerId="ADAL" clId="{0CB52EF1-ED4F-4E4B-9EC1-200DE0F1571F}" dt="2024-01-24T13:54:48.118" v="743" actId="1036"/>
          <ac:cxnSpMkLst>
            <pc:docMk/>
            <pc:sldMk cId="1200847635" sldId="323"/>
            <ac:cxnSpMk id="8" creationId="{9582A060-3DA1-350C-7CF9-3571BF851DCA}"/>
          </ac:cxnSpMkLst>
        </pc:cxnChg>
        <pc:cxnChg chg="del">
          <ac:chgData name="Luiz Alberto Ferreira Gomes" userId="bc531018-f902-4d26-b3af-7ca03fb059d6" providerId="ADAL" clId="{0CB52EF1-ED4F-4E4B-9EC1-200DE0F1571F}" dt="2024-01-24T13:53:48.731" v="665" actId="478"/>
          <ac:cxnSpMkLst>
            <pc:docMk/>
            <pc:sldMk cId="1200847635" sldId="323"/>
            <ac:cxnSpMk id="53" creationId="{D4F9249E-F27E-F072-4A9A-05931339D4A7}"/>
          </ac:cxnSpMkLst>
        </pc:cxnChg>
      </pc:sldChg>
      <pc:sldChg chg="addSp delSp modSp add mod">
        <pc:chgData name="Luiz Alberto Ferreira Gomes" userId="bc531018-f902-4d26-b3af-7ca03fb059d6" providerId="ADAL" clId="{0CB52EF1-ED4F-4E4B-9EC1-200DE0F1571F}" dt="2024-01-24T13:55:15.703" v="780" actId="1036"/>
        <pc:sldMkLst>
          <pc:docMk/>
          <pc:sldMk cId="2562783106" sldId="324"/>
        </pc:sldMkLst>
        <pc:cxnChg chg="add mod">
          <ac:chgData name="Luiz Alberto Ferreira Gomes" userId="bc531018-f902-4d26-b3af-7ca03fb059d6" providerId="ADAL" clId="{0CB52EF1-ED4F-4E4B-9EC1-200DE0F1571F}" dt="2024-01-24T13:55:15.703" v="780" actId="1036"/>
          <ac:cxnSpMkLst>
            <pc:docMk/>
            <pc:sldMk cId="2562783106" sldId="324"/>
            <ac:cxnSpMk id="4" creationId="{2FF26F35-5B91-5780-1539-467CC408E5DA}"/>
          </ac:cxnSpMkLst>
        </pc:cxnChg>
        <pc:cxnChg chg="del">
          <ac:chgData name="Luiz Alberto Ferreira Gomes" userId="bc531018-f902-4d26-b3af-7ca03fb059d6" providerId="ADAL" clId="{0CB52EF1-ED4F-4E4B-9EC1-200DE0F1571F}" dt="2024-01-24T13:55:07.283" v="744" actId="478"/>
          <ac:cxnSpMkLst>
            <pc:docMk/>
            <pc:sldMk cId="2562783106" sldId="324"/>
            <ac:cxnSpMk id="53" creationId="{D4F9249E-F27E-F072-4A9A-05931339D4A7}"/>
          </ac:cxnSpMkLst>
        </pc:cxnChg>
      </pc:sldChg>
      <pc:sldChg chg="addSp delSp modSp add mod">
        <pc:chgData name="Luiz Alberto Ferreira Gomes" userId="bc531018-f902-4d26-b3af-7ca03fb059d6" providerId="ADAL" clId="{0CB52EF1-ED4F-4E4B-9EC1-200DE0F1571F}" dt="2024-01-24T13:56:06.234" v="851" actId="1036"/>
        <pc:sldMkLst>
          <pc:docMk/>
          <pc:sldMk cId="1430942467" sldId="325"/>
        </pc:sldMkLst>
        <pc:cxnChg chg="add mod">
          <ac:chgData name="Luiz Alberto Ferreira Gomes" userId="bc531018-f902-4d26-b3af-7ca03fb059d6" providerId="ADAL" clId="{0CB52EF1-ED4F-4E4B-9EC1-200DE0F1571F}" dt="2024-01-24T13:56:06.234" v="851" actId="1036"/>
          <ac:cxnSpMkLst>
            <pc:docMk/>
            <pc:sldMk cId="1430942467" sldId="325"/>
            <ac:cxnSpMk id="4" creationId="{2AA260B7-3B0C-7425-75FA-AFF873141392}"/>
          </ac:cxnSpMkLst>
        </pc:cxnChg>
        <pc:cxnChg chg="del">
          <ac:chgData name="Luiz Alberto Ferreira Gomes" userId="bc531018-f902-4d26-b3af-7ca03fb059d6" providerId="ADAL" clId="{0CB52EF1-ED4F-4E4B-9EC1-200DE0F1571F}" dt="2024-01-24T13:55:35.724" v="781" actId="478"/>
          <ac:cxnSpMkLst>
            <pc:docMk/>
            <pc:sldMk cId="1430942467" sldId="325"/>
            <ac:cxnSpMk id="53" creationId="{D4F9249E-F27E-F072-4A9A-05931339D4A7}"/>
          </ac:cxnSpMkLst>
        </pc:cxnChg>
      </pc:sldChg>
      <pc:sldChg chg="addSp delSp modSp add mod">
        <pc:chgData name="Luiz Alberto Ferreira Gomes" userId="bc531018-f902-4d26-b3af-7ca03fb059d6" providerId="ADAL" clId="{0CB52EF1-ED4F-4E4B-9EC1-200DE0F1571F}" dt="2024-01-24T13:56:46.996" v="927" actId="1036"/>
        <pc:sldMkLst>
          <pc:docMk/>
          <pc:sldMk cId="2363800774" sldId="326"/>
        </pc:sldMkLst>
        <pc:cxnChg chg="add mod">
          <ac:chgData name="Luiz Alberto Ferreira Gomes" userId="bc531018-f902-4d26-b3af-7ca03fb059d6" providerId="ADAL" clId="{0CB52EF1-ED4F-4E4B-9EC1-200DE0F1571F}" dt="2024-01-24T13:56:46.996" v="927" actId="1036"/>
          <ac:cxnSpMkLst>
            <pc:docMk/>
            <pc:sldMk cId="2363800774" sldId="326"/>
            <ac:cxnSpMk id="4" creationId="{BBEEF681-2623-1752-9811-E35FDD534CCE}"/>
          </ac:cxnSpMkLst>
        </pc:cxnChg>
        <pc:cxnChg chg="del">
          <ac:chgData name="Luiz Alberto Ferreira Gomes" userId="bc531018-f902-4d26-b3af-7ca03fb059d6" providerId="ADAL" clId="{0CB52EF1-ED4F-4E4B-9EC1-200DE0F1571F}" dt="2024-01-24T13:56:27.375" v="852" actId="478"/>
          <ac:cxnSpMkLst>
            <pc:docMk/>
            <pc:sldMk cId="2363800774" sldId="326"/>
            <ac:cxnSpMk id="53" creationId="{D4F9249E-F27E-F072-4A9A-05931339D4A7}"/>
          </ac:cxnSpMkLst>
        </pc:cxnChg>
      </pc:sldChg>
      <pc:sldMasterChg chg="add addSldLayout">
        <pc:chgData name="Luiz Alberto Ferreira Gomes" userId="bc531018-f902-4d26-b3af-7ca03fb059d6" providerId="ADAL" clId="{0CB52EF1-ED4F-4E4B-9EC1-200DE0F1571F}" dt="2024-01-24T13:37:25.281" v="516" actId="27028"/>
        <pc:sldMasterMkLst>
          <pc:docMk/>
          <pc:sldMasterMk cId="76504195" sldId="2147483782"/>
        </pc:sldMasterMkLst>
        <pc:sldLayoutChg chg="add">
          <pc:chgData name="Luiz Alberto Ferreira Gomes" userId="bc531018-f902-4d26-b3af-7ca03fb059d6" providerId="ADAL" clId="{0CB52EF1-ED4F-4E4B-9EC1-200DE0F1571F}" dt="2024-01-24T13:37:25.281" v="516" actId="27028"/>
          <pc:sldLayoutMkLst>
            <pc:docMk/>
            <pc:sldMasterMk cId="76504195" sldId="2147483782"/>
            <pc:sldLayoutMk cId="1972129072" sldId="2147483784"/>
          </pc:sldLayoutMkLst>
        </pc:sldLayoutChg>
      </pc:sldMasterChg>
    </pc:docChg>
  </pc:docChgLst>
  <pc:docChgLst>
    <pc:chgData name="Luiz Alberto Ferreira Gomes" userId="bc531018-f902-4d26-b3af-7ca03fb059d6" providerId="ADAL" clId="{EDDFA21C-3558-4C7A-909A-F573408CF113}"/>
    <pc:docChg chg="undo custSel addSld delSld modSld sldOrd addMainMaster delMainMaster">
      <pc:chgData name="Luiz Alberto Ferreira Gomes" userId="bc531018-f902-4d26-b3af-7ca03fb059d6" providerId="ADAL" clId="{EDDFA21C-3558-4C7A-909A-F573408CF113}" dt="2024-02-09T12:28:09.416" v="4993" actId="47"/>
      <pc:docMkLst>
        <pc:docMk/>
      </pc:docMkLst>
      <pc:sldChg chg="modSp mod modNotesTx">
        <pc:chgData name="Luiz Alberto Ferreira Gomes" userId="bc531018-f902-4d26-b3af-7ca03fb059d6" providerId="ADAL" clId="{EDDFA21C-3558-4C7A-909A-F573408CF113}" dt="2024-01-28T18:55:03.795" v="3519" actId="20577"/>
        <pc:sldMkLst>
          <pc:docMk/>
          <pc:sldMk cId="1241614345" sldId="279"/>
        </pc:sldMkLst>
        <pc:spChg chg="mod">
          <ac:chgData name="Luiz Alberto Ferreira Gomes" userId="bc531018-f902-4d26-b3af-7ca03fb059d6" providerId="ADAL" clId="{EDDFA21C-3558-4C7A-909A-F573408CF113}" dt="2024-01-25T10:46:48.509" v="21" actId="255"/>
          <ac:spMkLst>
            <pc:docMk/>
            <pc:sldMk cId="1241614345" sldId="279"/>
            <ac:spMk id="123" creationId="{00000000-0000-0000-0000-000000000000}"/>
          </ac:spMkLst>
        </pc:spChg>
      </pc:sldChg>
      <pc:sldChg chg="modSp mod ord modNotesTx">
        <pc:chgData name="Luiz Alberto Ferreira Gomes" userId="bc531018-f902-4d26-b3af-7ca03fb059d6" providerId="ADAL" clId="{EDDFA21C-3558-4C7A-909A-F573408CF113}" dt="2024-01-28T00:36:54.965" v="1816" actId="1076"/>
        <pc:sldMkLst>
          <pc:docMk/>
          <pc:sldMk cId="4083999698" sldId="313"/>
        </pc:sldMkLst>
        <pc:spChg chg="mod">
          <ac:chgData name="Luiz Alberto Ferreira Gomes" userId="bc531018-f902-4d26-b3af-7ca03fb059d6" providerId="ADAL" clId="{EDDFA21C-3558-4C7A-909A-F573408CF113}" dt="2024-01-25T10:47:05.282" v="28" actId="20577"/>
          <ac:spMkLst>
            <pc:docMk/>
            <pc:sldMk cId="4083999698" sldId="313"/>
            <ac:spMk id="3" creationId="{59CFEB2C-7A8F-7D9F-7EB8-E2138A8BBF38}"/>
          </ac:spMkLst>
        </pc:spChg>
        <pc:spChg chg="mod">
          <ac:chgData name="Luiz Alberto Ferreira Gomes" userId="bc531018-f902-4d26-b3af-7ca03fb059d6" providerId="ADAL" clId="{EDDFA21C-3558-4C7A-909A-F573408CF113}" dt="2024-01-28T00:36:54.965" v="1816" actId="1076"/>
          <ac:spMkLst>
            <pc:docMk/>
            <pc:sldMk cId="4083999698" sldId="313"/>
            <ac:spMk id="13" creationId="{F323318D-F68E-C036-EE20-27A9BAAF15D9}"/>
          </ac:spMkLst>
        </pc:spChg>
        <pc:grpChg chg="mod">
          <ac:chgData name="Luiz Alberto Ferreira Gomes" userId="bc531018-f902-4d26-b3af-7ca03fb059d6" providerId="ADAL" clId="{EDDFA21C-3558-4C7A-909A-F573408CF113}" dt="2024-01-25T10:47:11.192" v="29" actId="1076"/>
          <ac:grpSpMkLst>
            <pc:docMk/>
            <pc:sldMk cId="4083999698" sldId="313"/>
            <ac:grpSpMk id="6" creationId="{3C1BD4C6-BE4E-3180-1DE3-56962A5EC851}"/>
          </ac:grpSpMkLst>
        </pc:grpChg>
        <pc:picChg chg="mod">
          <ac:chgData name="Luiz Alberto Ferreira Gomes" userId="bc531018-f902-4d26-b3af-7ca03fb059d6" providerId="ADAL" clId="{EDDFA21C-3558-4C7A-909A-F573408CF113}" dt="2024-01-25T11:29:58.150" v="295" actId="14826"/>
          <ac:picMkLst>
            <pc:docMk/>
            <pc:sldMk cId="4083999698" sldId="313"/>
            <ac:picMk id="4" creationId="{DF446F32-A0F9-48A9-FD31-123B7BFE49E8}"/>
          </ac:picMkLst>
        </pc:picChg>
      </pc:sldChg>
      <pc:sldChg chg="del">
        <pc:chgData name="Luiz Alberto Ferreira Gomes" userId="bc531018-f902-4d26-b3af-7ca03fb059d6" providerId="ADAL" clId="{EDDFA21C-3558-4C7A-909A-F573408CF113}" dt="2024-01-28T02:56:09.037" v="2995" actId="47"/>
        <pc:sldMkLst>
          <pc:docMk/>
          <pc:sldMk cId="2978100021" sldId="316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3529404726" sldId="321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4181715504" sldId="322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1200847635" sldId="323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2562783106" sldId="324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1430942467" sldId="325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2363800774" sldId="326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1565755671" sldId="328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2697471032" sldId="329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3793408002" sldId="330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3580088863" sldId="331"/>
        </pc:sldMkLst>
      </pc:sldChg>
      <pc:sldChg chg="del">
        <pc:chgData name="Luiz Alberto Ferreira Gomes" userId="bc531018-f902-4d26-b3af-7ca03fb059d6" providerId="ADAL" clId="{EDDFA21C-3558-4C7A-909A-F573408CF113}" dt="2024-01-28T02:51:50.221" v="2978" actId="47"/>
        <pc:sldMkLst>
          <pc:docMk/>
          <pc:sldMk cId="485943467" sldId="332"/>
        </pc:sldMkLst>
      </pc:sldChg>
      <pc:sldChg chg="addSp delSp modSp mod ord modNotesTx">
        <pc:chgData name="Luiz Alberto Ferreira Gomes" userId="bc531018-f902-4d26-b3af-7ca03fb059d6" providerId="ADAL" clId="{EDDFA21C-3558-4C7A-909A-F573408CF113}" dt="2024-01-28T18:57:33.773" v="3592" actId="20577"/>
        <pc:sldMkLst>
          <pc:docMk/>
          <pc:sldMk cId="257746967" sldId="333"/>
        </pc:sldMkLst>
        <pc:spChg chg="mod">
          <ac:chgData name="Luiz Alberto Ferreira Gomes" userId="bc531018-f902-4d26-b3af-7ca03fb059d6" providerId="ADAL" clId="{EDDFA21C-3558-4C7A-909A-F573408CF113}" dt="2024-01-25T11:31:43.036" v="317" actId="1076"/>
          <ac:spMkLst>
            <pc:docMk/>
            <pc:sldMk cId="257746967" sldId="333"/>
            <ac:spMk id="3" creationId="{33C81D77-CE4C-7B11-046A-F669E8411733}"/>
          </ac:spMkLst>
        </pc:spChg>
        <pc:spChg chg="add mod">
          <ac:chgData name="Luiz Alberto Ferreira Gomes" userId="bc531018-f902-4d26-b3af-7ca03fb059d6" providerId="ADAL" clId="{EDDFA21C-3558-4C7A-909A-F573408CF113}" dt="2024-01-28T02:55:07.358" v="2991" actId="108"/>
          <ac:spMkLst>
            <pc:docMk/>
            <pc:sldMk cId="257746967" sldId="333"/>
            <ac:spMk id="4" creationId="{D8373BB2-56B0-FCA1-5F4E-737FD5CC5A08}"/>
          </ac:spMkLst>
        </pc:spChg>
        <pc:spChg chg="mod">
          <ac:chgData name="Luiz Alberto Ferreira Gomes" userId="bc531018-f902-4d26-b3af-7ca03fb059d6" providerId="ADAL" clId="{EDDFA21C-3558-4C7A-909A-F573408CF113}" dt="2024-01-25T11:31:43.036" v="317" actId="1076"/>
          <ac:spMkLst>
            <pc:docMk/>
            <pc:sldMk cId="257746967" sldId="333"/>
            <ac:spMk id="6" creationId="{65CA5345-53A0-E01E-A893-1591EAAF530D}"/>
          </ac:spMkLst>
        </pc:spChg>
        <pc:spChg chg="mod">
          <ac:chgData name="Luiz Alberto Ferreira Gomes" userId="bc531018-f902-4d26-b3af-7ca03fb059d6" providerId="ADAL" clId="{EDDFA21C-3558-4C7A-909A-F573408CF113}" dt="2024-01-25T11:31:12.534" v="300"/>
          <ac:spMkLst>
            <pc:docMk/>
            <pc:sldMk cId="257746967" sldId="333"/>
            <ac:spMk id="11" creationId="{A0C36BE6-74E4-0E39-1ACA-F5F291D7B0CC}"/>
          </ac:spMkLst>
        </pc:spChg>
        <pc:spChg chg="mod">
          <ac:chgData name="Luiz Alberto Ferreira Gomes" userId="bc531018-f902-4d26-b3af-7ca03fb059d6" providerId="ADAL" clId="{EDDFA21C-3558-4C7A-909A-F573408CF113}" dt="2024-01-25T11:31:12.534" v="300"/>
          <ac:spMkLst>
            <pc:docMk/>
            <pc:sldMk cId="257746967" sldId="333"/>
            <ac:spMk id="12" creationId="{B50F64A4-E5DC-F7BA-1028-4A73B4F0FC1E}"/>
          </ac:spMkLst>
        </pc:spChg>
        <pc:spChg chg="mod">
          <ac:chgData name="Luiz Alberto Ferreira Gomes" userId="bc531018-f902-4d26-b3af-7ca03fb059d6" providerId="ADAL" clId="{EDDFA21C-3558-4C7A-909A-F573408CF113}" dt="2024-01-25T11:31:12.534" v="300"/>
          <ac:spMkLst>
            <pc:docMk/>
            <pc:sldMk cId="257746967" sldId="333"/>
            <ac:spMk id="13" creationId="{35FE5604-3CD2-74ED-52CE-290524A31914}"/>
          </ac:spMkLst>
        </pc:spChg>
        <pc:spChg chg="mod">
          <ac:chgData name="Luiz Alberto Ferreira Gomes" userId="bc531018-f902-4d26-b3af-7ca03fb059d6" providerId="ADAL" clId="{EDDFA21C-3558-4C7A-909A-F573408CF113}" dt="2024-01-25T11:31:12.534" v="300"/>
          <ac:spMkLst>
            <pc:docMk/>
            <pc:sldMk cId="257746967" sldId="333"/>
            <ac:spMk id="14" creationId="{B35BF2E7-FC25-17A9-733E-1FE8E1CF734B}"/>
          </ac:spMkLst>
        </pc:spChg>
        <pc:spChg chg="mod">
          <ac:chgData name="Luiz Alberto Ferreira Gomes" userId="bc531018-f902-4d26-b3af-7ca03fb059d6" providerId="ADAL" clId="{EDDFA21C-3558-4C7A-909A-F573408CF113}" dt="2024-01-25T11:31:12.534" v="300"/>
          <ac:spMkLst>
            <pc:docMk/>
            <pc:sldMk cId="257746967" sldId="333"/>
            <ac:spMk id="16" creationId="{50D05647-4EA0-5AA5-6E15-622A83C56B90}"/>
          </ac:spMkLst>
        </pc:spChg>
        <pc:spChg chg="mod">
          <ac:chgData name="Luiz Alberto Ferreira Gomes" userId="bc531018-f902-4d26-b3af-7ca03fb059d6" providerId="ADAL" clId="{EDDFA21C-3558-4C7A-909A-F573408CF113}" dt="2024-01-25T11:31:43.036" v="317" actId="1076"/>
          <ac:spMkLst>
            <pc:docMk/>
            <pc:sldMk cId="257746967" sldId="333"/>
            <ac:spMk id="18" creationId="{FC5CD744-EECB-F49D-2A7C-FA6A55B8B764}"/>
          </ac:spMkLst>
        </pc:spChg>
        <pc:spChg chg="del mod">
          <ac:chgData name="Luiz Alberto Ferreira Gomes" userId="bc531018-f902-4d26-b3af-7ca03fb059d6" providerId="ADAL" clId="{EDDFA21C-3558-4C7A-909A-F573408CF113}" dt="2024-01-25T11:31:10.318" v="299" actId="478"/>
          <ac:spMkLst>
            <pc:docMk/>
            <pc:sldMk cId="257746967" sldId="333"/>
            <ac:spMk id="19" creationId="{42F27CD5-E1EC-CA31-D9FF-172964BED723}"/>
          </ac:spMkLst>
        </pc:spChg>
        <pc:spChg chg="mod">
          <ac:chgData name="Luiz Alberto Ferreira Gomes" userId="bc531018-f902-4d26-b3af-7ca03fb059d6" providerId="ADAL" clId="{EDDFA21C-3558-4C7A-909A-F573408CF113}" dt="2024-01-25T11:31:43.036" v="317" actId="1076"/>
          <ac:spMkLst>
            <pc:docMk/>
            <pc:sldMk cId="257746967" sldId="333"/>
            <ac:spMk id="20" creationId="{37F9C325-9DEC-257A-2FC7-3A5E3C9B6BEB}"/>
          </ac:spMkLst>
        </pc:spChg>
        <pc:spChg chg="mod">
          <ac:chgData name="Luiz Alberto Ferreira Gomes" userId="bc531018-f902-4d26-b3af-7ca03fb059d6" providerId="ADAL" clId="{EDDFA21C-3558-4C7A-909A-F573408CF113}" dt="2024-01-25T11:31:43.036" v="317" actId="1076"/>
          <ac:spMkLst>
            <pc:docMk/>
            <pc:sldMk cId="257746967" sldId="333"/>
            <ac:spMk id="21" creationId="{19CFBC72-15D8-A456-B6EB-5A121229E9FD}"/>
          </ac:spMkLst>
        </pc:spChg>
        <pc:spChg chg="mod">
          <ac:chgData name="Luiz Alberto Ferreira Gomes" userId="bc531018-f902-4d26-b3af-7ca03fb059d6" providerId="ADAL" clId="{EDDFA21C-3558-4C7A-909A-F573408CF113}" dt="2024-01-25T11:31:43.036" v="317" actId="1076"/>
          <ac:spMkLst>
            <pc:docMk/>
            <pc:sldMk cId="257746967" sldId="333"/>
            <ac:spMk id="26" creationId="{0BFC1B93-C464-1886-FB57-27EEE3852155}"/>
          </ac:spMkLst>
        </pc:spChg>
        <pc:spChg chg="del mod">
          <ac:chgData name="Luiz Alberto Ferreira Gomes" userId="bc531018-f902-4d26-b3af-7ca03fb059d6" providerId="ADAL" clId="{EDDFA21C-3558-4C7A-909A-F573408CF113}" dt="2024-01-25T11:28:53.771" v="288" actId="478"/>
          <ac:spMkLst>
            <pc:docMk/>
            <pc:sldMk cId="257746967" sldId="333"/>
            <ac:spMk id="27" creationId="{561E9D6F-FBE1-6008-A9D0-9F28766EDBC1}"/>
          </ac:spMkLst>
        </pc:spChg>
        <pc:spChg chg="del">
          <ac:chgData name="Luiz Alberto Ferreira Gomes" userId="bc531018-f902-4d26-b3af-7ca03fb059d6" providerId="ADAL" clId="{EDDFA21C-3558-4C7A-909A-F573408CF113}" dt="2024-01-25T11:27:31.517" v="268" actId="478"/>
          <ac:spMkLst>
            <pc:docMk/>
            <pc:sldMk cId="257746967" sldId="333"/>
            <ac:spMk id="28" creationId="{7B78B7AA-BF0F-3E40-7C33-B45E3752D5A0}"/>
          </ac:spMkLst>
        </pc:spChg>
        <pc:spChg chg="del">
          <ac:chgData name="Luiz Alberto Ferreira Gomes" userId="bc531018-f902-4d26-b3af-7ca03fb059d6" providerId="ADAL" clId="{EDDFA21C-3558-4C7A-909A-F573408CF113}" dt="2024-01-25T11:27:31.517" v="268" actId="478"/>
          <ac:spMkLst>
            <pc:docMk/>
            <pc:sldMk cId="257746967" sldId="333"/>
            <ac:spMk id="29" creationId="{8FBF876A-AE94-9A2B-157A-5F02F0C8BFD9}"/>
          </ac:spMkLst>
        </pc:spChg>
        <pc:spChg chg="del">
          <ac:chgData name="Luiz Alberto Ferreira Gomes" userId="bc531018-f902-4d26-b3af-7ca03fb059d6" providerId="ADAL" clId="{EDDFA21C-3558-4C7A-909A-F573408CF113}" dt="2024-01-25T11:27:31.517" v="268" actId="478"/>
          <ac:spMkLst>
            <pc:docMk/>
            <pc:sldMk cId="257746967" sldId="333"/>
            <ac:spMk id="30" creationId="{689BA81F-000D-F7BE-C0A4-A0D72B92CADB}"/>
          </ac:spMkLst>
        </pc:spChg>
        <pc:spChg chg="del">
          <ac:chgData name="Luiz Alberto Ferreira Gomes" userId="bc531018-f902-4d26-b3af-7ca03fb059d6" providerId="ADAL" clId="{EDDFA21C-3558-4C7A-909A-F573408CF113}" dt="2024-01-25T11:27:31.517" v="268" actId="478"/>
          <ac:spMkLst>
            <pc:docMk/>
            <pc:sldMk cId="257746967" sldId="333"/>
            <ac:spMk id="31" creationId="{20284983-D915-E411-FB89-C0596C5338CE}"/>
          </ac:spMkLst>
        </pc:spChg>
        <pc:spChg chg="del">
          <ac:chgData name="Luiz Alberto Ferreira Gomes" userId="bc531018-f902-4d26-b3af-7ca03fb059d6" providerId="ADAL" clId="{EDDFA21C-3558-4C7A-909A-F573408CF113}" dt="2024-01-25T11:27:31.517" v="268" actId="478"/>
          <ac:spMkLst>
            <pc:docMk/>
            <pc:sldMk cId="257746967" sldId="333"/>
            <ac:spMk id="32" creationId="{7992D6CA-2EFB-020F-9664-F887AE93281D}"/>
          </ac:spMkLst>
        </pc:spChg>
        <pc:spChg chg="del">
          <ac:chgData name="Luiz Alberto Ferreira Gomes" userId="bc531018-f902-4d26-b3af-7ca03fb059d6" providerId="ADAL" clId="{EDDFA21C-3558-4C7A-909A-F573408CF113}" dt="2024-01-25T11:27:31.517" v="268" actId="478"/>
          <ac:spMkLst>
            <pc:docMk/>
            <pc:sldMk cId="257746967" sldId="333"/>
            <ac:spMk id="33" creationId="{4D584B2F-9EBF-A66F-19BB-47002E7094B7}"/>
          </ac:spMkLst>
        </pc:spChg>
        <pc:grpChg chg="del">
          <ac:chgData name="Luiz Alberto Ferreira Gomes" userId="bc531018-f902-4d26-b3af-7ca03fb059d6" providerId="ADAL" clId="{EDDFA21C-3558-4C7A-909A-F573408CF113}" dt="2024-01-25T11:31:10.318" v="299" actId="478"/>
          <ac:grpSpMkLst>
            <pc:docMk/>
            <pc:sldMk cId="257746967" sldId="333"/>
            <ac:grpSpMk id="5" creationId="{6BBFF558-2E70-8E34-B012-1027AD7B6171}"/>
          </ac:grpSpMkLst>
        </pc:grpChg>
        <pc:grpChg chg="add mod">
          <ac:chgData name="Luiz Alberto Ferreira Gomes" userId="bc531018-f902-4d26-b3af-7ca03fb059d6" providerId="ADAL" clId="{EDDFA21C-3558-4C7A-909A-F573408CF113}" dt="2024-01-25T11:31:12.534" v="300"/>
          <ac:grpSpMkLst>
            <pc:docMk/>
            <pc:sldMk cId="257746967" sldId="333"/>
            <ac:grpSpMk id="10" creationId="{EBBF723E-0F07-1E18-7436-3DEF2E5681E2}"/>
          </ac:grpSpMkLst>
        </pc:grpChg>
        <pc:picChg chg="add mod">
          <ac:chgData name="Luiz Alberto Ferreira Gomes" userId="bc531018-f902-4d26-b3af-7ca03fb059d6" providerId="ADAL" clId="{EDDFA21C-3558-4C7A-909A-F573408CF113}" dt="2024-01-25T11:31:30.584" v="316" actId="1037"/>
          <ac:picMkLst>
            <pc:docMk/>
            <pc:sldMk cId="257746967" sldId="333"/>
            <ac:picMk id="8" creationId="{25A59E20-41A5-18D6-7B26-89AFF6BA1EC5}"/>
          </ac:picMkLst>
        </pc:picChg>
        <pc:picChg chg="del mod">
          <ac:chgData name="Luiz Alberto Ferreira Gomes" userId="bc531018-f902-4d26-b3af-7ca03fb059d6" providerId="ADAL" clId="{EDDFA21C-3558-4C7A-909A-F573408CF113}" dt="2024-01-25T11:31:10.318" v="299" actId="478"/>
          <ac:picMkLst>
            <pc:docMk/>
            <pc:sldMk cId="257746967" sldId="333"/>
            <ac:picMk id="56" creationId="{5728AAB0-E96C-F988-C6F2-FF159CFCC810}"/>
          </ac:picMkLst>
        </pc:picChg>
        <pc:cxnChg chg="mod">
          <ac:chgData name="Luiz Alberto Ferreira Gomes" userId="bc531018-f902-4d26-b3af-7ca03fb059d6" providerId="ADAL" clId="{EDDFA21C-3558-4C7A-909A-F573408CF113}" dt="2024-01-25T11:31:43.036" v="317" actId="1076"/>
          <ac:cxnSpMkLst>
            <pc:docMk/>
            <pc:sldMk cId="257746967" sldId="333"/>
            <ac:cxnSpMk id="39" creationId="{D4F9249E-F27E-F072-4A9A-05931339D4A7}"/>
          </ac:cxnSpMkLst>
        </pc:cxnChg>
      </pc:sldChg>
      <pc:sldChg chg="del">
        <pc:chgData name="Luiz Alberto Ferreira Gomes" userId="bc531018-f902-4d26-b3af-7ca03fb059d6" providerId="ADAL" clId="{EDDFA21C-3558-4C7A-909A-F573408CF113}" dt="2024-01-25T11:32:35.063" v="330" actId="47"/>
        <pc:sldMkLst>
          <pc:docMk/>
          <pc:sldMk cId="2399859480" sldId="334"/>
        </pc:sldMkLst>
      </pc:sldChg>
      <pc:sldChg chg="del">
        <pc:chgData name="Luiz Alberto Ferreira Gomes" userId="bc531018-f902-4d26-b3af-7ca03fb059d6" providerId="ADAL" clId="{EDDFA21C-3558-4C7A-909A-F573408CF113}" dt="2024-01-25T11:32:35.063" v="330" actId="47"/>
        <pc:sldMkLst>
          <pc:docMk/>
          <pc:sldMk cId="2284944023" sldId="335"/>
        </pc:sldMkLst>
      </pc:sldChg>
      <pc:sldChg chg="del">
        <pc:chgData name="Luiz Alberto Ferreira Gomes" userId="bc531018-f902-4d26-b3af-7ca03fb059d6" providerId="ADAL" clId="{EDDFA21C-3558-4C7A-909A-F573408CF113}" dt="2024-01-25T11:32:35.063" v="330" actId="47"/>
        <pc:sldMkLst>
          <pc:docMk/>
          <pc:sldMk cId="3718074381" sldId="336"/>
        </pc:sldMkLst>
      </pc:sldChg>
      <pc:sldChg chg="del">
        <pc:chgData name="Luiz Alberto Ferreira Gomes" userId="bc531018-f902-4d26-b3af-7ca03fb059d6" providerId="ADAL" clId="{EDDFA21C-3558-4C7A-909A-F573408CF113}" dt="2024-01-25T11:32:35.063" v="330" actId="47"/>
        <pc:sldMkLst>
          <pc:docMk/>
          <pc:sldMk cId="2463827569" sldId="337"/>
        </pc:sldMkLst>
      </pc:sldChg>
      <pc:sldChg chg="del">
        <pc:chgData name="Luiz Alberto Ferreira Gomes" userId="bc531018-f902-4d26-b3af-7ca03fb059d6" providerId="ADAL" clId="{EDDFA21C-3558-4C7A-909A-F573408CF113}" dt="2024-01-25T11:32:35.063" v="330" actId="47"/>
        <pc:sldMkLst>
          <pc:docMk/>
          <pc:sldMk cId="237658694" sldId="339"/>
        </pc:sldMkLst>
      </pc:sldChg>
      <pc:sldChg chg="modSp add del mod ord modNotesTx">
        <pc:chgData name="Luiz Alberto Ferreira Gomes" userId="bc531018-f902-4d26-b3af-7ca03fb059d6" providerId="ADAL" clId="{EDDFA21C-3558-4C7A-909A-F573408CF113}" dt="2024-02-08T14:05:44.923" v="4966" actId="20577"/>
        <pc:sldMkLst>
          <pc:docMk/>
          <pc:sldMk cId="2171084529" sldId="340"/>
        </pc:sldMkLst>
        <pc:spChg chg="mod">
          <ac:chgData name="Luiz Alberto Ferreira Gomes" userId="bc531018-f902-4d26-b3af-7ca03fb059d6" providerId="ADAL" clId="{EDDFA21C-3558-4C7A-909A-F573408CF113}" dt="2024-01-28T02:54:45.335" v="2990" actId="122"/>
          <ac:spMkLst>
            <pc:docMk/>
            <pc:sldMk cId="2171084529" sldId="340"/>
            <ac:spMk id="42" creationId="{DBFFBEE1-C439-F3FB-DE7F-D8E6A22833FD}"/>
          </ac:spMkLst>
        </pc:spChg>
        <pc:spChg chg="mod">
          <ac:chgData name="Luiz Alberto Ferreira Gomes" userId="bc531018-f902-4d26-b3af-7ca03fb059d6" providerId="ADAL" clId="{EDDFA21C-3558-4C7A-909A-F573408CF113}" dt="2024-01-25T11:04:38.097" v="45" actId="108"/>
          <ac:spMkLst>
            <pc:docMk/>
            <pc:sldMk cId="2171084529" sldId="340"/>
            <ac:spMk id="45" creationId="{1235B846-F5BB-BE97-B2EC-923AC092E041}"/>
          </ac:spMkLst>
        </pc:spChg>
        <pc:spChg chg="mod">
          <ac:chgData name="Luiz Alberto Ferreira Gomes" userId="bc531018-f902-4d26-b3af-7ca03fb059d6" providerId="ADAL" clId="{EDDFA21C-3558-4C7A-909A-F573408CF113}" dt="2024-01-25T11:04:30.939" v="44" actId="108"/>
          <ac:spMkLst>
            <pc:docMk/>
            <pc:sldMk cId="2171084529" sldId="340"/>
            <ac:spMk id="46" creationId="{88435368-2F5C-93E4-C200-80D96D1294D7}"/>
          </ac:spMkLst>
        </pc:spChg>
        <pc:picChg chg="mod modCrop">
          <ac:chgData name="Luiz Alberto Ferreira Gomes" userId="bc531018-f902-4d26-b3af-7ca03fb059d6" providerId="ADAL" clId="{EDDFA21C-3558-4C7A-909A-F573408CF113}" dt="2024-01-25T11:30:50.155" v="298" actId="732"/>
          <ac:picMkLst>
            <pc:docMk/>
            <pc:sldMk cId="2171084529" sldId="340"/>
            <ac:picMk id="68" creationId="{AF62A8E7-86FC-1EC7-8E47-D4098E5C42C7}"/>
          </ac:picMkLst>
        </pc:picChg>
      </pc:sldChg>
      <pc:sldChg chg="delSp modSp add del mod ord">
        <pc:chgData name="Luiz Alberto Ferreira Gomes" userId="bc531018-f902-4d26-b3af-7ca03fb059d6" providerId="ADAL" clId="{EDDFA21C-3558-4C7A-909A-F573408CF113}" dt="2024-01-25T11:21:31.685" v="193" actId="47"/>
        <pc:sldMkLst>
          <pc:docMk/>
          <pc:sldMk cId="2641585942" sldId="341"/>
        </pc:sldMkLst>
        <pc:spChg chg="mod">
          <ac:chgData name="Luiz Alberto Ferreira Gomes" userId="bc531018-f902-4d26-b3af-7ca03fb059d6" providerId="ADAL" clId="{EDDFA21C-3558-4C7A-909A-F573408CF113}" dt="2024-01-25T11:06:34.569" v="98" actId="20577"/>
          <ac:spMkLst>
            <pc:docMk/>
            <pc:sldMk cId="2641585942" sldId="341"/>
            <ac:spMk id="4" creationId="{736AAA16-0567-B0F4-0CE3-98BCB94EF8D4}"/>
          </ac:spMkLst>
        </pc:spChg>
        <pc:spChg chg="mod">
          <ac:chgData name="Luiz Alberto Ferreira Gomes" userId="bc531018-f902-4d26-b3af-7ca03fb059d6" providerId="ADAL" clId="{EDDFA21C-3558-4C7A-909A-F573408CF113}" dt="2024-01-25T11:07:45.530" v="105" actId="20577"/>
          <ac:spMkLst>
            <pc:docMk/>
            <pc:sldMk cId="2641585942" sldId="341"/>
            <ac:spMk id="7" creationId="{7731224B-34CE-96E3-3D42-DA3F42E5AD8F}"/>
          </ac:spMkLst>
        </pc:spChg>
        <pc:spChg chg="mod">
          <ac:chgData name="Luiz Alberto Ferreira Gomes" userId="bc531018-f902-4d26-b3af-7ca03fb059d6" providerId="ADAL" clId="{EDDFA21C-3558-4C7A-909A-F573408CF113}" dt="2024-01-25T11:08:13.972" v="106"/>
          <ac:spMkLst>
            <pc:docMk/>
            <pc:sldMk cId="2641585942" sldId="341"/>
            <ac:spMk id="15" creationId="{387C5DD1-D6D4-59D5-48E7-DB07BFF927BA}"/>
          </ac:spMkLst>
        </pc:spChg>
        <pc:spChg chg="mod">
          <ac:chgData name="Luiz Alberto Ferreira Gomes" userId="bc531018-f902-4d26-b3af-7ca03fb059d6" providerId="ADAL" clId="{EDDFA21C-3558-4C7A-909A-F573408CF113}" dt="2024-01-25T11:09:16.929" v="144" actId="20577"/>
          <ac:spMkLst>
            <pc:docMk/>
            <pc:sldMk cId="2641585942" sldId="341"/>
            <ac:spMk id="18" creationId="{9F9F9182-6EFE-6139-7CBC-237B500F1878}"/>
          </ac:spMkLst>
        </pc:spChg>
        <pc:spChg chg="del">
          <ac:chgData name="Luiz Alberto Ferreira Gomes" userId="bc531018-f902-4d26-b3af-7ca03fb059d6" providerId="ADAL" clId="{EDDFA21C-3558-4C7A-909A-F573408CF113}" dt="2024-01-25T11:09:46.931" v="146" actId="478"/>
          <ac:spMkLst>
            <pc:docMk/>
            <pc:sldMk cId="2641585942" sldId="341"/>
            <ac:spMk id="20" creationId="{EF1E3A5C-A1BE-A83A-FF5F-719246D572EA}"/>
          </ac:spMkLst>
        </pc:spChg>
        <pc:spChg chg="del">
          <ac:chgData name="Luiz Alberto Ferreira Gomes" userId="bc531018-f902-4d26-b3af-7ca03fb059d6" providerId="ADAL" clId="{EDDFA21C-3558-4C7A-909A-F573408CF113}" dt="2024-01-25T11:09:36.562" v="145" actId="478"/>
          <ac:spMkLst>
            <pc:docMk/>
            <pc:sldMk cId="2641585942" sldId="341"/>
            <ac:spMk id="35" creationId="{03F3AA50-5AAD-4E04-47B4-ABFC29C76799}"/>
          </ac:spMkLst>
        </pc:spChg>
        <pc:picChg chg="del">
          <ac:chgData name="Luiz Alberto Ferreira Gomes" userId="bc531018-f902-4d26-b3af-7ca03fb059d6" providerId="ADAL" clId="{EDDFA21C-3558-4C7A-909A-F573408CF113}" dt="2024-01-25T11:09:36.562" v="145" actId="478"/>
          <ac:picMkLst>
            <pc:docMk/>
            <pc:sldMk cId="2641585942" sldId="341"/>
            <ac:picMk id="1032" creationId="{1874E2E7-E2AF-F6F7-9347-2F8167B42A89}"/>
          </ac:picMkLst>
        </pc:picChg>
      </pc:sldChg>
      <pc:sldChg chg="addSp delSp modSp add mod ord modNotesTx">
        <pc:chgData name="Luiz Alberto Ferreira Gomes" userId="bc531018-f902-4d26-b3af-7ca03fb059d6" providerId="ADAL" clId="{EDDFA21C-3558-4C7A-909A-F573408CF113}" dt="2024-01-28T18:58:22.735" v="3688" actId="20577"/>
        <pc:sldMkLst>
          <pc:docMk/>
          <pc:sldMk cId="3172080733" sldId="342"/>
        </pc:sldMkLst>
        <pc:spChg chg="mod">
          <ac:chgData name="Luiz Alberto Ferreira Gomes" userId="bc531018-f902-4d26-b3af-7ca03fb059d6" providerId="ADAL" clId="{EDDFA21C-3558-4C7A-909A-F573408CF113}" dt="2024-01-25T11:12:55.315" v="181" actId="12788"/>
          <ac:spMkLst>
            <pc:docMk/>
            <pc:sldMk cId="3172080733" sldId="342"/>
            <ac:spMk id="5" creationId="{68EABD35-6540-B074-945F-8B4FA0E52F19}"/>
          </ac:spMkLst>
        </pc:spChg>
        <pc:spChg chg="mod">
          <ac:chgData name="Luiz Alberto Ferreira Gomes" userId="bc531018-f902-4d26-b3af-7ca03fb059d6" providerId="ADAL" clId="{EDDFA21C-3558-4C7A-909A-F573408CF113}" dt="2024-01-25T11:21:10.518" v="191" actId="164"/>
          <ac:spMkLst>
            <pc:docMk/>
            <pc:sldMk cId="3172080733" sldId="342"/>
            <ac:spMk id="6" creationId="{42A4B750-E405-CECE-BED7-1F03905CF43C}"/>
          </ac:spMkLst>
        </pc:spChg>
        <pc:spChg chg="mod">
          <ac:chgData name="Luiz Alberto Ferreira Gomes" userId="bc531018-f902-4d26-b3af-7ca03fb059d6" providerId="ADAL" clId="{EDDFA21C-3558-4C7A-909A-F573408CF113}" dt="2024-01-25T11:21:10.518" v="191" actId="164"/>
          <ac:spMkLst>
            <pc:docMk/>
            <pc:sldMk cId="3172080733" sldId="342"/>
            <ac:spMk id="8" creationId="{A37F7B1F-A5F2-073B-EE05-9A6C067B4F68}"/>
          </ac:spMkLst>
        </pc:spChg>
        <pc:spChg chg="del">
          <ac:chgData name="Luiz Alberto Ferreira Gomes" userId="bc531018-f902-4d26-b3af-7ca03fb059d6" providerId="ADAL" clId="{EDDFA21C-3558-4C7A-909A-F573408CF113}" dt="2024-01-25T11:21:02.556" v="190" actId="478"/>
          <ac:spMkLst>
            <pc:docMk/>
            <pc:sldMk cId="3172080733" sldId="342"/>
            <ac:spMk id="9" creationId="{7750CA0A-64EA-F1B2-BE62-036B6AAB207A}"/>
          </ac:spMkLst>
        </pc:spChg>
        <pc:spChg chg="del">
          <ac:chgData name="Luiz Alberto Ferreira Gomes" userId="bc531018-f902-4d26-b3af-7ca03fb059d6" providerId="ADAL" clId="{EDDFA21C-3558-4C7A-909A-F573408CF113}" dt="2024-01-25T11:21:02.556" v="190" actId="478"/>
          <ac:spMkLst>
            <pc:docMk/>
            <pc:sldMk cId="3172080733" sldId="342"/>
            <ac:spMk id="12" creationId="{82256678-90F8-787E-5272-6053D9FE19A6}"/>
          </ac:spMkLst>
        </pc:spChg>
        <pc:spChg chg="mod">
          <ac:chgData name="Luiz Alberto Ferreira Gomes" userId="bc531018-f902-4d26-b3af-7ca03fb059d6" providerId="ADAL" clId="{EDDFA21C-3558-4C7A-909A-F573408CF113}" dt="2024-01-25T11:21:10.518" v="191" actId="164"/>
          <ac:spMkLst>
            <pc:docMk/>
            <pc:sldMk cId="3172080733" sldId="342"/>
            <ac:spMk id="19" creationId="{43243311-CF6B-7896-E1DC-23A2EF4A7C8E}"/>
          </ac:spMkLst>
        </pc:spChg>
        <pc:spChg chg="mod">
          <ac:chgData name="Luiz Alberto Ferreira Gomes" userId="bc531018-f902-4d26-b3af-7ca03fb059d6" providerId="ADAL" clId="{EDDFA21C-3558-4C7A-909A-F573408CF113}" dt="2024-01-25T11:21:10.518" v="191" actId="164"/>
          <ac:spMkLst>
            <pc:docMk/>
            <pc:sldMk cId="3172080733" sldId="342"/>
            <ac:spMk id="26" creationId="{1F667DC8-17F2-8367-139D-99A010CE5CCD}"/>
          </ac:spMkLst>
        </pc:spChg>
        <pc:spChg chg="mod">
          <ac:chgData name="Luiz Alberto Ferreira Gomes" userId="bc531018-f902-4d26-b3af-7ca03fb059d6" providerId="ADAL" clId="{EDDFA21C-3558-4C7A-909A-F573408CF113}" dt="2024-01-25T11:21:10.518" v="191" actId="164"/>
          <ac:spMkLst>
            <pc:docMk/>
            <pc:sldMk cId="3172080733" sldId="342"/>
            <ac:spMk id="31" creationId="{E3720F74-F44E-E0C5-CC32-420FACDE3BB9}"/>
          </ac:spMkLst>
        </pc:spChg>
        <pc:spChg chg="mod">
          <ac:chgData name="Luiz Alberto Ferreira Gomes" userId="bc531018-f902-4d26-b3af-7ca03fb059d6" providerId="ADAL" clId="{EDDFA21C-3558-4C7A-909A-F573408CF113}" dt="2024-01-25T11:21:10.518" v="191" actId="164"/>
          <ac:spMkLst>
            <pc:docMk/>
            <pc:sldMk cId="3172080733" sldId="342"/>
            <ac:spMk id="40" creationId="{EA8F497B-BDF7-F0AE-ACD8-7907DEB99F6B}"/>
          </ac:spMkLst>
        </pc:spChg>
        <pc:spChg chg="mod">
          <ac:chgData name="Luiz Alberto Ferreira Gomes" userId="bc531018-f902-4d26-b3af-7ca03fb059d6" providerId="ADAL" clId="{EDDFA21C-3558-4C7A-909A-F573408CF113}" dt="2024-01-25T11:36:07.080" v="420" actId="207"/>
          <ac:spMkLst>
            <pc:docMk/>
            <pc:sldMk cId="3172080733" sldId="342"/>
            <ac:spMk id="45" creationId="{0367E0DB-1FE4-86C8-D38D-6A3428A7B1FE}"/>
          </ac:spMkLst>
        </pc:spChg>
        <pc:grpChg chg="add mod">
          <ac:chgData name="Luiz Alberto Ferreira Gomes" userId="bc531018-f902-4d26-b3af-7ca03fb059d6" providerId="ADAL" clId="{EDDFA21C-3558-4C7A-909A-F573408CF113}" dt="2024-01-25T11:21:16.580" v="192" actId="12788"/>
          <ac:grpSpMkLst>
            <pc:docMk/>
            <pc:sldMk cId="3172080733" sldId="342"/>
            <ac:grpSpMk id="4" creationId="{E46990EF-34AB-737A-4B46-7D871D03ACA0}"/>
          </ac:grpSpMkLst>
        </pc:grpChg>
        <pc:picChg chg="mod">
          <ac:chgData name="Luiz Alberto Ferreira Gomes" userId="bc531018-f902-4d26-b3af-7ca03fb059d6" providerId="ADAL" clId="{EDDFA21C-3558-4C7A-909A-F573408CF113}" dt="2024-01-25T11:21:10.518" v="191" actId="164"/>
          <ac:picMkLst>
            <pc:docMk/>
            <pc:sldMk cId="3172080733" sldId="342"/>
            <ac:picMk id="7" creationId="{946E9DAE-C83D-3782-FDEC-328D96A18D5D}"/>
          </ac:picMkLst>
        </pc:picChg>
        <pc:picChg chg="del">
          <ac:chgData name="Luiz Alberto Ferreira Gomes" userId="bc531018-f902-4d26-b3af-7ca03fb059d6" providerId="ADAL" clId="{EDDFA21C-3558-4C7A-909A-F573408CF113}" dt="2024-01-25T11:21:02.556" v="190" actId="478"/>
          <ac:picMkLst>
            <pc:docMk/>
            <pc:sldMk cId="3172080733" sldId="342"/>
            <ac:picMk id="10" creationId="{51E0C942-7E92-DAB7-469D-BB2DAA04FA4D}"/>
          </ac:picMkLst>
        </pc:picChg>
        <pc:picChg chg="mod">
          <ac:chgData name="Luiz Alberto Ferreira Gomes" userId="bc531018-f902-4d26-b3af-7ca03fb059d6" providerId="ADAL" clId="{EDDFA21C-3558-4C7A-909A-F573408CF113}" dt="2024-01-25T11:21:10.518" v="191" actId="164"/>
          <ac:picMkLst>
            <pc:docMk/>
            <pc:sldMk cId="3172080733" sldId="342"/>
            <ac:picMk id="21" creationId="{95BA4ABE-9EC2-EC1F-A1E8-DC7A6238B509}"/>
          </ac:picMkLst>
        </pc:picChg>
        <pc:picChg chg="mod">
          <ac:chgData name="Luiz Alberto Ferreira Gomes" userId="bc531018-f902-4d26-b3af-7ca03fb059d6" providerId="ADAL" clId="{EDDFA21C-3558-4C7A-909A-F573408CF113}" dt="2024-01-25T11:21:10.518" v="191" actId="164"/>
          <ac:picMkLst>
            <pc:docMk/>
            <pc:sldMk cId="3172080733" sldId="342"/>
            <ac:picMk id="33" creationId="{AF5E3090-49CA-C345-1725-CF4BC73F9AE2}"/>
          </ac:picMkLst>
        </pc:picChg>
        <pc:cxnChg chg="add mod">
          <ac:chgData name="Luiz Alberto Ferreira Gomes" userId="bc531018-f902-4d26-b3af-7ca03fb059d6" providerId="ADAL" clId="{EDDFA21C-3558-4C7A-909A-F573408CF113}" dt="2024-01-28T02:54:00.897" v="2985" actId="1036"/>
          <ac:cxnSpMkLst>
            <pc:docMk/>
            <pc:sldMk cId="3172080733" sldId="342"/>
            <ac:cxnSpMk id="9" creationId="{DB2A88A8-8B40-D107-BB18-D6A6E7D803F7}"/>
          </ac:cxnSpMkLst>
        </pc:cxnChg>
      </pc:sldChg>
      <pc:sldChg chg="modSp add mod ord modNotesTx">
        <pc:chgData name="Luiz Alberto Ferreira Gomes" userId="bc531018-f902-4d26-b3af-7ca03fb059d6" providerId="ADAL" clId="{EDDFA21C-3558-4C7A-909A-F573408CF113}" dt="2024-01-28T19:12:03.679" v="3986" actId="20577"/>
        <pc:sldMkLst>
          <pc:docMk/>
          <pc:sldMk cId="3431677351" sldId="343"/>
        </pc:sldMkLst>
        <pc:spChg chg="mod">
          <ac:chgData name="Luiz Alberto Ferreira Gomes" userId="bc531018-f902-4d26-b3af-7ca03fb059d6" providerId="ADAL" clId="{EDDFA21C-3558-4C7A-909A-F573408CF113}" dt="2024-01-28T02:55:36.546" v="2994" actId="122"/>
          <ac:spMkLst>
            <pc:docMk/>
            <pc:sldMk cId="3431677351" sldId="343"/>
            <ac:spMk id="4" creationId="{D8373BB2-56B0-FCA1-5F4E-737FD5CC5A08}"/>
          </ac:spMkLst>
        </pc:spChg>
        <pc:cxnChg chg="mod">
          <ac:chgData name="Luiz Alberto Ferreira Gomes" userId="bc531018-f902-4d26-b3af-7ca03fb059d6" providerId="ADAL" clId="{EDDFA21C-3558-4C7A-909A-F573408CF113}" dt="2024-01-25T11:34:56.886" v="379" actId="1036"/>
          <ac:cxnSpMkLst>
            <pc:docMk/>
            <pc:sldMk cId="3431677351" sldId="343"/>
            <ac:cxnSpMk id="39" creationId="{D4F9249E-F27E-F072-4A9A-05931339D4A7}"/>
          </ac:cxnSpMkLst>
        </pc:cxnChg>
      </pc:sldChg>
      <pc:sldChg chg="modSp add mod modNotesTx">
        <pc:chgData name="Luiz Alberto Ferreira Gomes" userId="bc531018-f902-4d26-b3af-7ca03fb059d6" providerId="ADAL" clId="{EDDFA21C-3558-4C7A-909A-F573408CF113}" dt="2024-01-28T23:52:49.714" v="4852" actId="122"/>
        <pc:sldMkLst>
          <pc:docMk/>
          <pc:sldMk cId="843255711" sldId="344"/>
        </pc:sldMkLst>
        <pc:spChg chg="mod">
          <ac:chgData name="Luiz Alberto Ferreira Gomes" userId="bc531018-f902-4d26-b3af-7ca03fb059d6" providerId="ADAL" clId="{EDDFA21C-3558-4C7A-909A-F573408CF113}" dt="2024-01-28T23:52:49.714" v="4852" actId="122"/>
          <ac:spMkLst>
            <pc:docMk/>
            <pc:sldMk cId="843255711" sldId="344"/>
            <ac:spMk id="4" creationId="{D8373BB2-56B0-FCA1-5F4E-737FD5CC5A08}"/>
          </ac:spMkLst>
        </pc:spChg>
        <pc:cxnChg chg="mod">
          <ac:chgData name="Luiz Alberto Ferreira Gomes" userId="bc531018-f902-4d26-b3af-7ca03fb059d6" providerId="ADAL" clId="{EDDFA21C-3558-4C7A-909A-F573408CF113}" dt="2024-01-25T11:35:22.619" v="416" actId="1036"/>
          <ac:cxnSpMkLst>
            <pc:docMk/>
            <pc:sldMk cId="843255711" sldId="344"/>
            <ac:cxnSpMk id="39" creationId="{D4F9249E-F27E-F072-4A9A-05931339D4A7}"/>
          </ac:cxnSpMkLst>
        </pc:cxnChg>
      </pc:sldChg>
      <pc:sldChg chg="modSp add del mod modNotesTx">
        <pc:chgData name="Luiz Alberto Ferreira Gomes" userId="bc531018-f902-4d26-b3af-7ca03fb059d6" providerId="ADAL" clId="{EDDFA21C-3558-4C7A-909A-F573408CF113}" dt="2024-01-28T01:17:12.920" v="2350" actId="47"/>
        <pc:sldMkLst>
          <pc:docMk/>
          <pc:sldMk cId="2943977954" sldId="345"/>
        </pc:sldMkLst>
        <pc:spChg chg="mod">
          <ac:chgData name="Luiz Alberto Ferreira Gomes" userId="bc531018-f902-4d26-b3af-7ca03fb059d6" providerId="ADAL" clId="{EDDFA21C-3558-4C7A-909A-F573408CF113}" dt="2024-01-25T11:45:09.045" v="536" actId="121"/>
          <ac:spMkLst>
            <pc:docMk/>
            <pc:sldMk cId="2943977954" sldId="345"/>
            <ac:spMk id="5" creationId="{22FE315D-1520-25E4-50F6-9A138BB84B8E}"/>
          </ac:spMkLst>
        </pc:spChg>
      </pc:sldChg>
      <pc:sldChg chg="addSp delSp modSp add del mod or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351209097" sldId="346"/>
        </pc:sldMkLst>
        <pc:spChg chg="mod topLvl">
          <ac:chgData name="Luiz Alberto Ferreira Gomes" userId="bc531018-f902-4d26-b3af-7ca03fb059d6" providerId="ADAL" clId="{EDDFA21C-3558-4C7A-909A-F573408CF113}" dt="2024-01-28T01:52:08.528" v="2465" actId="12789"/>
          <ac:spMkLst>
            <pc:docMk/>
            <pc:sldMk cId="351209097" sldId="346"/>
            <ac:spMk id="3" creationId="{33C81D77-CE4C-7B11-046A-F669E8411733}"/>
          </ac:spMkLst>
        </pc:spChg>
        <pc:spChg chg="del topLvl">
          <ac:chgData name="Luiz Alberto Ferreira Gomes" userId="bc531018-f902-4d26-b3af-7ca03fb059d6" providerId="ADAL" clId="{EDDFA21C-3558-4C7A-909A-F573408CF113}" dt="2024-01-28T01:19:06.348" v="2353" actId="478"/>
          <ac:spMkLst>
            <pc:docMk/>
            <pc:sldMk cId="351209097" sldId="346"/>
            <ac:spMk id="6" creationId="{65CA5345-53A0-E01E-A893-1591EAAF530D}"/>
          </ac:spMkLst>
        </pc:spChg>
        <pc:spChg chg="mod topLvl">
          <ac:chgData name="Luiz Alberto Ferreira Gomes" userId="bc531018-f902-4d26-b3af-7ca03fb059d6" providerId="ADAL" clId="{EDDFA21C-3558-4C7A-909A-F573408CF113}" dt="2024-01-28T01:51:11.505" v="2462" actId="165"/>
          <ac:spMkLst>
            <pc:docMk/>
            <pc:sldMk cId="351209097" sldId="346"/>
            <ac:spMk id="8" creationId="{FE4C8FB3-CFA7-8C3D-CA3B-68A041D3D4F5}"/>
          </ac:spMkLst>
        </pc:spChg>
        <pc:spChg chg="mod topLvl">
          <ac:chgData name="Luiz Alberto Ferreira Gomes" userId="bc531018-f902-4d26-b3af-7ca03fb059d6" providerId="ADAL" clId="{EDDFA21C-3558-4C7A-909A-F573408CF113}" dt="2024-01-28T01:52:30.087" v="2468" actId="1076"/>
          <ac:spMkLst>
            <pc:docMk/>
            <pc:sldMk cId="351209097" sldId="346"/>
            <ac:spMk id="10" creationId="{DB91D703-D859-A1EB-05FD-0811EC760C75}"/>
          </ac:spMkLst>
        </pc:spChg>
        <pc:spChg chg="mod topLvl">
          <ac:chgData name="Luiz Alberto Ferreira Gomes" userId="bc531018-f902-4d26-b3af-7ca03fb059d6" providerId="ADAL" clId="{EDDFA21C-3558-4C7A-909A-F573408CF113}" dt="2024-01-28T01:52:12.257" v="2466" actId="12789"/>
          <ac:spMkLst>
            <pc:docMk/>
            <pc:sldMk cId="351209097" sldId="346"/>
            <ac:spMk id="11" creationId="{3487E95C-90FB-6BFE-B272-E808C0B9D38A}"/>
          </ac:spMkLst>
        </pc:spChg>
        <pc:spChg chg="mod topLvl">
          <ac:chgData name="Luiz Alberto Ferreira Gomes" userId="bc531018-f902-4d26-b3af-7ca03fb059d6" providerId="ADAL" clId="{EDDFA21C-3558-4C7A-909A-F573408CF113}" dt="2024-01-28T01:52:30.087" v="2468" actId="1076"/>
          <ac:spMkLst>
            <pc:docMk/>
            <pc:sldMk cId="351209097" sldId="346"/>
            <ac:spMk id="12" creationId="{31109CF1-384B-60E0-8B83-439EEDBBA8AA}"/>
          </ac:spMkLst>
        </pc:spChg>
        <pc:spChg chg="mod topLvl">
          <ac:chgData name="Luiz Alberto Ferreira Gomes" userId="bc531018-f902-4d26-b3af-7ca03fb059d6" providerId="ADAL" clId="{EDDFA21C-3558-4C7A-909A-F573408CF113}" dt="2024-01-28T01:52:16.370" v="2467" actId="12789"/>
          <ac:spMkLst>
            <pc:docMk/>
            <pc:sldMk cId="351209097" sldId="346"/>
            <ac:spMk id="13" creationId="{4EFE918B-3F71-4134-FCCB-D78B84873D70}"/>
          </ac:spMkLst>
        </pc:spChg>
        <pc:spChg chg="mod topLvl">
          <ac:chgData name="Luiz Alberto Ferreira Gomes" userId="bc531018-f902-4d26-b3af-7ca03fb059d6" providerId="ADAL" clId="{EDDFA21C-3558-4C7A-909A-F573408CF113}" dt="2024-01-28T01:52:30.087" v="2468" actId="1076"/>
          <ac:spMkLst>
            <pc:docMk/>
            <pc:sldMk cId="351209097" sldId="346"/>
            <ac:spMk id="14" creationId="{6FB60BD7-0D90-4AA4-6F62-DB2855F524D7}"/>
          </ac:spMkLst>
        </pc:spChg>
        <pc:spChg chg="mod">
          <ac:chgData name="Luiz Alberto Ferreira Gomes" userId="bc531018-f902-4d26-b3af-7ca03fb059d6" providerId="ADAL" clId="{EDDFA21C-3558-4C7A-909A-F573408CF113}" dt="2024-01-25T11:44:40.132" v="532" actId="12789"/>
          <ac:spMkLst>
            <pc:docMk/>
            <pc:sldMk cId="351209097" sldId="346"/>
            <ac:spMk id="19" creationId="{42F27CD5-E1EC-CA31-D9FF-172964BED723}"/>
          </ac:spMkLst>
        </pc:spChg>
        <pc:spChg chg="mod topLvl">
          <ac:chgData name="Luiz Alberto Ferreira Gomes" userId="bc531018-f902-4d26-b3af-7ca03fb059d6" providerId="ADAL" clId="{EDDFA21C-3558-4C7A-909A-F573408CF113}" dt="2024-01-28T01:51:11.505" v="2462" actId="165"/>
          <ac:spMkLst>
            <pc:docMk/>
            <pc:sldMk cId="351209097" sldId="346"/>
            <ac:spMk id="22" creationId="{DC7F5639-687A-9827-1A1F-CA59AD59DAE5}"/>
          </ac:spMkLst>
        </pc:spChg>
        <pc:spChg chg="mod topLvl">
          <ac:chgData name="Luiz Alberto Ferreira Gomes" userId="bc531018-f902-4d26-b3af-7ca03fb059d6" providerId="ADAL" clId="{EDDFA21C-3558-4C7A-909A-F573408CF113}" dt="2024-01-28T01:52:30.087" v="2468" actId="1076"/>
          <ac:spMkLst>
            <pc:docMk/>
            <pc:sldMk cId="351209097" sldId="346"/>
            <ac:spMk id="23" creationId="{FF7A9FA1-3EED-2D44-723F-D9A023EA675E}"/>
          </ac:spMkLst>
        </pc:spChg>
        <pc:spChg chg="mod">
          <ac:chgData name="Luiz Alberto Ferreira Gomes" userId="bc531018-f902-4d26-b3af-7ca03fb059d6" providerId="ADAL" clId="{EDDFA21C-3558-4C7A-909A-F573408CF113}" dt="2024-01-28T01:42:27.256" v="2416" actId="20577"/>
          <ac:spMkLst>
            <pc:docMk/>
            <pc:sldMk cId="351209097" sldId="346"/>
            <ac:spMk id="24" creationId="{390C67C7-EC7D-C96B-FFAC-19B9725FB21B}"/>
          </ac:spMkLst>
        </pc:spChg>
        <pc:spChg chg="mod">
          <ac:chgData name="Luiz Alberto Ferreira Gomes" userId="bc531018-f902-4d26-b3af-7ca03fb059d6" providerId="ADAL" clId="{EDDFA21C-3558-4C7A-909A-F573408CF113}" dt="2024-01-28T01:19:29.125" v="2360" actId="20577"/>
          <ac:spMkLst>
            <pc:docMk/>
            <pc:sldMk cId="351209097" sldId="346"/>
            <ac:spMk id="25" creationId="{A6783CE0-91E0-7B34-600A-46CF73FC6F26}"/>
          </ac:spMkLst>
        </pc:spChg>
        <pc:spChg chg="mod">
          <ac:chgData name="Luiz Alberto Ferreira Gomes" userId="bc531018-f902-4d26-b3af-7ca03fb059d6" providerId="ADAL" clId="{EDDFA21C-3558-4C7A-909A-F573408CF113}" dt="2024-01-25T11:44:40.132" v="532" actId="12789"/>
          <ac:spMkLst>
            <pc:docMk/>
            <pc:sldMk cId="351209097" sldId="346"/>
            <ac:spMk id="27" creationId="{561E9D6F-FBE1-6008-A9D0-9F28766EDBC1}"/>
          </ac:spMkLst>
        </pc:spChg>
        <pc:grpChg chg="add del mod">
          <ac:chgData name="Luiz Alberto Ferreira Gomes" userId="bc531018-f902-4d26-b3af-7ca03fb059d6" providerId="ADAL" clId="{EDDFA21C-3558-4C7A-909A-F573408CF113}" dt="2024-01-28T01:51:11.505" v="2462" actId="165"/>
          <ac:grpSpMkLst>
            <pc:docMk/>
            <pc:sldMk cId="351209097" sldId="346"/>
            <ac:grpSpMk id="4" creationId="{09EA8691-0809-403F-2927-2590FB85BA02}"/>
          </ac:grpSpMkLst>
        </pc:grpChg>
        <pc:grpChg chg="add del mod">
          <ac:chgData name="Luiz Alberto Ferreira Gomes" userId="bc531018-f902-4d26-b3af-7ca03fb059d6" providerId="ADAL" clId="{EDDFA21C-3558-4C7A-909A-F573408CF113}" dt="2024-01-28T01:51:11.505" v="2462" actId="165"/>
          <ac:grpSpMkLst>
            <pc:docMk/>
            <pc:sldMk cId="351209097" sldId="346"/>
            <ac:grpSpMk id="18" creationId="{BDD31A06-CFD5-BE4B-493D-DA1773553459}"/>
          </ac:grpSpMkLst>
        </pc:grpChg>
        <pc:grpChg chg="del mod">
          <ac:chgData name="Luiz Alberto Ferreira Gomes" userId="bc531018-f902-4d26-b3af-7ca03fb059d6" providerId="ADAL" clId="{EDDFA21C-3558-4C7A-909A-F573408CF113}" dt="2024-01-28T01:19:06.348" v="2353" actId="478"/>
          <ac:grpSpMkLst>
            <pc:docMk/>
            <pc:sldMk cId="351209097" sldId="346"/>
            <ac:grpSpMk id="57" creationId="{BCF65F64-40E6-0E50-5DC0-4F61DDCFB89A}"/>
          </ac:grpSpMkLst>
        </pc:grpChg>
        <pc:grpChg chg="del mod">
          <ac:chgData name="Luiz Alberto Ferreira Gomes" userId="bc531018-f902-4d26-b3af-7ca03fb059d6" providerId="ADAL" clId="{EDDFA21C-3558-4C7A-909A-F573408CF113}" dt="2024-01-28T01:51:11.505" v="2462" actId="165"/>
          <ac:grpSpMkLst>
            <pc:docMk/>
            <pc:sldMk cId="351209097" sldId="346"/>
            <ac:grpSpMk id="58" creationId="{CFD339F0-4048-BEDB-E050-94E94DB277A5}"/>
          </ac:grpSpMkLst>
        </pc:grpChg>
        <pc:grpChg chg="del mod">
          <ac:chgData name="Luiz Alberto Ferreira Gomes" userId="bc531018-f902-4d26-b3af-7ca03fb059d6" providerId="ADAL" clId="{EDDFA21C-3558-4C7A-909A-F573408CF113}" dt="2024-01-28T01:51:11.505" v="2462" actId="165"/>
          <ac:grpSpMkLst>
            <pc:docMk/>
            <pc:sldMk cId="351209097" sldId="346"/>
            <ac:grpSpMk id="59" creationId="{8BDF333C-F888-EE38-897C-0103BADB08FF}"/>
          </ac:grpSpMkLst>
        </pc:grpChg>
        <pc:grpChg chg="del mod">
          <ac:chgData name="Luiz Alberto Ferreira Gomes" userId="bc531018-f902-4d26-b3af-7ca03fb059d6" providerId="ADAL" clId="{EDDFA21C-3558-4C7A-909A-F573408CF113}" dt="2024-01-28T01:51:11.505" v="2462" actId="165"/>
          <ac:grpSpMkLst>
            <pc:docMk/>
            <pc:sldMk cId="351209097" sldId="346"/>
            <ac:grpSpMk id="60" creationId="{77643780-C7DF-7009-6F64-06F53B0FA2CD}"/>
          </ac:grpSpMkLst>
        </pc:grpChg>
        <pc:grpChg chg="del mod">
          <ac:chgData name="Luiz Alberto Ferreira Gomes" userId="bc531018-f902-4d26-b3af-7ca03fb059d6" providerId="ADAL" clId="{EDDFA21C-3558-4C7A-909A-F573408CF113}" dt="2024-01-28T01:45:51.780" v="2418" actId="478"/>
          <ac:grpSpMkLst>
            <pc:docMk/>
            <pc:sldMk cId="351209097" sldId="346"/>
            <ac:grpSpMk id="61" creationId="{532BBBB2-F180-0FAA-7246-70AE0A9F61B0}"/>
          </ac:grpSpMkLst>
        </pc:grpChg>
        <pc:picChg chg="add mod topLvl">
          <ac:chgData name="Luiz Alberto Ferreira Gomes" userId="bc531018-f902-4d26-b3af-7ca03fb059d6" providerId="ADAL" clId="{EDDFA21C-3558-4C7A-909A-F573408CF113}" dt="2024-01-28T01:52:30.087" v="2468" actId="1076"/>
          <ac:picMkLst>
            <pc:docMk/>
            <pc:sldMk cId="351209097" sldId="346"/>
            <ac:picMk id="16" creationId="{3AE67A30-67B0-8D73-D1A4-2121C9DC69B6}"/>
          </ac:picMkLst>
        </pc:picChg>
        <pc:cxnChg chg="mod">
          <ac:chgData name="Luiz Alberto Ferreira Gomes" userId="bc531018-f902-4d26-b3af-7ca03fb059d6" providerId="ADAL" clId="{EDDFA21C-3558-4C7A-909A-F573408CF113}" dt="2024-01-28T01:52:51.901" v="2483" actId="1036"/>
          <ac:cxnSpMkLst>
            <pc:docMk/>
            <pc:sldMk cId="351209097" sldId="346"/>
            <ac:cxnSpMk id="53" creationId="{D4F9249E-F27E-F072-4A9A-05931339D4A7}"/>
          </ac:cxnSpMkLst>
        </pc:cxnChg>
      </pc:sldChg>
      <pc:sldChg chg="modSp add mod ord modNotesTx">
        <pc:chgData name="Luiz Alberto Ferreira Gomes" userId="bc531018-f902-4d26-b3af-7ca03fb059d6" providerId="ADAL" clId="{EDDFA21C-3558-4C7A-909A-F573408CF113}" dt="2024-01-28T20:13:17.739" v="4642" actId="20577"/>
        <pc:sldMkLst>
          <pc:docMk/>
          <pc:sldMk cId="4152725700" sldId="347"/>
        </pc:sldMkLst>
        <pc:spChg chg="mod">
          <ac:chgData name="Luiz Alberto Ferreira Gomes" userId="bc531018-f902-4d26-b3af-7ca03fb059d6" providerId="ADAL" clId="{EDDFA21C-3558-4C7A-909A-F573408CF113}" dt="2024-01-28T02:40:22.572" v="2652" actId="20577"/>
          <ac:spMkLst>
            <pc:docMk/>
            <pc:sldMk cId="4152725700" sldId="347"/>
            <ac:spMk id="5" creationId="{22FE315D-1520-25E4-50F6-9A138BB84B8E}"/>
          </ac:spMkLst>
        </pc:spChg>
      </pc:sldChg>
      <pc:sldChg chg="addSp delSp modSp add del mod ord replI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3204914613" sldId="348"/>
        </pc:sldMkLst>
        <pc:spChg chg="mod topLvl">
          <ac:chgData name="Luiz Alberto Ferreira Gomes" userId="bc531018-f902-4d26-b3af-7ca03fb059d6" providerId="ADAL" clId="{EDDFA21C-3558-4C7A-909A-F573408CF113}" dt="2024-01-28T02:47:57.767" v="2805" actId="12789"/>
          <ac:spMkLst>
            <pc:docMk/>
            <pc:sldMk cId="3204914613" sldId="348"/>
            <ac:spMk id="11" creationId="{3487E95C-90FB-6BFE-B272-E808C0B9D38A}"/>
          </ac:spMkLst>
        </pc:spChg>
        <pc:spChg chg="mod topLvl">
          <ac:chgData name="Luiz Alberto Ferreira Gomes" userId="bc531018-f902-4d26-b3af-7ca03fb059d6" providerId="ADAL" clId="{EDDFA21C-3558-4C7A-909A-F573408CF113}" dt="2024-01-28T02:47:57.767" v="2805" actId="12789"/>
          <ac:spMkLst>
            <pc:docMk/>
            <pc:sldMk cId="3204914613" sldId="348"/>
            <ac:spMk id="12" creationId="{31109CF1-384B-60E0-8B83-439EEDBBA8AA}"/>
          </ac:spMkLst>
        </pc:spChg>
        <pc:spChg chg="mod topLvl">
          <ac:chgData name="Luiz Alberto Ferreira Gomes" userId="bc531018-f902-4d26-b3af-7ca03fb059d6" providerId="ADAL" clId="{EDDFA21C-3558-4C7A-909A-F573408CF113}" dt="2024-01-28T20:15:45.761" v="4808" actId="6549"/>
          <ac:spMkLst>
            <pc:docMk/>
            <pc:sldMk cId="3204914613" sldId="348"/>
            <ac:spMk id="13" creationId="{4EFE918B-3F71-4134-FCCB-D78B84873D70}"/>
          </ac:spMkLst>
        </pc:spChg>
        <pc:spChg chg="mod topLvl">
          <ac:chgData name="Luiz Alberto Ferreira Gomes" userId="bc531018-f902-4d26-b3af-7ca03fb059d6" providerId="ADAL" clId="{EDDFA21C-3558-4C7A-909A-F573408CF113}" dt="2024-01-28T02:48:05.167" v="2806" actId="12789"/>
          <ac:spMkLst>
            <pc:docMk/>
            <pc:sldMk cId="3204914613" sldId="348"/>
            <ac:spMk id="14" creationId="{6FB60BD7-0D90-4AA4-6F62-DB2855F524D7}"/>
          </ac:spMkLst>
        </pc:spChg>
        <pc:spChg chg="add del">
          <ac:chgData name="Luiz Alberto Ferreira Gomes" userId="bc531018-f902-4d26-b3af-7ca03fb059d6" providerId="ADAL" clId="{EDDFA21C-3558-4C7A-909A-F573408CF113}" dt="2024-01-28T02:42:21.270" v="2708" actId="22"/>
          <ac:spMkLst>
            <pc:docMk/>
            <pc:sldMk cId="3204914613" sldId="348"/>
            <ac:spMk id="18" creationId="{189D3C9F-8D3D-FAA8-E393-3B75919277D3}"/>
          </ac:spMkLst>
        </pc:spChg>
        <pc:spChg chg="add mod">
          <ac:chgData name="Luiz Alberto Ferreira Gomes" userId="bc531018-f902-4d26-b3af-7ca03fb059d6" providerId="ADAL" clId="{EDDFA21C-3558-4C7A-909A-F573408CF113}" dt="2024-01-28T20:13:38.977" v="4644" actId="21"/>
          <ac:spMkLst>
            <pc:docMk/>
            <pc:sldMk cId="3204914613" sldId="348"/>
            <ac:spMk id="21" creationId="{A3161DEB-4547-1690-2C01-BB4AEB82F86F}"/>
          </ac:spMkLst>
        </pc:spChg>
        <pc:spChg chg="del mod topLvl">
          <ac:chgData name="Luiz Alberto Ferreira Gomes" userId="bc531018-f902-4d26-b3af-7ca03fb059d6" providerId="ADAL" clId="{EDDFA21C-3558-4C7A-909A-F573408CF113}" dt="2024-01-28T02:44:42.319" v="2731" actId="478"/>
          <ac:spMkLst>
            <pc:docMk/>
            <pc:sldMk cId="3204914613" sldId="348"/>
            <ac:spMk id="22" creationId="{DC7F5639-687A-9827-1A1F-CA59AD59DAE5}"/>
          </ac:spMkLst>
        </pc:spChg>
        <pc:spChg chg="mod topLvl">
          <ac:chgData name="Luiz Alberto Ferreira Gomes" userId="bc531018-f902-4d26-b3af-7ca03fb059d6" providerId="ADAL" clId="{EDDFA21C-3558-4C7A-909A-F573408CF113}" dt="2024-01-28T02:48:13.459" v="2807" actId="12789"/>
          <ac:spMkLst>
            <pc:docMk/>
            <pc:sldMk cId="3204914613" sldId="348"/>
            <ac:spMk id="23" creationId="{FF7A9FA1-3EED-2D44-723F-D9A023EA675E}"/>
          </ac:spMkLst>
        </pc:spChg>
        <pc:spChg chg="del mod">
          <ac:chgData name="Luiz Alberto Ferreira Gomes" userId="bc531018-f902-4d26-b3af-7ca03fb059d6" providerId="ADAL" clId="{EDDFA21C-3558-4C7A-909A-F573408CF113}" dt="2024-01-28T02:50:44.108" v="2962" actId="478"/>
          <ac:spMkLst>
            <pc:docMk/>
            <pc:sldMk cId="3204914613" sldId="348"/>
            <ac:spMk id="27" creationId="{561E9D6F-FBE1-6008-A9D0-9F28766EDBC1}"/>
          </ac:spMkLst>
        </pc:spChg>
        <pc:spChg chg="add mod">
          <ac:chgData name="Luiz Alberto Ferreira Gomes" userId="bc531018-f902-4d26-b3af-7ca03fb059d6" providerId="ADAL" clId="{EDDFA21C-3558-4C7A-909A-F573408CF113}" dt="2024-01-28T02:51:02.937" v="2973" actId="14100"/>
          <ac:spMkLst>
            <pc:docMk/>
            <pc:sldMk cId="3204914613" sldId="348"/>
            <ac:spMk id="30" creationId="{E5A5D235-A817-3C63-6315-BD296DA5E63A}"/>
          </ac:spMkLst>
        </pc:spChg>
        <pc:grpChg chg="del">
          <ac:chgData name="Luiz Alberto Ferreira Gomes" userId="bc531018-f902-4d26-b3af-7ca03fb059d6" providerId="ADAL" clId="{EDDFA21C-3558-4C7A-909A-F573408CF113}" dt="2024-01-28T02:43:26.429" v="2719" actId="478"/>
          <ac:grpSpMkLst>
            <pc:docMk/>
            <pc:sldMk cId="3204914613" sldId="348"/>
            <ac:grpSpMk id="4" creationId="{09EA8691-0809-403F-2927-2590FB85BA02}"/>
          </ac:grpSpMkLst>
        </pc:grpChg>
        <pc:grpChg chg="add del mod">
          <ac:chgData name="Luiz Alberto Ferreira Gomes" userId="bc531018-f902-4d26-b3af-7ca03fb059d6" providerId="ADAL" clId="{EDDFA21C-3558-4C7A-909A-F573408CF113}" dt="2024-01-28T20:13:53.718" v="4648" actId="478"/>
          <ac:grpSpMkLst>
            <pc:docMk/>
            <pc:sldMk cId="3204914613" sldId="348"/>
            <ac:grpSpMk id="26" creationId="{51F533F0-2F16-CD1A-07AE-EC56F5DDDA48}"/>
          </ac:grpSpMkLst>
        </pc:grpChg>
        <pc:grpChg chg="add mod">
          <ac:chgData name="Luiz Alberto Ferreira Gomes" userId="bc531018-f902-4d26-b3af-7ca03fb059d6" providerId="ADAL" clId="{EDDFA21C-3558-4C7A-909A-F573408CF113}" dt="2024-01-28T02:48:31.891" v="2808" actId="465"/>
          <ac:grpSpMkLst>
            <pc:docMk/>
            <pc:sldMk cId="3204914613" sldId="348"/>
            <ac:grpSpMk id="28" creationId="{262FBDDD-7771-039D-C63C-E8ADB1A2381C}"/>
          </ac:grpSpMkLst>
        </pc:grpChg>
        <pc:grpChg chg="add mod">
          <ac:chgData name="Luiz Alberto Ferreira Gomes" userId="bc531018-f902-4d26-b3af-7ca03fb059d6" providerId="ADAL" clId="{EDDFA21C-3558-4C7A-909A-F573408CF113}" dt="2024-01-28T02:45:23.710" v="2736" actId="164"/>
          <ac:grpSpMkLst>
            <pc:docMk/>
            <pc:sldMk cId="3204914613" sldId="348"/>
            <ac:grpSpMk id="29" creationId="{CE718BFB-70D7-F389-EDA4-15BE21F1E858}"/>
          </ac:grpSpMkLst>
        </pc:grpChg>
        <pc:grpChg chg="del">
          <ac:chgData name="Luiz Alberto Ferreira Gomes" userId="bc531018-f902-4d26-b3af-7ca03fb059d6" providerId="ADAL" clId="{EDDFA21C-3558-4C7A-909A-F573408CF113}" dt="2024-01-28T02:40:33.977" v="2653" actId="478"/>
          <ac:grpSpMkLst>
            <pc:docMk/>
            <pc:sldMk cId="3204914613" sldId="348"/>
            <ac:grpSpMk id="57" creationId="{BCF65F64-40E6-0E50-5DC0-4F61DDCFB89A}"/>
          </ac:grpSpMkLst>
        </pc:grpChg>
        <pc:grpChg chg="del">
          <ac:chgData name="Luiz Alberto Ferreira Gomes" userId="bc531018-f902-4d26-b3af-7ca03fb059d6" providerId="ADAL" clId="{EDDFA21C-3558-4C7A-909A-F573408CF113}" dt="2024-01-28T02:43:56.004" v="2724" actId="165"/>
          <ac:grpSpMkLst>
            <pc:docMk/>
            <pc:sldMk cId="3204914613" sldId="348"/>
            <ac:grpSpMk id="58" creationId="{CFD339F0-4048-BEDB-E050-94E94DB277A5}"/>
          </ac:grpSpMkLst>
        </pc:grpChg>
        <pc:grpChg chg="del">
          <ac:chgData name="Luiz Alberto Ferreira Gomes" userId="bc531018-f902-4d26-b3af-7ca03fb059d6" providerId="ADAL" clId="{EDDFA21C-3558-4C7A-909A-F573408CF113}" dt="2024-01-28T02:43:56.004" v="2724" actId="165"/>
          <ac:grpSpMkLst>
            <pc:docMk/>
            <pc:sldMk cId="3204914613" sldId="348"/>
            <ac:grpSpMk id="59" creationId="{8BDF333C-F888-EE38-897C-0103BADB08FF}"/>
          </ac:grpSpMkLst>
        </pc:grpChg>
        <pc:grpChg chg="del">
          <ac:chgData name="Luiz Alberto Ferreira Gomes" userId="bc531018-f902-4d26-b3af-7ca03fb059d6" providerId="ADAL" clId="{EDDFA21C-3558-4C7A-909A-F573408CF113}" dt="2024-01-28T02:43:56.004" v="2724" actId="165"/>
          <ac:grpSpMkLst>
            <pc:docMk/>
            <pc:sldMk cId="3204914613" sldId="348"/>
            <ac:grpSpMk id="60" creationId="{77643780-C7DF-7009-6F64-06F53B0FA2CD}"/>
          </ac:grpSpMkLst>
        </pc:grpChg>
        <pc:grpChg chg="del">
          <ac:chgData name="Luiz Alberto Ferreira Gomes" userId="bc531018-f902-4d26-b3af-7ca03fb059d6" providerId="ADAL" clId="{EDDFA21C-3558-4C7A-909A-F573408CF113}" dt="2024-01-28T02:43:26.429" v="2719" actId="478"/>
          <ac:grpSpMkLst>
            <pc:docMk/>
            <pc:sldMk cId="3204914613" sldId="348"/>
            <ac:grpSpMk id="61" creationId="{532BBBB2-F180-0FAA-7246-70AE0A9F61B0}"/>
          </ac:grpSpMkLst>
        </pc:grpChg>
        <pc:cxnChg chg="mod">
          <ac:chgData name="Luiz Alberto Ferreira Gomes" userId="bc531018-f902-4d26-b3af-7ca03fb059d6" providerId="ADAL" clId="{EDDFA21C-3558-4C7A-909A-F573408CF113}" dt="2024-01-28T02:49:00.814" v="2844" actId="1036"/>
          <ac:cxnSpMkLst>
            <pc:docMk/>
            <pc:sldMk cId="3204914613" sldId="348"/>
            <ac:cxnSpMk id="53" creationId="{D4F9249E-F27E-F072-4A9A-05931339D4A7}"/>
          </ac:cxnSpMkLst>
        </pc:cxnChg>
      </pc:sldChg>
      <pc:sldChg chg="addSp modSp add mod ord modNotesTx">
        <pc:chgData name="Luiz Alberto Ferreira Gomes" userId="bc531018-f902-4d26-b3af-7ca03fb059d6" providerId="ADAL" clId="{EDDFA21C-3558-4C7A-909A-F573408CF113}" dt="2024-02-08T14:09:35.446" v="4974" actId="553"/>
        <pc:sldMkLst>
          <pc:docMk/>
          <pc:sldMk cId="1700764663" sldId="349"/>
        </pc:sldMkLst>
        <pc:spChg chg="add mod">
          <ac:chgData name="Luiz Alberto Ferreira Gomes" userId="bc531018-f902-4d26-b3af-7ca03fb059d6" providerId="ADAL" clId="{EDDFA21C-3558-4C7A-909A-F573408CF113}" dt="2024-02-08T14:09:35.446" v="4974" actId="553"/>
          <ac:spMkLst>
            <pc:docMk/>
            <pc:sldMk cId="1700764663" sldId="349"/>
            <ac:spMk id="2" creationId="{D086B5D2-FB45-25D4-F321-54FF00794DEF}"/>
          </ac:spMkLst>
        </pc:spChg>
        <pc:spChg chg="mod">
          <ac:chgData name="Luiz Alberto Ferreira Gomes" userId="bc531018-f902-4d26-b3af-7ca03fb059d6" providerId="ADAL" clId="{EDDFA21C-3558-4C7A-909A-F573408CF113}" dt="2024-02-08T14:09:35.446" v="4974" actId="553"/>
          <ac:spMkLst>
            <pc:docMk/>
            <pc:sldMk cId="1700764663" sldId="349"/>
            <ac:spMk id="5" creationId="{22FE315D-1520-25E4-50F6-9A138BB84B8E}"/>
          </ac:spMkLst>
        </pc:spChg>
      </pc:sldChg>
      <pc:sldChg chg="addSp delSp modSp add del mod ord replI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2974763926" sldId="350"/>
        </pc:sldMkLst>
        <pc:spChg chg="mod topLvl">
          <ac:chgData name="Luiz Alberto Ferreira Gomes" userId="bc531018-f902-4d26-b3af-7ca03fb059d6" providerId="ADAL" clId="{EDDFA21C-3558-4C7A-909A-F573408CF113}" dt="2024-01-28T01:56:22.574" v="2514" actId="164"/>
          <ac:spMkLst>
            <pc:docMk/>
            <pc:sldMk cId="2974763926" sldId="350"/>
            <ac:spMk id="3" creationId="{33C81D77-CE4C-7B11-046A-F669E8411733}"/>
          </ac:spMkLst>
        </pc:spChg>
        <pc:spChg chg="del mod topLvl">
          <ac:chgData name="Luiz Alberto Ferreira Gomes" userId="bc531018-f902-4d26-b3af-7ca03fb059d6" providerId="ADAL" clId="{EDDFA21C-3558-4C7A-909A-F573408CF113}" dt="2024-01-28T01:05:26.760" v="2085" actId="478"/>
          <ac:spMkLst>
            <pc:docMk/>
            <pc:sldMk cId="2974763926" sldId="350"/>
            <ac:spMk id="6" creationId="{65CA5345-53A0-E01E-A893-1591EAAF530D}"/>
          </ac:spMkLst>
        </pc:spChg>
        <pc:spChg chg="mod topLvl">
          <ac:chgData name="Luiz Alberto Ferreira Gomes" userId="bc531018-f902-4d26-b3af-7ca03fb059d6" providerId="ADAL" clId="{EDDFA21C-3558-4C7A-909A-F573408CF113}" dt="2024-01-28T01:56:49.855" v="2518" actId="164"/>
          <ac:spMkLst>
            <pc:docMk/>
            <pc:sldMk cId="2974763926" sldId="350"/>
            <ac:spMk id="8" creationId="{FE4C8FB3-CFA7-8C3D-CA3B-68A041D3D4F5}"/>
          </ac:spMkLst>
        </pc:spChg>
        <pc:spChg chg="del mod topLvl">
          <ac:chgData name="Luiz Alberto Ferreira Gomes" userId="bc531018-f902-4d26-b3af-7ca03fb059d6" providerId="ADAL" clId="{EDDFA21C-3558-4C7A-909A-F573408CF113}" dt="2024-01-28T01:56:07.104" v="2513" actId="478"/>
          <ac:spMkLst>
            <pc:docMk/>
            <pc:sldMk cId="2974763926" sldId="350"/>
            <ac:spMk id="10" creationId="{DB91D703-D859-A1EB-05FD-0811EC760C75}"/>
          </ac:spMkLst>
        </pc:spChg>
        <pc:spChg chg="mod topLvl">
          <ac:chgData name="Luiz Alberto Ferreira Gomes" userId="bc531018-f902-4d26-b3af-7ca03fb059d6" providerId="ADAL" clId="{EDDFA21C-3558-4C7A-909A-F573408CF113}" dt="2024-01-28T01:56:30.964" v="2515" actId="164"/>
          <ac:spMkLst>
            <pc:docMk/>
            <pc:sldMk cId="2974763926" sldId="350"/>
            <ac:spMk id="11" creationId="{3487E95C-90FB-6BFE-B272-E808C0B9D38A}"/>
          </ac:spMkLst>
        </pc:spChg>
        <pc:spChg chg="mod topLvl">
          <ac:chgData name="Luiz Alberto Ferreira Gomes" userId="bc531018-f902-4d26-b3af-7ca03fb059d6" providerId="ADAL" clId="{EDDFA21C-3558-4C7A-909A-F573408CF113}" dt="2024-01-28T01:56:30.964" v="2515" actId="164"/>
          <ac:spMkLst>
            <pc:docMk/>
            <pc:sldMk cId="2974763926" sldId="350"/>
            <ac:spMk id="12" creationId="{31109CF1-384B-60E0-8B83-439EEDBBA8AA}"/>
          </ac:spMkLst>
        </pc:spChg>
        <pc:spChg chg="mod topLvl">
          <ac:chgData name="Luiz Alberto Ferreira Gomes" userId="bc531018-f902-4d26-b3af-7ca03fb059d6" providerId="ADAL" clId="{EDDFA21C-3558-4C7A-909A-F573408CF113}" dt="2024-01-28T01:56:36.735" v="2516" actId="164"/>
          <ac:spMkLst>
            <pc:docMk/>
            <pc:sldMk cId="2974763926" sldId="350"/>
            <ac:spMk id="13" creationId="{4EFE918B-3F71-4134-FCCB-D78B84873D70}"/>
          </ac:spMkLst>
        </pc:spChg>
        <pc:spChg chg="mod topLvl">
          <ac:chgData name="Luiz Alberto Ferreira Gomes" userId="bc531018-f902-4d26-b3af-7ca03fb059d6" providerId="ADAL" clId="{EDDFA21C-3558-4C7A-909A-F573408CF113}" dt="2024-01-28T01:56:36.735" v="2516" actId="164"/>
          <ac:spMkLst>
            <pc:docMk/>
            <pc:sldMk cId="2974763926" sldId="350"/>
            <ac:spMk id="14" creationId="{6FB60BD7-0D90-4AA4-6F62-DB2855F524D7}"/>
          </ac:spMkLst>
        </pc:spChg>
        <pc:spChg chg="add del">
          <ac:chgData name="Luiz Alberto Ferreira Gomes" userId="bc531018-f902-4d26-b3af-7ca03fb059d6" providerId="ADAL" clId="{EDDFA21C-3558-4C7A-909A-F573408CF113}" dt="2024-01-28T00:49:32.045" v="1885" actId="22"/>
          <ac:spMkLst>
            <pc:docMk/>
            <pc:sldMk cId="2974763926" sldId="350"/>
            <ac:spMk id="18" creationId="{B6342D88-A7B0-DB6B-078F-BD879D9AC01B}"/>
          </ac:spMkLst>
        </pc:spChg>
        <pc:spChg chg="mod">
          <ac:chgData name="Luiz Alberto Ferreira Gomes" userId="bc531018-f902-4d26-b3af-7ca03fb059d6" providerId="ADAL" clId="{EDDFA21C-3558-4C7A-909A-F573408CF113}" dt="2024-01-28T00:54:53.735" v="2042" actId="12789"/>
          <ac:spMkLst>
            <pc:docMk/>
            <pc:sldMk cId="2974763926" sldId="350"/>
            <ac:spMk id="19" creationId="{42F27CD5-E1EC-CA31-D9FF-172964BED723}"/>
          </ac:spMkLst>
        </pc:spChg>
        <pc:spChg chg="add del">
          <ac:chgData name="Luiz Alberto Ferreira Gomes" userId="bc531018-f902-4d26-b3af-7ca03fb059d6" providerId="ADAL" clId="{EDDFA21C-3558-4C7A-909A-F573408CF113}" dt="2024-01-28T00:49:38.143" v="1887" actId="22"/>
          <ac:spMkLst>
            <pc:docMk/>
            <pc:sldMk cId="2974763926" sldId="350"/>
            <ac:spMk id="21" creationId="{73BFE8E0-E5EB-92EF-66AE-048A2F5FBFD5}"/>
          </ac:spMkLst>
        </pc:spChg>
        <pc:spChg chg="mod topLvl">
          <ac:chgData name="Luiz Alberto Ferreira Gomes" userId="bc531018-f902-4d26-b3af-7ca03fb059d6" providerId="ADAL" clId="{EDDFA21C-3558-4C7A-909A-F573408CF113}" dt="2024-01-28T01:56:42.695" v="2517" actId="164"/>
          <ac:spMkLst>
            <pc:docMk/>
            <pc:sldMk cId="2974763926" sldId="350"/>
            <ac:spMk id="22" creationId="{DC7F5639-687A-9827-1A1F-CA59AD59DAE5}"/>
          </ac:spMkLst>
        </pc:spChg>
        <pc:spChg chg="mod topLvl">
          <ac:chgData name="Luiz Alberto Ferreira Gomes" userId="bc531018-f902-4d26-b3af-7ca03fb059d6" providerId="ADAL" clId="{EDDFA21C-3558-4C7A-909A-F573408CF113}" dt="2024-01-28T01:56:42.695" v="2517" actId="164"/>
          <ac:spMkLst>
            <pc:docMk/>
            <pc:sldMk cId="2974763926" sldId="350"/>
            <ac:spMk id="23" creationId="{FF7A9FA1-3EED-2D44-723F-D9A023EA675E}"/>
          </ac:spMkLst>
        </pc:spChg>
        <pc:spChg chg="mod topLvl">
          <ac:chgData name="Luiz Alberto Ferreira Gomes" userId="bc531018-f902-4d26-b3af-7ca03fb059d6" providerId="ADAL" clId="{EDDFA21C-3558-4C7A-909A-F573408CF113}" dt="2024-01-28T01:56:49.855" v="2518" actId="164"/>
          <ac:spMkLst>
            <pc:docMk/>
            <pc:sldMk cId="2974763926" sldId="350"/>
            <ac:spMk id="24" creationId="{390C67C7-EC7D-C96B-FFAC-19B9725FB21B}"/>
          </ac:spMkLst>
        </pc:spChg>
        <pc:spChg chg="mod topLvl">
          <ac:chgData name="Luiz Alberto Ferreira Gomes" userId="bc531018-f902-4d26-b3af-7ca03fb059d6" providerId="ADAL" clId="{EDDFA21C-3558-4C7A-909A-F573408CF113}" dt="2024-01-28T01:56:49.855" v="2518" actId="164"/>
          <ac:spMkLst>
            <pc:docMk/>
            <pc:sldMk cId="2974763926" sldId="350"/>
            <ac:spMk id="25" creationId="{A6783CE0-91E0-7B34-600A-46CF73FC6F26}"/>
          </ac:spMkLst>
        </pc:spChg>
        <pc:spChg chg="mod">
          <ac:chgData name="Luiz Alberto Ferreira Gomes" userId="bc531018-f902-4d26-b3af-7ca03fb059d6" providerId="ADAL" clId="{EDDFA21C-3558-4C7A-909A-F573408CF113}" dt="2024-01-28T00:54:53.735" v="2042" actId="12789"/>
          <ac:spMkLst>
            <pc:docMk/>
            <pc:sldMk cId="2974763926" sldId="350"/>
            <ac:spMk id="27" creationId="{561E9D6F-FBE1-6008-A9D0-9F28766EDBC1}"/>
          </ac:spMkLst>
        </pc:spChg>
        <pc:grpChg chg="del mod">
          <ac:chgData name="Luiz Alberto Ferreira Gomes" userId="bc531018-f902-4d26-b3af-7ca03fb059d6" providerId="ADAL" clId="{EDDFA21C-3558-4C7A-909A-F573408CF113}" dt="2024-01-28T01:04:39.963" v="2078" actId="165"/>
          <ac:grpSpMkLst>
            <pc:docMk/>
            <pc:sldMk cId="2974763926" sldId="350"/>
            <ac:grpSpMk id="4" creationId="{09EA8691-0809-403F-2927-2590FB85BA02}"/>
          </ac:grpSpMkLst>
        </pc:grpChg>
        <pc:grpChg chg="add mod">
          <ac:chgData name="Luiz Alberto Ferreira Gomes" userId="bc531018-f902-4d26-b3af-7ca03fb059d6" providerId="ADAL" clId="{EDDFA21C-3558-4C7A-909A-F573408CF113}" dt="2024-01-28T01:57:31.217" v="2521" actId="1076"/>
          <ac:grpSpMkLst>
            <pc:docMk/>
            <pc:sldMk cId="2974763926" sldId="350"/>
            <ac:grpSpMk id="29" creationId="{C4B0BDA1-44A5-9DDC-93F0-E0AE13D92CD1}"/>
          </ac:grpSpMkLst>
        </pc:grpChg>
        <pc:grpChg chg="add mod">
          <ac:chgData name="Luiz Alberto Ferreira Gomes" userId="bc531018-f902-4d26-b3af-7ca03fb059d6" providerId="ADAL" clId="{EDDFA21C-3558-4C7A-909A-F573408CF113}" dt="2024-01-28T01:57:31.217" v="2521" actId="1076"/>
          <ac:grpSpMkLst>
            <pc:docMk/>
            <pc:sldMk cId="2974763926" sldId="350"/>
            <ac:grpSpMk id="30" creationId="{D41CD87F-4EA2-762D-4BC9-A042F0666CFA}"/>
          </ac:grpSpMkLst>
        </pc:grpChg>
        <pc:grpChg chg="add mod">
          <ac:chgData name="Luiz Alberto Ferreira Gomes" userId="bc531018-f902-4d26-b3af-7ca03fb059d6" providerId="ADAL" clId="{EDDFA21C-3558-4C7A-909A-F573408CF113}" dt="2024-01-28T01:57:31.217" v="2521" actId="1076"/>
          <ac:grpSpMkLst>
            <pc:docMk/>
            <pc:sldMk cId="2974763926" sldId="350"/>
            <ac:grpSpMk id="31" creationId="{2764DA7A-9AD7-147A-3131-285C67FA248A}"/>
          </ac:grpSpMkLst>
        </pc:grpChg>
        <pc:grpChg chg="add mod">
          <ac:chgData name="Luiz Alberto Ferreira Gomes" userId="bc531018-f902-4d26-b3af-7ca03fb059d6" providerId="ADAL" clId="{EDDFA21C-3558-4C7A-909A-F573408CF113}" dt="2024-01-28T01:57:31.217" v="2521" actId="1076"/>
          <ac:grpSpMkLst>
            <pc:docMk/>
            <pc:sldMk cId="2974763926" sldId="350"/>
            <ac:grpSpMk id="32" creationId="{099A5B64-02F0-8E87-A658-8BABF43CB801}"/>
          </ac:grpSpMkLst>
        </pc:grpChg>
        <pc:grpChg chg="add mod">
          <ac:chgData name="Luiz Alberto Ferreira Gomes" userId="bc531018-f902-4d26-b3af-7ca03fb059d6" providerId="ADAL" clId="{EDDFA21C-3558-4C7A-909A-F573408CF113}" dt="2024-01-28T01:57:31.217" v="2521" actId="1076"/>
          <ac:grpSpMkLst>
            <pc:docMk/>
            <pc:sldMk cId="2974763926" sldId="350"/>
            <ac:grpSpMk id="33" creationId="{61CE409A-3272-4573-3657-0FC3364B5F72}"/>
          </ac:grpSpMkLst>
        </pc:grpChg>
        <pc:grpChg chg="add del mod">
          <ac:chgData name="Luiz Alberto Ferreira Gomes" userId="bc531018-f902-4d26-b3af-7ca03fb059d6" providerId="ADAL" clId="{EDDFA21C-3558-4C7A-909A-F573408CF113}" dt="2024-01-28T01:05:26.760" v="2085" actId="478"/>
          <ac:grpSpMkLst>
            <pc:docMk/>
            <pc:sldMk cId="2974763926" sldId="350"/>
            <ac:grpSpMk id="57" creationId="{BCF65F64-40E6-0E50-5DC0-4F61DDCFB89A}"/>
          </ac:grpSpMkLst>
        </pc:grpChg>
        <pc:grpChg chg="del mod">
          <ac:chgData name="Luiz Alberto Ferreira Gomes" userId="bc531018-f902-4d26-b3af-7ca03fb059d6" providerId="ADAL" clId="{EDDFA21C-3558-4C7A-909A-F573408CF113}" dt="2024-01-28T01:06:36.644" v="2094" actId="165"/>
          <ac:grpSpMkLst>
            <pc:docMk/>
            <pc:sldMk cId="2974763926" sldId="350"/>
            <ac:grpSpMk id="58" creationId="{CFD339F0-4048-BEDB-E050-94E94DB277A5}"/>
          </ac:grpSpMkLst>
        </pc:grpChg>
        <pc:grpChg chg="del mod">
          <ac:chgData name="Luiz Alberto Ferreira Gomes" userId="bc531018-f902-4d26-b3af-7ca03fb059d6" providerId="ADAL" clId="{EDDFA21C-3558-4C7A-909A-F573408CF113}" dt="2024-01-28T01:04:39.963" v="2078" actId="165"/>
          <ac:grpSpMkLst>
            <pc:docMk/>
            <pc:sldMk cId="2974763926" sldId="350"/>
            <ac:grpSpMk id="59" creationId="{8BDF333C-F888-EE38-897C-0103BADB08FF}"/>
          </ac:grpSpMkLst>
        </pc:grpChg>
        <pc:grpChg chg="del mod">
          <ac:chgData name="Luiz Alberto Ferreira Gomes" userId="bc531018-f902-4d26-b3af-7ca03fb059d6" providerId="ADAL" clId="{EDDFA21C-3558-4C7A-909A-F573408CF113}" dt="2024-01-28T01:04:39.963" v="2078" actId="165"/>
          <ac:grpSpMkLst>
            <pc:docMk/>
            <pc:sldMk cId="2974763926" sldId="350"/>
            <ac:grpSpMk id="60" creationId="{77643780-C7DF-7009-6F64-06F53B0FA2CD}"/>
          </ac:grpSpMkLst>
        </pc:grpChg>
        <pc:grpChg chg="del mod">
          <ac:chgData name="Luiz Alberto Ferreira Gomes" userId="bc531018-f902-4d26-b3af-7ca03fb059d6" providerId="ADAL" clId="{EDDFA21C-3558-4C7A-909A-F573408CF113}" dt="2024-01-28T01:04:39.963" v="2078" actId="165"/>
          <ac:grpSpMkLst>
            <pc:docMk/>
            <pc:sldMk cId="2974763926" sldId="350"/>
            <ac:grpSpMk id="61" creationId="{532BBBB2-F180-0FAA-7246-70AE0A9F61B0}"/>
          </ac:grpSpMkLst>
        </pc:grpChg>
        <pc:picChg chg="add mod">
          <ac:chgData name="Luiz Alberto Ferreira Gomes" userId="bc531018-f902-4d26-b3af-7ca03fb059d6" providerId="ADAL" clId="{EDDFA21C-3558-4C7A-909A-F573408CF113}" dt="2024-01-28T01:56:22.574" v="2514" actId="164"/>
          <ac:picMkLst>
            <pc:docMk/>
            <pc:sldMk cId="2974763926" sldId="350"/>
            <ac:picMk id="28" creationId="{FF9EDE68-909A-3FE7-1525-B29CD62E37C6}"/>
          </ac:picMkLst>
        </pc:picChg>
        <pc:picChg chg="mod">
          <ac:chgData name="Luiz Alberto Ferreira Gomes" userId="bc531018-f902-4d26-b3af-7ca03fb059d6" providerId="ADAL" clId="{EDDFA21C-3558-4C7A-909A-F573408CF113}" dt="2024-01-28T01:54:31.201" v="2495" actId="1076"/>
          <ac:picMkLst>
            <pc:docMk/>
            <pc:sldMk cId="2974763926" sldId="350"/>
            <ac:picMk id="56" creationId="{5728AAB0-E96C-F988-C6F2-FF159CFCC810}"/>
          </ac:picMkLst>
        </pc:picChg>
        <pc:cxnChg chg="mod">
          <ac:chgData name="Luiz Alberto Ferreira Gomes" userId="bc531018-f902-4d26-b3af-7ca03fb059d6" providerId="ADAL" clId="{EDDFA21C-3558-4C7A-909A-F573408CF113}" dt="2024-01-28T01:57:31.217" v="2521" actId="1076"/>
          <ac:cxnSpMkLst>
            <pc:docMk/>
            <pc:sldMk cId="2974763926" sldId="350"/>
            <ac:cxnSpMk id="53" creationId="{D4F9249E-F27E-F072-4A9A-05931339D4A7}"/>
          </ac:cxnSpMkLst>
        </pc:cxnChg>
      </pc:sldChg>
      <pc:sldChg chg="addSp delSp modSp add del mod or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121061095" sldId="351"/>
        </pc:sldMkLst>
        <pc:spChg chg="add del">
          <ac:chgData name="Luiz Alberto Ferreira Gomes" userId="bc531018-f902-4d26-b3af-7ca03fb059d6" providerId="ADAL" clId="{EDDFA21C-3558-4C7A-909A-F573408CF113}" dt="2024-01-28T02:22:39.048" v="2524" actId="478"/>
          <ac:spMkLst>
            <pc:docMk/>
            <pc:sldMk cId="121061095" sldId="351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6" creationId="{F095C758-5678-67B3-B87E-6549B7B2E2BF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8" creationId="{FE4C8FB3-CFA7-8C3D-CA3B-68A041D3D4F5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10" creationId="{DB91D703-D859-A1EB-05FD-0811EC760C75}"/>
          </ac:spMkLst>
        </pc:spChg>
        <pc:spChg chg="add del">
          <ac:chgData name="Luiz Alberto Ferreira Gomes" userId="bc531018-f902-4d26-b3af-7ca03fb059d6" providerId="ADAL" clId="{EDDFA21C-3558-4C7A-909A-F573408CF113}" dt="2024-01-28T02:22:39.048" v="2524" actId="478"/>
          <ac:spMkLst>
            <pc:docMk/>
            <pc:sldMk cId="121061095" sldId="351"/>
            <ac:spMk id="11" creationId="{3487E95C-90FB-6BFE-B272-E808C0B9D38A}"/>
          </ac:spMkLst>
        </pc:spChg>
        <pc:spChg chg="add del">
          <ac:chgData name="Luiz Alberto Ferreira Gomes" userId="bc531018-f902-4d26-b3af-7ca03fb059d6" providerId="ADAL" clId="{EDDFA21C-3558-4C7A-909A-F573408CF113}" dt="2024-01-28T02:22:39.048" v="2524" actId="478"/>
          <ac:spMkLst>
            <pc:docMk/>
            <pc:sldMk cId="121061095" sldId="351"/>
            <ac:spMk id="12" creationId="{31109CF1-384B-60E0-8B83-439EEDBBA8AA}"/>
          </ac:spMkLst>
        </pc:spChg>
        <pc:spChg chg="del">
          <ac:chgData name="Luiz Alberto Ferreira Gomes" userId="bc531018-f902-4d26-b3af-7ca03fb059d6" providerId="ADAL" clId="{EDDFA21C-3558-4C7A-909A-F573408CF113}" dt="2024-01-28T01:57:13.286" v="2520" actId="478"/>
          <ac:spMkLst>
            <pc:docMk/>
            <pc:sldMk cId="121061095" sldId="351"/>
            <ac:spMk id="13" creationId="{4EFE918B-3F71-4134-FCCB-D78B84873D70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14" creationId="{6FB60BD7-0D90-4AA4-6F62-DB2855F524D7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16" creationId="{831DCC35-1933-62A8-9075-37477F826400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20" creationId="{E7DCD8EB-DC26-B5EA-24C8-E232723C142B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21" creationId="{31639C8B-2F3F-4C9B-9772-45662BFC47CF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22" creationId="{DC7F5639-687A-9827-1A1F-CA59AD59DAE5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23" creationId="{FF7A9FA1-3EED-2D44-723F-D9A023EA675E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24" creationId="{390C67C7-EC7D-C96B-FFAC-19B9725FB21B}"/>
          </ac:spMkLst>
        </pc:spChg>
        <pc:spChg chg="del">
          <ac:chgData name="Luiz Alberto Ferreira Gomes" userId="bc531018-f902-4d26-b3af-7ca03fb059d6" providerId="ADAL" clId="{EDDFA21C-3558-4C7A-909A-F573408CF113}" dt="2024-01-28T01:57:10.214" v="2519" actId="478"/>
          <ac:spMkLst>
            <pc:docMk/>
            <pc:sldMk cId="121061095" sldId="351"/>
            <ac:spMk id="25" creationId="{A6783CE0-91E0-7B34-600A-46CF73FC6F26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29" creationId="{742DD8EA-9DF1-EC71-7D6A-2B703A5672DC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30" creationId="{04575B6C-2667-0CEA-CDEE-8293D48BC675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33" creationId="{A06BD893-24C5-DC74-2021-11F2EC88FAD3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34" creationId="{E5B3142D-98D5-9192-55A2-6ECE19AED173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35" creationId="{8F679F84-9665-7FB3-4472-8F943F0A3AB1}"/>
          </ac:spMkLst>
        </pc:spChg>
        <pc:spChg chg="mod">
          <ac:chgData name="Luiz Alberto Ferreira Gomes" userId="bc531018-f902-4d26-b3af-7ca03fb059d6" providerId="ADAL" clId="{EDDFA21C-3558-4C7A-909A-F573408CF113}" dt="2024-01-28T02:22:40.813" v="2525"/>
          <ac:spMkLst>
            <pc:docMk/>
            <pc:sldMk cId="121061095" sldId="351"/>
            <ac:spMk id="37" creationId="{FD04FC78-0C7C-0076-3FC1-BD11894F10BB}"/>
          </ac:spMkLst>
        </pc:spChg>
        <pc:grpChg chg="add mod">
          <ac:chgData name="Luiz Alberto Ferreira Gomes" userId="bc531018-f902-4d26-b3af-7ca03fb059d6" providerId="ADAL" clId="{EDDFA21C-3558-4C7A-909A-F573408CF113}" dt="2024-01-28T02:22:40.813" v="2525"/>
          <ac:grpSpMkLst>
            <pc:docMk/>
            <pc:sldMk cId="121061095" sldId="351"/>
            <ac:grpSpMk id="4" creationId="{253DBFA5-DE60-CF8D-88F9-215147CEC908}"/>
          </ac:grpSpMkLst>
        </pc:grpChg>
        <pc:grpChg chg="add mod">
          <ac:chgData name="Luiz Alberto Ferreira Gomes" userId="bc531018-f902-4d26-b3af-7ca03fb059d6" providerId="ADAL" clId="{EDDFA21C-3558-4C7A-909A-F573408CF113}" dt="2024-01-28T02:22:40.813" v="2525"/>
          <ac:grpSpMkLst>
            <pc:docMk/>
            <pc:sldMk cId="121061095" sldId="351"/>
            <ac:grpSpMk id="18" creationId="{FF49F0FC-CDED-F396-D44F-02FC9C0A17CF}"/>
          </ac:grpSpMkLst>
        </pc:grpChg>
        <pc:grpChg chg="add mod">
          <ac:chgData name="Luiz Alberto Ferreira Gomes" userId="bc531018-f902-4d26-b3af-7ca03fb059d6" providerId="ADAL" clId="{EDDFA21C-3558-4C7A-909A-F573408CF113}" dt="2024-01-28T02:22:40.813" v="2525"/>
          <ac:grpSpMkLst>
            <pc:docMk/>
            <pc:sldMk cId="121061095" sldId="351"/>
            <ac:grpSpMk id="26" creationId="{48CDFD5B-A39F-9CDF-A555-0B93F9BC26E0}"/>
          </ac:grpSpMkLst>
        </pc:grpChg>
        <pc:grpChg chg="add mod">
          <ac:chgData name="Luiz Alberto Ferreira Gomes" userId="bc531018-f902-4d26-b3af-7ca03fb059d6" providerId="ADAL" clId="{EDDFA21C-3558-4C7A-909A-F573408CF113}" dt="2024-01-28T02:22:40.813" v="2525"/>
          <ac:grpSpMkLst>
            <pc:docMk/>
            <pc:sldMk cId="121061095" sldId="351"/>
            <ac:grpSpMk id="32" creationId="{4742126B-EBB4-4616-484C-A98A2176BD50}"/>
          </ac:grpSpMkLst>
        </pc:grpChg>
        <pc:grpChg chg="add mod">
          <ac:chgData name="Luiz Alberto Ferreira Gomes" userId="bc531018-f902-4d26-b3af-7ca03fb059d6" providerId="ADAL" clId="{EDDFA21C-3558-4C7A-909A-F573408CF113}" dt="2024-01-28T02:22:40.813" v="2525"/>
          <ac:grpSpMkLst>
            <pc:docMk/>
            <pc:sldMk cId="121061095" sldId="351"/>
            <ac:grpSpMk id="36" creationId="{ED3FE2C1-F519-CC29-724E-57C6BA062995}"/>
          </ac:grpSpMkLst>
        </pc:grpChg>
        <pc:picChg chg="add del">
          <ac:chgData name="Luiz Alberto Ferreira Gomes" userId="bc531018-f902-4d26-b3af-7ca03fb059d6" providerId="ADAL" clId="{EDDFA21C-3558-4C7A-909A-F573408CF113}" dt="2024-01-28T02:22:39.048" v="2524" actId="478"/>
          <ac:picMkLst>
            <pc:docMk/>
            <pc:sldMk cId="121061095" sldId="351"/>
            <ac:picMk id="28" creationId="{FF9EDE68-909A-3FE7-1525-B29CD62E37C6}"/>
          </ac:picMkLst>
        </pc:picChg>
        <pc:picChg chg="mod">
          <ac:chgData name="Luiz Alberto Ferreira Gomes" userId="bc531018-f902-4d26-b3af-7ca03fb059d6" providerId="ADAL" clId="{EDDFA21C-3558-4C7A-909A-F573408CF113}" dt="2024-01-28T02:22:40.813" v="2525"/>
          <ac:picMkLst>
            <pc:docMk/>
            <pc:sldMk cId="121061095" sldId="351"/>
            <ac:picMk id="38" creationId="{24509606-412B-4484-FB72-6D781FA659E0}"/>
          </ac:picMkLst>
        </pc:picChg>
        <pc:cxnChg chg="add del mod">
          <ac:chgData name="Luiz Alberto Ferreira Gomes" userId="bc531018-f902-4d26-b3af-7ca03fb059d6" providerId="ADAL" clId="{EDDFA21C-3558-4C7A-909A-F573408CF113}" dt="2024-01-28T02:22:46.600" v="2526" actId="478"/>
          <ac:cxnSpMkLst>
            <pc:docMk/>
            <pc:sldMk cId="121061095" sldId="351"/>
            <ac:cxnSpMk id="31" creationId="{CEF2E65B-BFFB-4DD0-2154-B30E1F9E3973}"/>
          </ac:cxnSpMkLst>
        </pc:cxnChg>
        <pc:cxnChg chg="add del mod">
          <ac:chgData name="Luiz Alberto Ferreira Gomes" userId="bc531018-f902-4d26-b3af-7ca03fb059d6" providerId="ADAL" clId="{EDDFA21C-3558-4C7A-909A-F573408CF113}" dt="2024-01-28T02:23:11.736" v="2554" actId="1036"/>
          <ac:cxnSpMkLst>
            <pc:docMk/>
            <pc:sldMk cId="121061095" sldId="351"/>
            <ac:cxnSpMk id="53" creationId="{D4F9249E-F27E-F072-4A9A-05931339D4A7}"/>
          </ac:cxnSpMkLst>
        </pc:cxnChg>
      </pc:sldChg>
      <pc:sldChg chg="addSp delSp modSp add del mod or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1997443682" sldId="352"/>
        </pc:sldMkLst>
        <pc:spChg chg="del">
          <ac:chgData name="Luiz Alberto Ferreira Gomes" userId="bc531018-f902-4d26-b3af-7ca03fb059d6" providerId="ADAL" clId="{EDDFA21C-3558-4C7A-909A-F573408CF113}" dt="2024-01-28T02:23:42.608" v="2557" actId="478"/>
          <ac:spMkLst>
            <pc:docMk/>
            <pc:sldMk cId="1997443682" sldId="352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6" creationId="{51E0972B-C0A0-7486-6FF4-A561A12FC19A}"/>
          </ac:spMkLst>
        </pc:spChg>
        <pc:spChg chg="add del">
          <ac:chgData name="Luiz Alberto Ferreira Gomes" userId="bc531018-f902-4d26-b3af-7ca03fb059d6" providerId="ADAL" clId="{EDDFA21C-3558-4C7A-909A-F573408CF113}" dt="2024-01-28T02:23:53.754" v="2560" actId="478"/>
          <ac:spMkLst>
            <pc:docMk/>
            <pc:sldMk cId="1997443682" sldId="352"/>
            <ac:spMk id="8" creationId="{FE4C8FB3-CFA7-8C3D-CA3B-68A041D3D4F5}"/>
          </ac:spMkLst>
        </pc:spChg>
        <pc:spChg chg="add del">
          <ac:chgData name="Luiz Alberto Ferreira Gomes" userId="bc531018-f902-4d26-b3af-7ca03fb059d6" providerId="ADAL" clId="{EDDFA21C-3558-4C7A-909A-F573408CF113}" dt="2024-01-28T02:23:53.754" v="2560" actId="478"/>
          <ac:spMkLst>
            <pc:docMk/>
            <pc:sldMk cId="1997443682" sldId="352"/>
            <ac:spMk id="10" creationId="{DB91D703-D859-A1EB-05FD-0811EC760C75}"/>
          </ac:spMkLst>
        </pc:spChg>
        <pc:spChg chg="del">
          <ac:chgData name="Luiz Alberto Ferreira Gomes" userId="bc531018-f902-4d26-b3af-7ca03fb059d6" providerId="ADAL" clId="{EDDFA21C-3558-4C7A-909A-F573408CF113}" dt="2024-01-28T02:23:42.608" v="2557" actId="478"/>
          <ac:spMkLst>
            <pc:docMk/>
            <pc:sldMk cId="1997443682" sldId="352"/>
            <ac:spMk id="11" creationId="{3487E95C-90FB-6BFE-B272-E808C0B9D38A}"/>
          </ac:spMkLst>
        </pc:spChg>
        <pc:spChg chg="del">
          <ac:chgData name="Luiz Alberto Ferreira Gomes" userId="bc531018-f902-4d26-b3af-7ca03fb059d6" providerId="ADAL" clId="{EDDFA21C-3558-4C7A-909A-F573408CF113}" dt="2024-01-28T02:23:42.608" v="2557" actId="478"/>
          <ac:spMkLst>
            <pc:docMk/>
            <pc:sldMk cId="1997443682" sldId="352"/>
            <ac:spMk id="12" creationId="{31109CF1-384B-60E0-8B83-439EEDBBA8AA}"/>
          </ac:spMkLst>
        </pc:spChg>
        <pc:spChg chg="del">
          <ac:chgData name="Luiz Alberto Ferreira Gomes" userId="bc531018-f902-4d26-b3af-7ca03fb059d6" providerId="ADAL" clId="{EDDFA21C-3558-4C7A-909A-F573408CF113}" dt="2024-01-28T02:23:46.874" v="2558" actId="478"/>
          <ac:spMkLst>
            <pc:docMk/>
            <pc:sldMk cId="1997443682" sldId="352"/>
            <ac:spMk id="13" creationId="{4EFE918B-3F71-4134-FCCB-D78B84873D70}"/>
          </ac:spMkLst>
        </pc:spChg>
        <pc:spChg chg="del">
          <ac:chgData name="Luiz Alberto Ferreira Gomes" userId="bc531018-f902-4d26-b3af-7ca03fb059d6" providerId="ADAL" clId="{EDDFA21C-3558-4C7A-909A-F573408CF113}" dt="2024-01-28T02:23:49.928" v="2559" actId="478"/>
          <ac:spMkLst>
            <pc:docMk/>
            <pc:sldMk cId="1997443682" sldId="352"/>
            <ac:spMk id="14" creationId="{6FB60BD7-0D90-4AA4-6F62-DB2855F524D7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16" creationId="{614C4316-8900-901F-6BF1-79B496C0C660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20" creationId="{8A2670B6-6A7C-96B2-1FD5-9791F17F4E16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21" creationId="{B9DF3F20-9CAD-DB02-2F0D-17A2CFA1C03E}"/>
          </ac:spMkLst>
        </pc:spChg>
        <pc:spChg chg="add del">
          <ac:chgData name="Luiz Alberto Ferreira Gomes" userId="bc531018-f902-4d26-b3af-7ca03fb059d6" providerId="ADAL" clId="{EDDFA21C-3558-4C7A-909A-F573408CF113}" dt="2024-01-28T02:23:53.754" v="2560" actId="478"/>
          <ac:spMkLst>
            <pc:docMk/>
            <pc:sldMk cId="1997443682" sldId="352"/>
            <ac:spMk id="22" creationId="{DC7F5639-687A-9827-1A1F-CA59AD59DAE5}"/>
          </ac:spMkLst>
        </pc:spChg>
        <pc:spChg chg="add del">
          <ac:chgData name="Luiz Alberto Ferreira Gomes" userId="bc531018-f902-4d26-b3af-7ca03fb059d6" providerId="ADAL" clId="{EDDFA21C-3558-4C7A-909A-F573408CF113}" dt="2024-01-28T02:23:53.754" v="2560" actId="478"/>
          <ac:spMkLst>
            <pc:docMk/>
            <pc:sldMk cId="1997443682" sldId="352"/>
            <ac:spMk id="23" creationId="{FF7A9FA1-3EED-2D44-723F-D9A023EA675E}"/>
          </ac:spMkLst>
        </pc:spChg>
        <pc:spChg chg="add del">
          <ac:chgData name="Luiz Alberto Ferreira Gomes" userId="bc531018-f902-4d26-b3af-7ca03fb059d6" providerId="ADAL" clId="{EDDFA21C-3558-4C7A-909A-F573408CF113}" dt="2024-01-28T02:23:53.754" v="2560" actId="478"/>
          <ac:spMkLst>
            <pc:docMk/>
            <pc:sldMk cId="1997443682" sldId="352"/>
            <ac:spMk id="24" creationId="{390C67C7-EC7D-C96B-FFAC-19B9725FB21B}"/>
          </ac:spMkLst>
        </pc:spChg>
        <pc:spChg chg="add del">
          <ac:chgData name="Luiz Alberto Ferreira Gomes" userId="bc531018-f902-4d26-b3af-7ca03fb059d6" providerId="ADAL" clId="{EDDFA21C-3558-4C7A-909A-F573408CF113}" dt="2024-01-28T02:23:53.754" v="2560" actId="478"/>
          <ac:spMkLst>
            <pc:docMk/>
            <pc:sldMk cId="1997443682" sldId="352"/>
            <ac:spMk id="25" creationId="{A6783CE0-91E0-7B34-600A-46CF73FC6F26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29" creationId="{D0A63C23-C4AB-2649-AAF1-AC3E325B0DF1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30" creationId="{78FA4773-F32C-20AD-8F8B-C6234C4813AF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33" creationId="{8041C62F-3F04-240A-AB03-7C669CAEA0B7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34" creationId="{113F2859-C356-CBC2-0C43-1EC0F5FC54E2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35" creationId="{67421F9B-FB8E-D118-BEFF-1DBE8B8F311E}"/>
          </ac:spMkLst>
        </pc:spChg>
        <pc:spChg chg="mod">
          <ac:chgData name="Luiz Alberto Ferreira Gomes" userId="bc531018-f902-4d26-b3af-7ca03fb059d6" providerId="ADAL" clId="{EDDFA21C-3558-4C7A-909A-F573408CF113}" dt="2024-01-28T02:23:56.248" v="2561"/>
          <ac:spMkLst>
            <pc:docMk/>
            <pc:sldMk cId="1997443682" sldId="352"/>
            <ac:spMk id="37" creationId="{04B46AD9-46F8-100C-B6C5-4DB15D458F2B}"/>
          </ac:spMkLst>
        </pc:spChg>
        <pc:grpChg chg="add mod">
          <ac:chgData name="Luiz Alberto Ferreira Gomes" userId="bc531018-f902-4d26-b3af-7ca03fb059d6" providerId="ADAL" clId="{EDDFA21C-3558-4C7A-909A-F573408CF113}" dt="2024-01-28T02:23:56.248" v="2561"/>
          <ac:grpSpMkLst>
            <pc:docMk/>
            <pc:sldMk cId="1997443682" sldId="352"/>
            <ac:grpSpMk id="4" creationId="{7E13DD34-1B77-CCA8-2DEF-9B859D01E2FE}"/>
          </ac:grpSpMkLst>
        </pc:grpChg>
        <pc:grpChg chg="add mod">
          <ac:chgData name="Luiz Alberto Ferreira Gomes" userId="bc531018-f902-4d26-b3af-7ca03fb059d6" providerId="ADAL" clId="{EDDFA21C-3558-4C7A-909A-F573408CF113}" dt="2024-01-28T02:23:56.248" v="2561"/>
          <ac:grpSpMkLst>
            <pc:docMk/>
            <pc:sldMk cId="1997443682" sldId="352"/>
            <ac:grpSpMk id="18" creationId="{459B6DAF-0EB1-B1A8-441E-3F7C8535EF08}"/>
          </ac:grpSpMkLst>
        </pc:grpChg>
        <pc:grpChg chg="add mod">
          <ac:chgData name="Luiz Alberto Ferreira Gomes" userId="bc531018-f902-4d26-b3af-7ca03fb059d6" providerId="ADAL" clId="{EDDFA21C-3558-4C7A-909A-F573408CF113}" dt="2024-01-28T02:23:56.248" v="2561"/>
          <ac:grpSpMkLst>
            <pc:docMk/>
            <pc:sldMk cId="1997443682" sldId="352"/>
            <ac:grpSpMk id="26" creationId="{2E798C82-087C-FB83-9039-345B0C159F5D}"/>
          </ac:grpSpMkLst>
        </pc:grpChg>
        <pc:grpChg chg="add mod">
          <ac:chgData name="Luiz Alberto Ferreira Gomes" userId="bc531018-f902-4d26-b3af-7ca03fb059d6" providerId="ADAL" clId="{EDDFA21C-3558-4C7A-909A-F573408CF113}" dt="2024-01-28T02:23:56.248" v="2561"/>
          <ac:grpSpMkLst>
            <pc:docMk/>
            <pc:sldMk cId="1997443682" sldId="352"/>
            <ac:grpSpMk id="32" creationId="{7FEB999F-388A-258F-32BA-C335274576C9}"/>
          </ac:grpSpMkLst>
        </pc:grpChg>
        <pc:grpChg chg="add mod">
          <ac:chgData name="Luiz Alberto Ferreira Gomes" userId="bc531018-f902-4d26-b3af-7ca03fb059d6" providerId="ADAL" clId="{EDDFA21C-3558-4C7A-909A-F573408CF113}" dt="2024-01-28T02:23:56.248" v="2561"/>
          <ac:grpSpMkLst>
            <pc:docMk/>
            <pc:sldMk cId="1997443682" sldId="352"/>
            <ac:grpSpMk id="36" creationId="{B7B2A803-F7D7-A28E-2327-10000A5C2558}"/>
          </ac:grpSpMkLst>
        </pc:grpChg>
        <pc:picChg chg="del">
          <ac:chgData name="Luiz Alberto Ferreira Gomes" userId="bc531018-f902-4d26-b3af-7ca03fb059d6" providerId="ADAL" clId="{EDDFA21C-3558-4C7A-909A-F573408CF113}" dt="2024-01-28T02:23:42.608" v="2557" actId="478"/>
          <ac:picMkLst>
            <pc:docMk/>
            <pc:sldMk cId="1997443682" sldId="352"/>
            <ac:picMk id="28" creationId="{FF9EDE68-909A-3FE7-1525-B29CD62E37C6}"/>
          </ac:picMkLst>
        </pc:picChg>
        <pc:picChg chg="mod">
          <ac:chgData name="Luiz Alberto Ferreira Gomes" userId="bc531018-f902-4d26-b3af-7ca03fb059d6" providerId="ADAL" clId="{EDDFA21C-3558-4C7A-909A-F573408CF113}" dt="2024-01-28T02:23:56.248" v="2561"/>
          <ac:picMkLst>
            <pc:docMk/>
            <pc:sldMk cId="1997443682" sldId="352"/>
            <ac:picMk id="38" creationId="{022B4A02-7C58-70F3-008E-42708DF3C7F6}"/>
          </ac:picMkLst>
        </pc:picChg>
        <pc:cxnChg chg="add del mod">
          <ac:chgData name="Luiz Alberto Ferreira Gomes" userId="bc531018-f902-4d26-b3af-7ca03fb059d6" providerId="ADAL" clId="{EDDFA21C-3558-4C7A-909A-F573408CF113}" dt="2024-01-28T02:24:03.246" v="2562" actId="478"/>
          <ac:cxnSpMkLst>
            <pc:docMk/>
            <pc:sldMk cId="1997443682" sldId="352"/>
            <ac:cxnSpMk id="31" creationId="{E088EBA6-0C6A-10F3-096B-3BC6E8C31361}"/>
          </ac:cxnSpMkLst>
        </pc:cxnChg>
        <pc:cxnChg chg="add del mod">
          <ac:chgData name="Luiz Alberto Ferreira Gomes" userId="bc531018-f902-4d26-b3af-7ca03fb059d6" providerId="ADAL" clId="{EDDFA21C-3558-4C7A-909A-F573408CF113}" dt="2024-01-28T02:24:49.780" v="2590" actId="1035"/>
          <ac:cxnSpMkLst>
            <pc:docMk/>
            <pc:sldMk cId="1997443682" sldId="352"/>
            <ac:cxnSpMk id="53" creationId="{D4F9249E-F27E-F072-4A9A-05931339D4A7}"/>
          </ac:cxnSpMkLst>
        </pc:cxnChg>
      </pc:sldChg>
      <pc:sldChg chg="addSp delSp modSp add del mod or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894082282" sldId="353"/>
        </pc:sldMkLst>
        <pc:spChg chg="del">
          <ac:chgData name="Luiz Alberto Ferreira Gomes" userId="bc531018-f902-4d26-b3af-7ca03fb059d6" providerId="ADAL" clId="{EDDFA21C-3558-4C7A-909A-F573408CF113}" dt="2024-01-28T02:26:12.848" v="2593" actId="478"/>
          <ac:spMkLst>
            <pc:docMk/>
            <pc:sldMk cId="894082282" sldId="353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6" creationId="{BEEF2DFF-DA19-78BE-9DA3-2204B0DF5D51}"/>
          </ac:spMkLst>
        </pc:spChg>
        <pc:spChg chg="del">
          <ac:chgData name="Luiz Alberto Ferreira Gomes" userId="bc531018-f902-4d26-b3af-7ca03fb059d6" providerId="ADAL" clId="{EDDFA21C-3558-4C7A-909A-F573408CF113}" dt="2024-01-28T02:25:59.364" v="2591" actId="478"/>
          <ac:spMkLst>
            <pc:docMk/>
            <pc:sldMk cId="894082282" sldId="353"/>
            <ac:spMk id="8" creationId="{FE4C8FB3-CFA7-8C3D-CA3B-68A041D3D4F5}"/>
          </ac:spMkLst>
        </pc:spChg>
        <pc:spChg chg="del">
          <ac:chgData name="Luiz Alberto Ferreira Gomes" userId="bc531018-f902-4d26-b3af-7ca03fb059d6" providerId="ADAL" clId="{EDDFA21C-3558-4C7A-909A-F573408CF113}" dt="2024-01-28T02:25:59.364" v="2591" actId="478"/>
          <ac:spMkLst>
            <pc:docMk/>
            <pc:sldMk cId="894082282" sldId="353"/>
            <ac:spMk id="10" creationId="{DB91D703-D859-A1EB-05FD-0811EC760C75}"/>
          </ac:spMkLst>
        </pc:spChg>
        <pc:spChg chg="del">
          <ac:chgData name="Luiz Alberto Ferreira Gomes" userId="bc531018-f902-4d26-b3af-7ca03fb059d6" providerId="ADAL" clId="{EDDFA21C-3558-4C7A-909A-F573408CF113}" dt="2024-01-28T02:26:12.848" v="2593" actId="478"/>
          <ac:spMkLst>
            <pc:docMk/>
            <pc:sldMk cId="894082282" sldId="353"/>
            <ac:spMk id="11" creationId="{3487E95C-90FB-6BFE-B272-E808C0B9D38A}"/>
          </ac:spMkLst>
        </pc:spChg>
        <pc:spChg chg="del">
          <ac:chgData name="Luiz Alberto Ferreira Gomes" userId="bc531018-f902-4d26-b3af-7ca03fb059d6" providerId="ADAL" clId="{EDDFA21C-3558-4C7A-909A-F573408CF113}" dt="2024-01-28T02:26:05.668" v="2592" actId="478"/>
          <ac:spMkLst>
            <pc:docMk/>
            <pc:sldMk cId="894082282" sldId="353"/>
            <ac:spMk id="12" creationId="{31109CF1-384B-60E0-8B83-439EEDBBA8AA}"/>
          </ac:spMkLst>
        </pc:spChg>
        <pc:spChg chg="del">
          <ac:chgData name="Luiz Alberto Ferreira Gomes" userId="bc531018-f902-4d26-b3af-7ca03fb059d6" providerId="ADAL" clId="{EDDFA21C-3558-4C7A-909A-F573408CF113}" dt="2024-01-28T02:26:12.848" v="2593" actId="478"/>
          <ac:spMkLst>
            <pc:docMk/>
            <pc:sldMk cId="894082282" sldId="353"/>
            <ac:spMk id="13" creationId="{4EFE918B-3F71-4134-FCCB-D78B84873D70}"/>
          </ac:spMkLst>
        </pc:spChg>
        <pc:spChg chg="del">
          <ac:chgData name="Luiz Alberto Ferreira Gomes" userId="bc531018-f902-4d26-b3af-7ca03fb059d6" providerId="ADAL" clId="{EDDFA21C-3558-4C7A-909A-F573408CF113}" dt="2024-01-28T02:26:05.668" v="2592" actId="478"/>
          <ac:spMkLst>
            <pc:docMk/>
            <pc:sldMk cId="894082282" sldId="353"/>
            <ac:spMk id="14" creationId="{6FB60BD7-0D90-4AA4-6F62-DB2855F524D7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16" creationId="{A028F171-C1B2-A939-D1B9-EB88DBE1C4E1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20" creationId="{BFF21D3A-1D9B-2B61-C5D6-A06890399FD2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21" creationId="{1C84D46A-7804-AC75-AF1E-1A658CD71CA9}"/>
          </ac:spMkLst>
        </pc:spChg>
        <pc:spChg chg="del">
          <ac:chgData name="Luiz Alberto Ferreira Gomes" userId="bc531018-f902-4d26-b3af-7ca03fb059d6" providerId="ADAL" clId="{EDDFA21C-3558-4C7A-909A-F573408CF113}" dt="2024-01-28T02:26:12.848" v="2593" actId="478"/>
          <ac:spMkLst>
            <pc:docMk/>
            <pc:sldMk cId="894082282" sldId="353"/>
            <ac:spMk id="22" creationId="{DC7F5639-687A-9827-1A1F-CA59AD59DAE5}"/>
          </ac:spMkLst>
        </pc:spChg>
        <pc:spChg chg="del">
          <ac:chgData name="Luiz Alberto Ferreira Gomes" userId="bc531018-f902-4d26-b3af-7ca03fb059d6" providerId="ADAL" clId="{EDDFA21C-3558-4C7A-909A-F573408CF113}" dt="2024-01-28T02:26:05.668" v="2592" actId="478"/>
          <ac:spMkLst>
            <pc:docMk/>
            <pc:sldMk cId="894082282" sldId="353"/>
            <ac:spMk id="23" creationId="{FF7A9FA1-3EED-2D44-723F-D9A023EA675E}"/>
          </ac:spMkLst>
        </pc:spChg>
        <pc:spChg chg="del">
          <ac:chgData name="Luiz Alberto Ferreira Gomes" userId="bc531018-f902-4d26-b3af-7ca03fb059d6" providerId="ADAL" clId="{EDDFA21C-3558-4C7A-909A-F573408CF113}" dt="2024-01-28T02:25:59.364" v="2591" actId="478"/>
          <ac:spMkLst>
            <pc:docMk/>
            <pc:sldMk cId="894082282" sldId="353"/>
            <ac:spMk id="24" creationId="{390C67C7-EC7D-C96B-FFAC-19B9725FB21B}"/>
          </ac:spMkLst>
        </pc:spChg>
        <pc:spChg chg="del">
          <ac:chgData name="Luiz Alberto Ferreira Gomes" userId="bc531018-f902-4d26-b3af-7ca03fb059d6" providerId="ADAL" clId="{EDDFA21C-3558-4C7A-909A-F573408CF113}" dt="2024-01-28T02:25:59.364" v="2591" actId="478"/>
          <ac:spMkLst>
            <pc:docMk/>
            <pc:sldMk cId="894082282" sldId="353"/>
            <ac:spMk id="25" creationId="{A6783CE0-91E0-7B34-600A-46CF73FC6F26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29" creationId="{18E2CC3B-5E0B-BCCD-FBC9-35073989875D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30" creationId="{EFAA450E-FA55-C73A-7454-3BB5AA85555A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33" creationId="{419AF295-197E-A3E7-D050-9D1089A99300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34" creationId="{A3806CB5-E563-C14A-3827-1B11FC82F4CF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35" creationId="{689A469F-0071-7697-56B3-F45C1F840169}"/>
          </ac:spMkLst>
        </pc:spChg>
        <pc:spChg chg="mod">
          <ac:chgData name="Luiz Alberto Ferreira Gomes" userId="bc531018-f902-4d26-b3af-7ca03fb059d6" providerId="ADAL" clId="{EDDFA21C-3558-4C7A-909A-F573408CF113}" dt="2024-01-28T02:26:16.084" v="2594"/>
          <ac:spMkLst>
            <pc:docMk/>
            <pc:sldMk cId="894082282" sldId="353"/>
            <ac:spMk id="37" creationId="{A329D225-D83F-6AAA-5AE8-74658F06FEF3}"/>
          </ac:spMkLst>
        </pc:spChg>
        <pc:grpChg chg="add mod">
          <ac:chgData name="Luiz Alberto Ferreira Gomes" userId="bc531018-f902-4d26-b3af-7ca03fb059d6" providerId="ADAL" clId="{EDDFA21C-3558-4C7A-909A-F573408CF113}" dt="2024-01-28T02:26:16.084" v="2594"/>
          <ac:grpSpMkLst>
            <pc:docMk/>
            <pc:sldMk cId="894082282" sldId="353"/>
            <ac:grpSpMk id="4" creationId="{E6947DB9-7F34-BDD6-CA0A-CC829FF2BD63}"/>
          </ac:grpSpMkLst>
        </pc:grpChg>
        <pc:grpChg chg="add mod">
          <ac:chgData name="Luiz Alberto Ferreira Gomes" userId="bc531018-f902-4d26-b3af-7ca03fb059d6" providerId="ADAL" clId="{EDDFA21C-3558-4C7A-909A-F573408CF113}" dt="2024-01-28T02:26:16.084" v="2594"/>
          <ac:grpSpMkLst>
            <pc:docMk/>
            <pc:sldMk cId="894082282" sldId="353"/>
            <ac:grpSpMk id="18" creationId="{2FAC418D-81A3-B437-BD29-3EF594FED512}"/>
          </ac:grpSpMkLst>
        </pc:grpChg>
        <pc:grpChg chg="add mod">
          <ac:chgData name="Luiz Alberto Ferreira Gomes" userId="bc531018-f902-4d26-b3af-7ca03fb059d6" providerId="ADAL" clId="{EDDFA21C-3558-4C7A-909A-F573408CF113}" dt="2024-01-28T02:26:16.084" v="2594"/>
          <ac:grpSpMkLst>
            <pc:docMk/>
            <pc:sldMk cId="894082282" sldId="353"/>
            <ac:grpSpMk id="26" creationId="{CDBEBBDC-5796-8164-3799-4C16F8ABE3E5}"/>
          </ac:grpSpMkLst>
        </pc:grpChg>
        <pc:grpChg chg="add mod">
          <ac:chgData name="Luiz Alberto Ferreira Gomes" userId="bc531018-f902-4d26-b3af-7ca03fb059d6" providerId="ADAL" clId="{EDDFA21C-3558-4C7A-909A-F573408CF113}" dt="2024-01-28T02:26:16.084" v="2594"/>
          <ac:grpSpMkLst>
            <pc:docMk/>
            <pc:sldMk cId="894082282" sldId="353"/>
            <ac:grpSpMk id="32" creationId="{D8D1D6E2-0E29-03A6-6591-740DA6D94F9D}"/>
          </ac:grpSpMkLst>
        </pc:grpChg>
        <pc:grpChg chg="add mod">
          <ac:chgData name="Luiz Alberto Ferreira Gomes" userId="bc531018-f902-4d26-b3af-7ca03fb059d6" providerId="ADAL" clId="{EDDFA21C-3558-4C7A-909A-F573408CF113}" dt="2024-01-28T02:26:16.084" v="2594"/>
          <ac:grpSpMkLst>
            <pc:docMk/>
            <pc:sldMk cId="894082282" sldId="353"/>
            <ac:grpSpMk id="36" creationId="{31A5B500-E5FD-9AED-BF58-104B9BC562A7}"/>
          </ac:grpSpMkLst>
        </pc:grpChg>
        <pc:picChg chg="del">
          <ac:chgData name="Luiz Alberto Ferreira Gomes" userId="bc531018-f902-4d26-b3af-7ca03fb059d6" providerId="ADAL" clId="{EDDFA21C-3558-4C7A-909A-F573408CF113}" dt="2024-01-28T02:26:05.668" v="2592" actId="478"/>
          <ac:picMkLst>
            <pc:docMk/>
            <pc:sldMk cId="894082282" sldId="353"/>
            <ac:picMk id="28" creationId="{FF9EDE68-909A-3FE7-1525-B29CD62E37C6}"/>
          </ac:picMkLst>
        </pc:picChg>
        <pc:picChg chg="mod">
          <ac:chgData name="Luiz Alberto Ferreira Gomes" userId="bc531018-f902-4d26-b3af-7ca03fb059d6" providerId="ADAL" clId="{EDDFA21C-3558-4C7A-909A-F573408CF113}" dt="2024-01-28T02:26:16.084" v="2594"/>
          <ac:picMkLst>
            <pc:docMk/>
            <pc:sldMk cId="894082282" sldId="353"/>
            <ac:picMk id="38" creationId="{D0AAB540-9E78-93B9-54D6-880E3E31E9AA}"/>
          </ac:picMkLst>
        </pc:picChg>
        <pc:cxnChg chg="add del mod">
          <ac:chgData name="Luiz Alberto Ferreira Gomes" userId="bc531018-f902-4d26-b3af-7ca03fb059d6" providerId="ADAL" clId="{EDDFA21C-3558-4C7A-909A-F573408CF113}" dt="2024-01-28T02:26:20.912" v="2595" actId="478"/>
          <ac:cxnSpMkLst>
            <pc:docMk/>
            <pc:sldMk cId="894082282" sldId="353"/>
            <ac:cxnSpMk id="31" creationId="{55099DA8-9131-44F1-AC97-DD6857112B4B}"/>
          </ac:cxnSpMkLst>
        </pc:cxnChg>
        <pc:cxnChg chg="mod">
          <ac:chgData name="Luiz Alberto Ferreira Gomes" userId="bc531018-f902-4d26-b3af-7ca03fb059d6" providerId="ADAL" clId="{EDDFA21C-3558-4C7A-909A-F573408CF113}" dt="2024-01-28T02:26:39.566" v="2617" actId="1036"/>
          <ac:cxnSpMkLst>
            <pc:docMk/>
            <pc:sldMk cId="894082282" sldId="353"/>
            <ac:cxnSpMk id="53" creationId="{D4F9249E-F27E-F072-4A9A-05931339D4A7}"/>
          </ac:cxnSpMkLst>
        </pc:cxnChg>
      </pc:sldChg>
      <pc:sldChg chg="addSp delSp modSp add del mod or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351507277" sldId="354"/>
        </pc:sldMkLst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6" creationId="{27E5B00B-372D-4526-9EE8-5DA42E54042F}"/>
          </ac:spMkLst>
        </pc:spChg>
        <pc:spChg chg="del">
          <ac:chgData name="Luiz Alberto Ferreira Gomes" userId="bc531018-f902-4d26-b3af-7ca03fb059d6" providerId="ADAL" clId="{EDDFA21C-3558-4C7A-909A-F573408CF113}" dt="2024-01-28T02:27:04.106" v="2620" actId="478"/>
          <ac:spMkLst>
            <pc:docMk/>
            <pc:sldMk cId="351507277" sldId="354"/>
            <ac:spMk id="8" creationId="{FE4C8FB3-CFA7-8C3D-CA3B-68A041D3D4F5}"/>
          </ac:spMkLst>
        </pc:spChg>
        <pc:spChg chg="del">
          <ac:chgData name="Luiz Alberto Ferreira Gomes" userId="bc531018-f902-4d26-b3af-7ca03fb059d6" providerId="ADAL" clId="{EDDFA21C-3558-4C7A-909A-F573408CF113}" dt="2024-01-28T02:27:04.106" v="2620" actId="478"/>
          <ac:spMkLst>
            <pc:docMk/>
            <pc:sldMk cId="351507277" sldId="354"/>
            <ac:spMk id="10" creationId="{DB91D703-D859-A1EB-05FD-0811EC760C75}"/>
          </ac:spMkLst>
        </pc:spChg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11" creationId="{3487E95C-90FB-6BFE-B272-E808C0B9D38A}"/>
          </ac:spMkLst>
        </pc:spChg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12" creationId="{31109CF1-384B-60E0-8B83-439EEDBBA8AA}"/>
          </ac:spMkLst>
        </pc:spChg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13" creationId="{4EFE918B-3F71-4134-FCCB-D78B84873D70}"/>
          </ac:spMkLst>
        </pc:spChg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14" creationId="{6FB60BD7-0D90-4AA4-6F62-DB2855F524D7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16" creationId="{AE1F0FE6-C47D-6943-B39C-EA53C4E4C9E1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20" creationId="{5DF68BBD-9EC4-6A66-29F5-D4ED19C78936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21" creationId="{04707449-0D9A-FAFD-5A2D-539637E94292}"/>
          </ac:spMkLst>
        </pc:spChg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22" creationId="{DC7F5639-687A-9827-1A1F-CA59AD59DAE5}"/>
          </ac:spMkLst>
        </pc:spChg>
        <pc:spChg chg="add del">
          <ac:chgData name="Luiz Alberto Ferreira Gomes" userId="bc531018-f902-4d26-b3af-7ca03fb059d6" providerId="ADAL" clId="{EDDFA21C-3558-4C7A-909A-F573408CF113}" dt="2024-01-28T02:27:09.274" v="2621" actId="478"/>
          <ac:spMkLst>
            <pc:docMk/>
            <pc:sldMk cId="351507277" sldId="354"/>
            <ac:spMk id="23" creationId="{FF7A9FA1-3EED-2D44-723F-D9A023EA675E}"/>
          </ac:spMkLst>
        </pc:spChg>
        <pc:spChg chg="add del">
          <ac:chgData name="Luiz Alberto Ferreira Gomes" userId="bc531018-f902-4d26-b3af-7ca03fb059d6" providerId="ADAL" clId="{EDDFA21C-3558-4C7A-909A-F573408CF113}" dt="2024-01-28T02:27:12.254" v="2622" actId="478"/>
          <ac:spMkLst>
            <pc:docMk/>
            <pc:sldMk cId="351507277" sldId="354"/>
            <ac:spMk id="24" creationId="{390C67C7-EC7D-C96B-FFAC-19B9725FB21B}"/>
          </ac:spMkLst>
        </pc:spChg>
        <pc:spChg chg="add del">
          <ac:chgData name="Luiz Alberto Ferreira Gomes" userId="bc531018-f902-4d26-b3af-7ca03fb059d6" providerId="ADAL" clId="{EDDFA21C-3558-4C7A-909A-F573408CF113}" dt="2024-01-28T02:27:15.593" v="2623" actId="478"/>
          <ac:spMkLst>
            <pc:docMk/>
            <pc:sldMk cId="351507277" sldId="354"/>
            <ac:spMk id="25" creationId="{A6783CE0-91E0-7B34-600A-46CF73FC6F26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29" creationId="{FCE59349-E645-A260-4964-B804D7D78F22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30" creationId="{C92E2A5C-7753-90B8-DC09-EC7CB84ABF16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33" creationId="{675AAE5D-B7DF-CB17-4AA5-DAF9DB2A2F81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34" creationId="{6AB61F01-8137-FA7E-F898-FEF9953654E9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35" creationId="{D7CC02AC-B334-869E-DFF2-52D8126711C9}"/>
          </ac:spMkLst>
        </pc:spChg>
        <pc:spChg chg="mod">
          <ac:chgData name="Luiz Alberto Ferreira Gomes" userId="bc531018-f902-4d26-b3af-7ca03fb059d6" providerId="ADAL" clId="{EDDFA21C-3558-4C7A-909A-F573408CF113}" dt="2024-01-28T02:27:16.960" v="2624"/>
          <ac:spMkLst>
            <pc:docMk/>
            <pc:sldMk cId="351507277" sldId="354"/>
            <ac:spMk id="37" creationId="{F232D3F7-1E15-782E-422B-755D56082001}"/>
          </ac:spMkLst>
        </pc:spChg>
        <pc:grpChg chg="add mod">
          <ac:chgData name="Luiz Alberto Ferreira Gomes" userId="bc531018-f902-4d26-b3af-7ca03fb059d6" providerId="ADAL" clId="{EDDFA21C-3558-4C7A-909A-F573408CF113}" dt="2024-01-28T02:27:16.960" v="2624"/>
          <ac:grpSpMkLst>
            <pc:docMk/>
            <pc:sldMk cId="351507277" sldId="354"/>
            <ac:grpSpMk id="4" creationId="{45F4D43B-9108-017A-3217-3A2D73F95E7A}"/>
          </ac:grpSpMkLst>
        </pc:grpChg>
        <pc:grpChg chg="add mod">
          <ac:chgData name="Luiz Alberto Ferreira Gomes" userId="bc531018-f902-4d26-b3af-7ca03fb059d6" providerId="ADAL" clId="{EDDFA21C-3558-4C7A-909A-F573408CF113}" dt="2024-01-28T02:27:16.960" v="2624"/>
          <ac:grpSpMkLst>
            <pc:docMk/>
            <pc:sldMk cId="351507277" sldId="354"/>
            <ac:grpSpMk id="18" creationId="{EAB38E1B-77A0-32BA-86F7-D4FDC203E633}"/>
          </ac:grpSpMkLst>
        </pc:grpChg>
        <pc:grpChg chg="add mod">
          <ac:chgData name="Luiz Alberto Ferreira Gomes" userId="bc531018-f902-4d26-b3af-7ca03fb059d6" providerId="ADAL" clId="{EDDFA21C-3558-4C7A-909A-F573408CF113}" dt="2024-01-28T02:27:16.960" v="2624"/>
          <ac:grpSpMkLst>
            <pc:docMk/>
            <pc:sldMk cId="351507277" sldId="354"/>
            <ac:grpSpMk id="26" creationId="{02931A26-65AD-32C8-182A-041C0B2351FC}"/>
          </ac:grpSpMkLst>
        </pc:grpChg>
        <pc:grpChg chg="add mod">
          <ac:chgData name="Luiz Alberto Ferreira Gomes" userId="bc531018-f902-4d26-b3af-7ca03fb059d6" providerId="ADAL" clId="{EDDFA21C-3558-4C7A-909A-F573408CF113}" dt="2024-01-28T02:27:16.960" v="2624"/>
          <ac:grpSpMkLst>
            <pc:docMk/>
            <pc:sldMk cId="351507277" sldId="354"/>
            <ac:grpSpMk id="32" creationId="{F58372E3-50CA-3B9F-774A-B392BFB7A97A}"/>
          </ac:grpSpMkLst>
        </pc:grpChg>
        <pc:grpChg chg="add mod">
          <ac:chgData name="Luiz Alberto Ferreira Gomes" userId="bc531018-f902-4d26-b3af-7ca03fb059d6" providerId="ADAL" clId="{EDDFA21C-3558-4C7A-909A-F573408CF113}" dt="2024-01-28T02:27:16.960" v="2624"/>
          <ac:grpSpMkLst>
            <pc:docMk/>
            <pc:sldMk cId="351507277" sldId="354"/>
            <ac:grpSpMk id="36" creationId="{A71BAC92-3FA7-4980-A9E0-36C265665B4B}"/>
          </ac:grpSpMkLst>
        </pc:grpChg>
        <pc:picChg chg="add del">
          <ac:chgData name="Luiz Alberto Ferreira Gomes" userId="bc531018-f902-4d26-b3af-7ca03fb059d6" providerId="ADAL" clId="{EDDFA21C-3558-4C7A-909A-F573408CF113}" dt="2024-01-28T02:27:09.274" v="2621" actId="478"/>
          <ac:picMkLst>
            <pc:docMk/>
            <pc:sldMk cId="351507277" sldId="354"/>
            <ac:picMk id="28" creationId="{FF9EDE68-909A-3FE7-1525-B29CD62E37C6}"/>
          </ac:picMkLst>
        </pc:picChg>
        <pc:picChg chg="mod">
          <ac:chgData name="Luiz Alberto Ferreira Gomes" userId="bc531018-f902-4d26-b3af-7ca03fb059d6" providerId="ADAL" clId="{EDDFA21C-3558-4C7A-909A-F573408CF113}" dt="2024-01-28T02:27:16.960" v="2624"/>
          <ac:picMkLst>
            <pc:docMk/>
            <pc:sldMk cId="351507277" sldId="354"/>
            <ac:picMk id="38" creationId="{D0EEEEDD-0A03-A808-F789-0CECAC93B3F1}"/>
          </ac:picMkLst>
        </pc:picChg>
        <pc:cxnChg chg="add del mod">
          <ac:chgData name="Luiz Alberto Ferreira Gomes" userId="bc531018-f902-4d26-b3af-7ca03fb059d6" providerId="ADAL" clId="{EDDFA21C-3558-4C7A-909A-F573408CF113}" dt="2024-01-28T02:27:51.452" v="2640" actId="478"/>
          <ac:cxnSpMkLst>
            <pc:docMk/>
            <pc:sldMk cId="351507277" sldId="354"/>
            <ac:cxnSpMk id="31" creationId="{84570AD3-B4AF-A003-B380-B2F74BE6E806}"/>
          </ac:cxnSpMkLst>
        </pc:cxnChg>
        <pc:cxnChg chg="add del mod">
          <ac:chgData name="Luiz Alberto Ferreira Gomes" userId="bc531018-f902-4d26-b3af-7ca03fb059d6" providerId="ADAL" clId="{EDDFA21C-3558-4C7A-909A-F573408CF113}" dt="2024-01-28T02:27:34.335" v="2639" actId="1036"/>
          <ac:cxnSpMkLst>
            <pc:docMk/>
            <pc:sldMk cId="351507277" sldId="354"/>
            <ac:cxnSpMk id="53" creationId="{D4F9249E-F27E-F072-4A9A-05931339D4A7}"/>
          </ac:cxnSpMkLst>
        </pc:cxnChg>
      </pc:sldChg>
      <pc:sldChg chg="modSp add del mod">
        <pc:chgData name="Luiz Alberto Ferreira Gomes" userId="bc531018-f902-4d26-b3af-7ca03fb059d6" providerId="ADAL" clId="{EDDFA21C-3558-4C7A-909A-F573408CF113}" dt="2024-01-28T02:27:59.040" v="2641" actId="47"/>
        <pc:sldMkLst>
          <pc:docMk/>
          <pc:sldMk cId="1517673951" sldId="355"/>
        </pc:sldMkLst>
        <pc:cxnChg chg="mod">
          <ac:chgData name="Luiz Alberto Ferreira Gomes" userId="bc531018-f902-4d26-b3af-7ca03fb059d6" providerId="ADAL" clId="{EDDFA21C-3558-4C7A-909A-F573408CF113}" dt="2024-01-28T01:12:58.067" v="2347" actId="1036"/>
          <ac:cxnSpMkLst>
            <pc:docMk/>
            <pc:sldMk cId="1517673951" sldId="355"/>
            <ac:cxnSpMk id="53" creationId="{D4F9249E-F27E-F072-4A9A-05931339D4A7}"/>
          </ac:cxnSpMkLst>
        </pc:cxnChg>
      </pc:sldChg>
      <pc:sldChg chg="addSp modSp add mod modNotesTx">
        <pc:chgData name="Luiz Alberto Ferreira Gomes" userId="bc531018-f902-4d26-b3af-7ca03fb059d6" providerId="ADAL" clId="{EDDFA21C-3558-4C7A-909A-F573408CF113}" dt="2024-02-08T14:10:33.213" v="4976"/>
        <pc:sldMkLst>
          <pc:docMk/>
          <pc:sldMk cId="3901195568" sldId="356"/>
        </pc:sldMkLst>
        <pc:spChg chg="add mod">
          <ac:chgData name="Luiz Alberto Ferreira Gomes" userId="bc531018-f902-4d26-b3af-7ca03fb059d6" providerId="ADAL" clId="{EDDFA21C-3558-4C7A-909A-F573408CF113}" dt="2024-02-08T14:10:33.213" v="4976"/>
          <ac:spMkLst>
            <pc:docMk/>
            <pc:sldMk cId="3901195568" sldId="356"/>
            <ac:spMk id="2" creationId="{46E48208-326D-3A5F-F4F3-0EF968F699A7}"/>
          </ac:spMkLst>
        </pc:spChg>
      </pc:sldChg>
      <pc:sldChg chg="add del">
        <pc:chgData name="Luiz Alberto Ferreira Gomes" userId="bc531018-f902-4d26-b3af-7ca03fb059d6" providerId="ADAL" clId="{EDDFA21C-3558-4C7A-909A-F573408CF113}" dt="2024-01-28T01:49:27.001" v="2456" actId="47"/>
        <pc:sldMkLst>
          <pc:docMk/>
          <pc:sldMk cId="2219565062" sldId="357"/>
        </pc:sldMkLst>
      </pc:sldChg>
      <pc:sldChg chg="add del">
        <pc:chgData name="Luiz Alberto Ferreira Gomes" userId="bc531018-f902-4d26-b3af-7ca03fb059d6" providerId="ADAL" clId="{EDDFA21C-3558-4C7A-909A-F573408CF113}" dt="2024-01-28T02:46:56.499" v="2800" actId="47"/>
        <pc:sldMkLst>
          <pc:docMk/>
          <pc:sldMk cId="3050972228" sldId="357"/>
        </pc:sldMkLst>
      </pc:sldChg>
      <pc:sldChg chg="addSp delSp modSp add del mod ord modShow modNotesTx">
        <pc:chgData name="Luiz Alberto Ferreira Gomes" userId="bc531018-f902-4d26-b3af-7ca03fb059d6" providerId="ADAL" clId="{EDDFA21C-3558-4C7A-909A-F573408CF113}" dt="2024-02-09T12:28:09.416" v="4993" actId="47"/>
        <pc:sldMkLst>
          <pc:docMk/>
          <pc:sldMk cId="3627311618" sldId="357"/>
        </pc:sldMkLst>
        <pc:spChg chg="add del mod">
          <ac:chgData name="Luiz Alberto Ferreira Gomes" userId="bc531018-f902-4d26-b3af-7ca03fb059d6" providerId="ADAL" clId="{EDDFA21C-3558-4C7A-909A-F573408CF113}" dt="2024-01-28T02:51:12.003" v="2974" actId="478"/>
          <ac:spMkLst>
            <pc:docMk/>
            <pc:sldMk cId="3627311618" sldId="357"/>
            <ac:spMk id="3" creationId="{07D8E2CF-1F92-C52A-EB22-54D95F1A7C61}"/>
          </ac:spMkLst>
        </pc:spChg>
        <pc:spChg chg="add mod">
          <ac:chgData name="Luiz Alberto Ferreira Gomes" userId="bc531018-f902-4d26-b3af-7ca03fb059d6" providerId="ADAL" clId="{EDDFA21C-3558-4C7A-909A-F573408CF113}" dt="2024-01-28T02:51:12.918" v="2975"/>
          <ac:spMkLst>
            <pc:docMk/>
            <pc:sldMk cId="3627311618" sldId="357"/>
            <ac:spMk id="4" creationId="{D2E1B15B-DE3C-8B11-2747-E83D0E6A2FC3}"/>
          </ac:spMkLst>
        </pc:spChg>
        <pc:spChg chg="mod">
          <ac:chgData name="Luiz Alberto Ferreira Gomes" userId="bc531018-f902-4d26-b3af-7ca03fb059d6" providerId="ADAL" clId="{EDDFA21C-3558-4C7A-909A-F573408CF113}" dt="2024-01-28T20:16:04.382" v="4812"/>
          <ac:spMkLst>
            <pc:docMk/>
            <pc:sldMk cId="3627311618" sldId="357"/>
            <ac:spMk id="6" creationId="{46C977BE-E78C-6531-5480-5C599D677C6E}"/>
          </ac:spMkLst>
        </pc:spChg>
        <pc:spChg chg="mod">
          <ac:chgData name="Luiz Alberto Ferreira Gomes" userId="bc531018-f902-4d26-b3af-7ca03fb059d6" providerId="ADAL" clId="{EDDFA21C-3558-4C7A-909A-F573408CF113}" dt="2024-01-28T20:16:04.382" v="4812"/>
          <ac:spMkLst>
            <pc:docMk/>
            <pc:sldMk cId="3627311618" sldId="357"/>
            <ac:spMk id="8" creationId="{ABF077D9-3956-FB49-E666-7E2BAADE99DE}"/>
          </ac:spMkLst>
        </pc:spChg>
        <pc:spChg chg="mod">
          <ac:chgData name="Luiz Alberto Ferreira Gomes" userId="bc531018-f902-4d26-b3af-7ca03fb059d6" providerId="ADAL" clId="{EDDFA21C-3558-4C7A-909A-F573408CF113}" dt="2024-01-28T20:16:04.382" v="4812"/>
          <ac:spMkLst>
            <pc:docMk/>
            <pc:sldMk cId="3627311618" sldId="357"/>
            <ac:spMk id="16" creationId="{DA70F39A-B6C2-9F0B-3B20-78E2E573707B}"/>
          </ac:spMkLst>
        </pc:spChg>
        <pc:spChg chg="mod">
          <ac:chgData name="Luiz Alberto Ferreira Gomes" userId="bc531018-f902-4d26-b3af-7ca03fb059d6" providerId="ADAL" clId="{EDDFA21C-3558-4C7A-909A-F573408CF113}" dt="2024-01-28T20:16:04.382" v="4812"/>
          <ac:spMkLst>
            <pc:docMk/>
            <pc:sldMk cId="3627311618" sldId="357"/>
            <ac:spMk id="18" creationId="{6B3E9CEA-D89E-584D-3C78-2C9068F67D36}"/>
          </ac:spMkLst>
        </pc:spChg>
        <pc:spChg chg="del">
          <ac:chgData name="Luiz Alberto Ferreira Gomes" userId="bc531018-f902-4d26-b3af-7ca03fb059d6" providerId="ADAL" clId="{EDDFA21C-3558-4C7A-909A-F573408CF113}" dt="2024-01-28T02:50:37.523" v="2960" actId="478"/>
          <ac:spMkLst>
            <pc:docMk/>
            <pc:sldMk cId="3627311618" sldId="357"/>
            <ac:spMk id="27" creationId="{561E9D6F-FBE1-6008-A9D0-9F28766EDBC1}"/>
          </ac:spMkLst>
        </pc:spChg>
        <pc:grpChg chg="add mod">
          <ac:chgData name="Luiz Alberto Ferreira Gomes" userId="bc531018-f902-4d26-b3af-7ca03fb059d6" providerId="ADAL" clId="{EDDFA21C-3558-4C7A-909A-F573408CF113}" dt="2024-01-28T20:16:04.382" v="4812"/>
          <ac:grpSpMkLst>
            <pc:docMk/>
            <pc:sldMk cId="3627311618" sldId="357"/>
            <ac:grpSpMk id="3" creationId="{8646C5A8-A9A3-B625-CC0E-E76E21E0C345}"/>
          </ac:grpSpMkLst>
        </pc:grpChg>
        <pc:grpChg chg="add mod">
          <ac:chgData name="Luiz Alberto Ferreira Gomes" userId="bc531018-f902-4d26-b3af-7ca03fb059d6" providerId="ADAL" clId="{EDDFA21C-3558-4C7A-909A-F573408CF113}" dt="2024-01-28T20:16:04.382" v="4812"/>
          <ac:grpSpMkLst>
            <pc:docMk/>
            <pc:sldMk cId="3627311618" sldId="357"/>
            <ac:grpSpMk id="10" creationId="{3AA572A9-6FF6-12CB-2BC7-E73FF9C0735F}"/>
          </ac:grpSpMkLst>
        </pc:grpChg>
        <pc:grpChg chg="del">
          <ac:chgData name="Luiz Alberto Ferreira Gomes" userId="bc531018-f902-4d26-b3af-7ca03fb059d6" providerId="ADAL" clId="{EDDFA21C-3558-4C7A-909A-F573408CF113}" dt="2024-01-28T20:15:57.622" v="4809" actId="478"/>
          <ac:grpSpMkLst>
            <pc:docMk/>
            <pc:sldMk cId="3627311618" sldId="357"/>
            <ac:grpSpMk id="26" creationId="{51F533F0-2F16-CD1A-07AE-EC56F5DDDA48}"/>
          </ac:grpSpMkLst>
        </pc:grpChg>
        <pc:grpChg chg="del">
          <ac:chgData name="Luiz Alberto Ferreira Gomes" userId="bc531018-f902-4d26-b3af-7ca03fb059d6" providerId="ADAL" clId="{EDDFA21C-3558-4C7A-909A-F573408CF113}" dt="2024-01-28T20:16:00.785" v="4810" actId="478"/>
          <ac:grpSpMkLst>
            <pc:docMk/>
            <pc:sldMk cId="3627311618" sldId="357"/>
            <ac:grpSpMk id="28" creationId="{262FBDDD-7771-039D-C63C-E8ADB1A2381C}"/>
          </ac:grpSpMkLst>
        </pc:grpChg>
        <pc:grpChg chg="del">
          <ac:chgData name="Luiz Alberto Ferreira Gomes" userId="bc531018-f902-4d26-b3af-7ca03fb059d6" providerId="ADAL" clId="{EDDFA21C-3558-4C7A-909A-F573408CF113}" dt="2024-01-28T20:16:03.178" v="4811" actId="478"/>
          <ac:grpSpMkLst>
            <pc:docMk/>
            <pc:sldMk cId="3627311618" sldId="357"/>
            <ac:grpSpMk id="29" creationId="{CE718BFB-70D7-F389-EDA4-15BE21F1E858}"/>
          </ac:grpSpMkLst>
        </pc:grpChg>
        <pc:cxnChg chg="mod">
          <ac:chgData name="Luiz Alberto Ferreira Gomes" userId="bc531018-f902-4d26-b3af-7ca03fb059d6" providerId="ADAL" clId="{EDDFA21C-3558-4C7A-909A-F573408CF113}" dt="2024-01-28T02:49:40.432" v="2907" actId="1036"/>
          <ac:cxnSpMkLst>
            <pc:docMk/>
            <pc:sldMk cId="3627311618" sldId="357"/>
            <ac:cxnSpMk id="53" creationId="{D4F9249E-F27E-F072-4A9A-05931339D4A7}"/>
          </ac:cxnSpMkLst>
        </pc:cxnChg>
      </pc:sldChg>
      <pc:sldChg chg="addSp delSp modSp add del mod">
        <pc:chgData name="Luiz Alberto Ferreira Gomes" userId="bc531018-f902-4d26-b3af-7ca03fb059d6" providerId="ADAL" clId="{EDDFA21C-3558-4C7A-909A-F573408CF113}" dt="2024-01-28T20:20:40.608" v="4822" actId="47"/>
        <pc:sldMkLst>
          <pc:docMk/>
          <pc:sldMk cId="747558257" sldId="358"/>
        </pc:sldMkLst>
        <pc:spChg chg="add mod">
          <ac:chgData name="Luiz Alberto Ferreira Gomes" userId="bc531018-f902-4d26-b3af-7ca03fb059d6" providerId="ADAL" clId="{EDDFA21C-3558-4C7A-909A-F573408CF113}" dt="2024-01-28T02:51:24.535" v="2977"/>
          <ac:spMkLst>
            <pc:docMk/>
            <pc:sldMk cId="747558257" sldId="358"/>
            <ac:spMk id="3" creationId="{D80A5275-B82B-D684-407C-27FDE3634A45}"/>
          </ac:spMkLst>
        </pc:spChg>
        <pc:spChg chg="mod">
          <ac:chgData name="Luiz Alberto Ferreira Gomes" userId="bc531018-f902-4d26-b3af-7ca03fb059d6" providerId="ADAL" clId="{EDDFA21C-3558-4C7A-909A-F573408CF113}" dt="2024-01-28T02:50:15.124" v="2953" actId="12788"/>
          <ac:spMkLst>
            <pc:docMk/>
            <pc:sldMk cId="747558257" sldId="358"/>
            <ac:spMk id="19" creationId="{42F27CD5-E1EC-CA31-D9FF-172964BED723}"/>
          </ac:spMkLst>
        </pc:spChg>
        <pc:spChg chg="del mod">
          <ac:chgData name="Luiz Alberto Ferreira Gomes" userId="bc531018-f902-4d26-b3af-7ca03fb059d6" providerId="ADAL" clId="{EDDFA21C-3558-4C7A-909A-F573408CF113}" dt="2024-01-28T02:51:23.572" v="2976" actId="478"/>
          <ac:spMkLst>
            <pc:docMk/>
            <pc:sldMk cId="747558257" sldId="358"/>
            <ac:spMk id="27" creationId="{561E9D6F-FBE1-6008-A9D0-9F28766EDBC1}"/>
          </ac:spMkLst>
        </pc:spChg>
        <pc:cxnChg chg="mod">
          <ac:chgData name="Luiz Alberto Ferreira Gomes" userId="bc531018-f902-4d26-b3af-7ca03fb059d6" providerId="ADAL" clId="{EDDFA21C-3558-4C7A-909A-F573408CF113}" dt="2024-01-28T02:49:53.505" v="2945" actId="1036"/>
          <ac:cxnSpMkLst>
            <pc:docMk/>
            <pc:sldMk cId="747558257" sldId="358"/>
            <ac:cxnSpMk id="53" creationId="{D4F9249E-F27E-F072-4A9A-05931339D4A7}"/>
          </ac:cxnSpMkLst>
        </pc:cxnChg>
      </pc:sldChg>
      <pc:sldChg chg="add del">
        <pc:chgData name="Luiz Alberto Ferreira Gomes" userId="bc531018-f902-4d26-b3af-7ca03fb059d6" providerId="ADAL" clId="{EDDFA21C-3558-4C7A-909A-F573408CF113}" dt="2024-01-28T02:46:59.285" v="2801" actId="47"/>
        <pc:sldMkLst>
          <pc:docMk/>
          <pc:sldMk cId="2498754419" sldId="358"/>
        </pc:sldMkLst>
      </pc:sldChg>
      <pc:sldMasterChg chg="add del addSldLayout delSldLayout">
        <pc:chgData name="Luiz Alberto Ferreira Gomes" userId="bc531018-f902-4d26-b3af-7ca03fb059d6" providerId="ADAL" clId="{EDDFA21C-3558-4C7A-909A-F573408CF113}" dt="2024-01-25T11:04:14.704" v="40" actId="27028"/>
        <pc:sldMasterMkLst>
          <pc:docMk/>
          <pc:sldMasterMk cId="0" sldId="2147483659"/>
        </pc:sldMasterMkLst>
        <pc:sldLayoutChg chg="add del">
          <pc:chgData name="Luiz Alberto Ferreira Gomes" userId="bc531018-f902-4d26-b3af-7ca03fb059d6" providerId="ADAL" clId="{EDDFA21C-3558-4C7A-909A-F573408CF113}" dt="2024-01-25T11:04:14.704" v="40" actId="27028"/>
          <pc:sldLayoutMkLst>
            <pc:docMk/>
            <pc:sldMasterMk cId="0" sldId="2147483659"/>
            <pc:sldLayoutMk cId="0" sldId="2147483652"/>
          </pc:sldLayoutMkLst>
        </pc:sldLayoutChg>
      </pc:sldMasterChg>
      <pc:sldMasterChg chg="add del addSldLayout delSldLayout">
        <pc:chgData name="Luiz Alberto Ferreira Gomes" userId="bc531018-f902-4d26-b3af-7ca03fb059d6" providerId="ADAL" clId="{EDDFA21C-3558-4C7A-909A-F573408CF113}" dt="2024-01-25T11:21:31.685" v="193" actId="47"/>
        <pc:sldMasterMkLst>
          <pc:docMk/>
          <pc:sldMasterMk cId="0" sldId="2147483794"/>
        </pc:sldMasterMkLst>
        <pc:sldLayoutChg chg="add del">
          <pc:chgData name="Luiz Alberto Ferreira Gomes" userId="bc531018-f902-4d26-b3af-7ca03fb059d6" providerId="ADAL" clId="{EDDFA21C-3558-4C7A-909A-F573408CF113}" dt="2024-01-25T11:21:31.685" v="193" actId="47"/>
          <pc:sldLayoutMkLst>
            <pc:docMk/>
            <pc:sldMasterMk cId="0" sldId="2147483794"/>
            <pc:sldLayoutMk cId="0" sldId="2147483795"/>
          </pc:sldLayoutMkLst>
        </pc:sldLayoutChg>
      </pc:sldMasterChg>
    </pc:docChg>
  </pc:docChgLst>
  <pc:docChgLst>
    <pc:chgData name="Luiz Alberto Ferreira Gomes" userId="bc531018-f902-4d26-b3af-7ca03fb059d6" providerId="ADAL" clId="{EFDC42CF-D36F-4341-B842-410AF9F4566A}"/>
    <pc:docChg chg="undo custSel addSld delSld modSld sldOrd addMainMaster">
      <pc:chgData name="Luiz Alberto Ferreira Gomes" userId="bc531018-f902-4d26-b3af-7ca03fb059d6" providerId="ADAL" clId="{EFDC42CF-D36F-4341-B842-410AF9F4566A}" dt="2024-04-01T00:46:24.208" v="3048" actId="207"/>
      <pc:docMkLst>
        <pc:docMk/>
      </pc:docMkLst>
      <pc:sldChg chg="modNotesTx">
        <pc:chgData name="Luiz Alberto Ferreira Gomes" userId="bc531018-f902-4d26-b3af-7ca03fb059d6" providerId="ADAL" clId="{EFDC42CF-D36F-4341-B842-410AF9F4566A}" dt="2024-03-31T22:47:59.976" v="1523" actId="2711"/>
        <pc:sldMkLst>
          <pc:docMk/>
          <pc:sldMk cId="1241614345" sldId="279"/>
        </pc:sldMkLst>
      </pc:sldChg>
      <pc:sldChg chg="modNotesTx">
        <pc:chgData name="Luiz Alberto Ferreira Gomes" userId="bc531018-f902-4d26-b3af-7ca03fb059d6" providerId="ADAL" clId="{EFDC42CF-D36F-4341-B842-410AF9F4566A}" dt="2024-03-31T23:33:51.686" v="2981" actId="20577"/>
        <pc:sldMkLst>
          <pc:docMk/>
          <pc:sldMk cId="3179121524" sldId="286"/>
        </pc:sldMkLst>
      </pc:sldChg>
      <pc:sldChg chg="del">
        <pc:chgData name="Luiz Alberto Ferreira Gomes" userId="bc531018-f902-4d26-b3af-7ca03fb059d6" providerId="ADAL" clId="{EFDC42CF-D36F-4341-B842-410AF9F4566A}" dt="2024-03-28T22:21:15.289" v="158" actId="47"/>
        <pc:sldMkLst>
          <pc:docMk/>
          <pc:sldMk cId="257746967" sldId="333"/>
        </pc:sldMkLst>
      </pc:sldChg>
      <pc:sldChg chg="add del">
        <pc:chgData name="Luiz Alberto Ferreira Gomes" userId="bc531018-f902-4d26-b3af-7ca03fb059d6" providerId="ADAL" clId="{EFDC42CF-D36F-4341-B842-410AF9F4566A}" dt="2024-03-28T23:29:16.071" v="760" actId="47"/>
        <pc:sldMkLst>
          <pc:docMk/>
          <pc:sldMk cId="1700764663" sldId="338"/>
        </pc:sldMkLst>
      </pc:sldChg>
      <pc:sldChg chg="del">
        <pc:chgData name="Luiz Alberto Ferreira Gomes" userId="bc531018-f902-4d26-b3af-7ca03fb059d6" providerId="ADAL" clId="{EFDC42CF-D36F-4341-B842-410AF9F4566A}" dt="2024-03-28T22:20:39.032" v="153" actId="47"/>
        <pc:sldMkLst>
          <pc:docMk/>
          <pc:sldMk cId="1403238966" sldId="340"/>
        </pc:sldMkLst>
      </pc:sldChg>
      <pc:sldChg chg="addSp delSp modSp del mod ord modNotesTx">
        <pc:chgData name="Luiz Alberto Ferreira Gomes" userId="bc531018-f902-4d26-b3af-7ca03fb059d6" providerId="ADAL" clId="{EFDC42CF-D36F-4341-B842-410AF9F4566A}" dt="2024-03-28T22:58:09.533" v="364" actId="47"/>
        <pc:sldMkLst>
          <pc:docMk/>
          <pc:sldMk cId="2382884497" sldId="341"/>
        </pc:sldMkLst>
        <pc:spChg chg="del">
          <ac:chgData name="Luiz Alberto Ferreira Gomes" userId="bc531018-f902-4d26-b3af-7ca03fb059d6" providerId="ADAL" clId="{EFDC42CF-D36F-4341-B842-410AF9F4566A}" dt="2024-03-28T22:45:30.491" v="289" actId="478"/>
          <ac:spMkLst>
            <pc:docMk/>
            <pc:sldMk cId="2382884497" sldId="341"/>
            <ac:spMk id="3" creationId="{12FBA249-4B5B-22A7-25E7-0F91AE2BCB25}"/>
          </ac:spMkLst>
        </pc:spChg>
        <pc:spChg chg="mod">
          <ac:chgData name="Luiz Alberto Ferreira Gomes" userId="bc531018-f902-4d26-b3af-7ca03fb059d6" providerId="ADAL" clId="{EFDC42CF-D36F-4341-B842-410AF9F4566A}" dt="2024-03-28T22:44:01.415" v="256"/>
          <ac:spMkLst>
            <pc:docMk/>
            <pc:sldMk cId="2382884497" sldId="341"/>
            <ac:spMk id="7" creationId="{847EC86A-FA80-DEE7-8D70-20EFE8217607}"/>
          </ac:spMkLst>
        </pc:spChg>
        <pc:spChg chg="mod">
          <ac:chgData name="Luiz Alberto Ferreira Gomes" userId="bc531018-f902-4d26-b3af-7ca03fb059d6" providerId="ADAL" clId="{EFDC42CF-D36F-4341-B842-410AF9F4566A}" dt="2024-03-28T22:44:01.415" v="256"/>
          <ac:spMkLst>
            <pc:docMk/>
            <pc:sldMk cId="2382884497" sldId="341"/>
            <ac:spMk id="8" creationId="{9EFA227F-5FC8-BF33-75F6-5D93D4BDA245}"/>
          </ac:spMkLst>
        </pc:spChg>
        <pc:spChg chg="mod">
          <ac:chgData name="Luiz Alberto Ferreira Gomes" userId="bc531018-f902-4d26-b3af-7ca03fb059d6" providerId="ADAL" clId="{EFDC42CF-D36F-4341-B842-410AF9F4566A}" dt="2024-03-28T22:44:56.882" v="270"/>
          <ac:spMkLst>
            <pc:docMk/>
            <pc:sldMk cId="2382884497" sldId="341"/>
            <ac:spMk id="11" creationId="{18B69A59-AF0E-4160-FFE2-F7D673360923}"/>
          </ac:spMkLst>
        </pc:spChg>
        <pc:spChg chg="mod">
          <ac:chgData name="Luiz Alberto Ferreira Gomes" userId="bc531018-f902-4d26-b3af-7ca03fb059d6" providerId="ADAL" clId="{EFDC42CF-D36F-4341-B842-410AF9F4566A}" dt="2024-03-28T22:45:21.524" v="287" actId="14100"/>
          <ac:spMkLst>
            <pc:docMk/>
            <pc:sldMk cId="2382884497" sldId="341"/>
            <ac:spMk id="12" creationId="{37C175C8-CBCE-A6B5-A4F6-67658271C118}"/>
          </ac:spMkLst>
        </pc:spChg>
        <pc:grpChg chg="add del mod">
          <ac:chgData name="Luiz Alberto Ferreira Gomes" userId="bc531018-f902-4d26-b3af-7ca03fb059d6" providerId="ADAL" clId="{EFDC42CF-D36F-4341-B842-410AF9F4566A}" dt="2024-03-28T22:44:55.259" v="269" actId="478"/>
          <ac:grpSpMkLst>
            <pc:docMk/>
            <pc:sldMk cId="2382884497" sldId="341"/>
            <ac:grpSpMk id="6" creationId="{9EDB1799-AD33-B338-02F3-BD99FDFE8682}"/>
          </ac:grpSpMkLst>
        </pc:grpChg>
        <pc:grpChg chg="add mod">
          <ac:chgData name="Luiz Alberto Ferreira Gomes" userId="bc531018-f902-4d26-b3af-7ca03fb059d6" providerId="ADAL" clId="{EFDC42CF-D36F-4341-B842-410AF9F4566A}" dt="2024-03-28T22:45:27.795" v="288" actId="1076"/>
          <ac:grpSpMkLst>
            <pc:docMk/>
            <pc:sldMk cId="2382884497" sldId="341"/>
            <ac:grpSpMk id="10" creationId="{07282E18-EAB3-8A00-3661-E8BDCFE52D43}"/>
          </ac:grpSpMkLst>
        </pc:grpChg>
        <pc:graphicFrameChg chg="add">
          <ac:chgData name="Luiz Alberto Ferreira Gomes" userId="bc531018-f902-4d26-b3af-7ca03fb059d6" providerId="ADAL" clId="{EFDC42CF-D36F-4341-B842-410AF9F4566A}" dt="2024-03-28T22:33:58.450" v="179"/>
          <ac:graphicFrameMkLst>
            <pc:docMk/>
            <pc:sldMk cId="2382884497" sldId="341"/>
            <ac:graphicFrameMk id="2" creationId="{253775A5-6457-62D3-B169-EE262CFD7E6D}"/>
          </ac:graphicFrameMkLst>
        </pc:graphicFrameChg>
        <pc:graphicFrameChg chg="mod modGraphic">
          <ac:chgData name="Luiz Alberto Ferreira Gomes" userId="bc531018-f902-4d26-b3af-7ca03fb059d6" providerId="ADAL" clId="{EFDC42CF-D36F-4341-B842-410AF9F4566A}" dt="2024-03-28T22:44:37.905" v="266" actId="1076"/>
          <ac:graphicFrameMkLst>
            <pc:docMk/>
            <pc:sldMk cId="2382884497" sldId="341"/>
            <ac:graphicFrameMk id="4" creationId="{C081BEFC-86CE-83B1-1FFA-6D784AC1DF1F}"/>
          </ac:graphicFrameMkLst>
        </pc:graphicFrameChg>
        <pc:graphicFrameChg chg="add del mod">
          <ac:chgData name="Luiz Alberto Ferreira Gomes" userId="bc531018-f902-4d26-b3af-7ca03fb059d6" providerId="ADAL" clId="{EFDC42CF-D36F-4341-B842-410AF9F4566A}" dt="2024-03-28T22:40:43.022" v="220" actId="478"/>
          <ac:graphicFrameMkLst>
            <pc:docMk/>
            <pc:sldMk cId="2382884497" sldId="341"/>
            <ac:graphicFrameMk id="5" creationId="{585BF032-E164-396D-C2BB-6D5008C8390C}"/>
          </ac:graphicFrameMkLst>
        </pc:graphicFrameChg>
        <pc:cxnChg chg="add mod">
          <ac:chgData name="Luiz Alberto Ferreira Gomes" userId="bc531018-f902-4d26-b3af-7ca03fb059d6" providerId="ADAL" clId="{EFDC42CF-D36F-4341-B842-410AF9F4566A}" dt="2024-03-28T22:44:56.882" v="270"/>
          <ac:cxnSpMkLst>
            <pc:docMk/>
            <pc:sldMk cId="2382884497" sldId="341"/>
            <ac:cxnSpMk id="9" creationId="{828200A8-0AA0-925E-857F-706839388FCA}"/>
          </ac:cxnSpMkLst>
        </pc:cxnChg>
      </pc:sldChg>
      <pc:sldChg chg="addSp delSp modSp mod modNotesTx">
        <pc:chgData name="Luiz Alberto Ferreira Gomes" userId="bc531018-f902-4d26-b3af-7ca03fb059d6" providerId="ADAL" clId="{EFDC42CF-D36F-4341-B842-410AF9F4566A}" dt="2024-03-31T23:30:03.663" v="2852" actId="6549"/>
        <pc:sldMkLst>
          <pc:docMk/>
          <pc:sldMk cId="4164271972" sldId="342"/>
        </pc:sldMkLst>
        <pc:spChg chg="del">
          <ac:chgData name="Luiz Alberto Ferreira Gomes" userId="bc531018-f902-4d26-b3af-7ca03fb059d6" providerId="ADAL" clId="{EFDC42CF-D36F-4341-B842-410AF9F4566A}" dt="2024-03-28T23:11:17.666" v="472" actId="478"/>
          <ac:spMkLst>
            <pc:docMk/>
            <pc:sldMk cId="4164271972" sldId="342"/>
            <ac:spMk id="3" creationId="{EC17F6B5-46E1-661A-C08C-424E18BF702B}"/>
          </ac:spMkLst>
        </pc:spChg>
        <pc:spChg chg="mod">
          <ac:chgData name="Luiz Alberto Ferreira Gomes" userId="bc531018-f902-4d26-b3af-7ca03fb059d6" providerId="ADAL" clId="{EFDC42CF-D36F-4341-B842-410AF9F4566A}" dt="2024-03-28T23:22:40.036" v="669"/>
          <ac:spMkLst>
            <pc:docMk/>
            <pc:sldMk cId="4164271972" sldId="342"/>
            <ac:spMk id="7" creationId="{C7D3B984-70B4-6943-4BA1-5F1F2F9EB4F0}"/>
          </ac:spMkLst>
        </pc:spChg>
        <pc:spChg chg="mod">
          <ac:chgData name="Luiz Alberto Ferreira Gomes" userId="bc531018-f902-4d26-b3af-7ca03fb059d6" providerId="ADAL" clId="{EFDC42CF-D36F-4341-B842-410AF9F4566A}" dt="2024-03-28T23:54:53.515" v="1218" actId="20577"/>
          <ac:spMkLst>
            <pc:docMk/>
            <pc:sldMk cId="4164271972" sldId="342"/>
            <ac:spMk id="8" creationId="{9FF1A557-781D-F86B-22CE-BABA7C270239}"/>
          </ac:spMkLst>
        </pc:spChg>
        <pc:grpChg chg="add mod">
          <ac:chgData name="Luiz Alberto Ferreira Gomes" userId="bc531018-f902-4d26-b3af-7ca03fb059d6" providerId="ADAL" clId="{EFDC42CF-D36F-4341-B842-410AF9F4566A}" dt="2024-03-28T23:22:59.566" v="677" actId="14100"/>
          <ac:grpSpMkLst>
            <pc:docMk/>
            <pc:sldMk cId="4164271972" sldId="342"/>
            <ac:grpSpMk id="5" creationId="{09793CF5-CE33-4D7C-B2D1-6BE1451E90CE}"/>
          </ac:grpSpMkLst>
        </pc:grpChg>
        <pc:graphicFrameChg chg="add mod modGraphic">
          <ac:chgData name="Luiz Alberto Ferreira Gomes" userId="bc531018-f902-4d26-b3af-7ca03fb059d6" providerId="ADAL" clId="{EFDC42CF-D36F-4341-B842-410AF9F4566A}" dt="2024-03-29T00:33:47.037" v="1501" actId="20577"/>
          <ac:graphicFrameMkLst>
            <pc:docMk/>
            <pc:sldMk cId="4164271972" sldId="342"/>
            <ac:graphicFrameMk id="2" creationId="{BE537361-63C6-293D-A69C-B0D547AC6C37}"/>
          </ac:graphicFrameMkLst>
        </pc:graphicFrameChg>
        <pc:graphicFrameChg chg="del">
          <ac:chgData name="Luiz Alberto Ferreira Gomes" userId="bc531018-f902-4d26-b3af-7ca03fb059d6" providerId="ADAL" clId="{EFDC42CF-D36F-4341-B842-410AF9F4566A}" dt="2024-03-28T23:11:14.614" v="471" actId="478"/>
          <ac:graphicFrameMkLst>
            <pc:docMk/>
            <pc:sldMk cId="4164271972" sldId="342"/>
            <ac:graphicFrameMk id="6" creationId="{AFA05F07-6FE6-D485-B04E-F8F0EE44B8AE}"/>
          </ac:graphicFrameMkLst>
        </pc:graphicFrameChg>
        <pc:cxnChg chg="add mod">
          <ac:chgData name="Luiz Alberto Ferreira Gomes" userId="bc531018-f902-4d26-b3af-7ca03fb059d6" providerId="ADAL" clId="{EFDC42CF-D36F-4341-B842-410AF9F4566A}" dt="2024-03-28T23:22:40.036" v="669"/>
          <ac:cxnSpMkLst>
            <pc:docMk/>
            <pc:sldMk cId="4164271972" sldId="342"/>
            <ac:cxnSpMk id="4" creationId="{0ADC50E0-ADD9-4845-2ED0-0D692053DB18}"/>
          </ac:cxnSpMkLst>
        </pc:cxnChg>
      </pc:sldChg>
      <pc:sldChg chg="modSp mod modNotesTx">
        <pc:chgData name="Luiz Alberto Ferreira Gomes" userId="bc531018-f902-4d26-b3af-7ca03fb059d6" providerId="ADAL" clId="{EFDC42CF-D36F-4341-B842-410AF9F4566A}" dt="2024-03-31T23:09:57.635" v="1682" actId="2711"/>
        <pc:sldMkLst>
          <pc:docMk/>
          <pc:sldMk cId="59861829" sldId="343"/>
        </pc:sldMkLst>
        <pc:spChg chg="mod">
          <ac:chgData name="Luiz Alberto Ferreira Gomes" userId="bc531018-f902-4d26-b3af-7ca03fb059d6" providerId="ADAL" clId="{EFDC42CF-D36F-4341-B842-410AF9F4566A}" dt="2024-03-31T23:09:57.635" v="1682" actId="2711"/>
          <ac:spMkLst>
            <pc:docMk/>
            <pc:sldMk cId="59861829" sldId="343"/>
            <ac:spMk id="35" creationId="{470A2B2A-9045-AFEA-8705-EA9F4EF66001}"/>
          </ac:spMkLst>
        </pc:spChg>
        <pc:cxnChg chg="mod">
          <ac:chgData name="Luiz Alberto Ferreira Gomes" userId="bc531018-f902-4d26-b3af-7ca03fb059d6" providerId="ADAL" clId="{EFDC42CF-D36F-4341-B842-410AF9F4566A}" dt="2024-03-28T22:31:55.137" v="170" actId="108"/>
          <ac:cxnSpMkLst>
            <pc:docMk/>
            <pc:sldMk cId="59861829" sldId="343"/>
            <ac:cxnSpMk id="36" creationId="{E6E31CF7-BB8A-E4B5-3415-21248E825C74}"/>
          </ac:cxnSpMkLst>
        </pc:cxnChg>
      </pc:sldChg>
      <pc:sldChg chg="modSp mod modNotesTx">
        <pc:chgData name="Luiz Alberto Ferreira Gomes" userId="bc531018-f902-4d26-b3af-7ca03fb059d6" providerId="ADAL" clId="{EFDC42CF-D36F-4341-B842-410AF9F4566A}" dt="2024-03-31T23:26:53.617" v="2609" actId="2711"/>
        <pc:sldMkLst>
          <pc:docMk/>
          <pc:sldMk cId="3604098682" sldId="344"/>
        </pc:sldMkLst>
        <pc:spChg chg="mod">
          <ac:chgData name="Luiz Alberto Ferreira Gomes" userId="bc531018-f902-4d26-b3af-7ca03fb059d6" providerId="ADAL" clId="{EFDC42CF-D36F-4341-B842-410AF9F4566A}" dt="2024-03-31T23:26:53.617" v="2609" actId="2711"/>
          <ac:spMkLst>
            <pc:docMk/>
            <pc:sldMk cId="3604098682" sldId="344"/>
            <ac:spMk id="38" creationId="{AE8DB81F-D788-2336-1427-07EFCED07370}"/>
          </ac:spMkLst>
        </pc:spChg>
        <pc:cxnChg chg="mod">
          <ac:chgData name="Luiz Alberto Ferreira Gomes" userId="bc531018-f902-4d26-b3af-7ca03fb059d6" providerId="ADAL" clId="{EFDC42CF-D36F-4341-B842-410AF9F4566A}" dt="2024-03-28T23:23:16.130" v="679" actId="108"/>
          <ac:cxnSpMkLst>
            <pc:docMk/>
            <pc:sldMk cId="3604098682" sldId="344"/>
            <ac:cxnSpMk id="39" creationId="{2EF05AA6-509C-720A-9F06-366F909FED37}"/>
          </ac:cxnSpMkLst>
        </pc:cxnChg>
      </pc:sldChg>
      <pc:sldChg chg="addSp delSp modSp mod modNotesTx">
        <pc:chgData name="Luiz Alberto Ferreira Gomes" userId="bc531018-f902-4d26-b3af-7ca03fb059d6" providerId="ADAL" clId="{EFDC42CF-D36F-4341-B842-410AF9F4566A}" dt="2024-04-01T00:45:28.394" v="3042" actId="6549"/>
        <pc:sldMkLst>
          <pc:docMk/>
          <pc:sldMk cId="3735631236" sldId="346"/>
        </pc:sldMkLst>
        <pc:spChg chg="add del mod">
          <ac:chgData name="Luiz Alberto Ferreira Gomes" userId="bc531018-f902-4d26-b3af-7ca03fb059d6" providerId="ADAL" clId="{EFDC42CF-D36F-4341-B842-410AF9F4566A}" dt="2024-04-01T00:44:10.760" v="3030" actId="478"/>
          <ac:spMkLst>
            <pc:docMk/>
            <pc:sldMk cId="3735631236" sldId="346"/>
            <ac:spMk id="31" creationId="{DEADC071-D2B6-FCDF-8E64-6316C01BA7E2}"/>
          </ac:spMkLst>
        </pc:spChg>
        <pc:spChg chg="add del mod">
          <ac:chgData name="Luiz Alberto Ferreira Gomes" userId="bc531018-f902-4d26-b3af-7ca03fb059d6" providerId="ADAL" clId="{EFDC42CF-D36F-4341-B842-410AF9F4566A}" dt="2024-04-01T00:44:15.269" v="3031" actId="478"/>
          <ac:spMkLst>
            <pc:docMk/>
            <pc:sldMk cId="3735631236" sldId="346"/>
            <ac:spMk id="32" creationId="{59E1C85C-D196-A9EC-ADC7-18A3C8876818}"/>
          </ac:spMkLst>
        </pc:spChg>
        <pc:spChg chg="add del mod">
          <ac:chgData name="Luiz Alberto Ferreira Gomes" userId="bc531018-f902-4d26-b3af-7ca03fb059d6" providerId="ADAL" clId="{EFDC42CF-D36F-4341-B842-410AF9F4566A}" dt="2024-04-01T00:44:06.877" v="3029" actId="478"/>
          <ac:spMkLst>
            <pc:docMk/>
            <pc:sldMk cId="3735631236" sldId="346"/>
            <ac:spMk id="33" creationId="{C2689559-FCA8-8B68-E608-58FDD60865E1}"/>
          </ac:spMkLst>
        </pc:spChg>
        <pc:spChg chg="add del mod">
          <ac:chgData name="Luiz Alberto Ferreira Gomes" userId="bc531018-f902-4d26-b3af-7ca03fb059d6" providerId="ADAL" clId="{EFDC42CF-D36F-4341-B842-410AF9F4566A}" dt="2024-04-01T00:44:19.629" v="3032" actId="478"/>
          <ac:spMkLst>
            <pc:docMk/>
            <pc:sldMk cId="3735631236" sldId="346"/>
            <ac:spMk id="34" creationId="{A81D970D-533F-1AF2-51A4-00A4A0DBA3D2}"/>
          </ac:spMkLst>
        </pc:spChg>
        <pc:cxnChg chg="add del mod">
          <ac:chgData name="Luiz Alberto Ferreira Gomes" userId="bc531018-f902-4d26-b3af-7ca03fb059d6" providerId="ADAL" clId="{EFDC42CF-D36F-4341-B842-410AF9F4566A}" dt="2024-04-01T00:40:46.250" v="2992" actId="478"/>
          <ac:cxnSpMkLst>
            <pc:docMk/>
            <pc:sldMk cId="3735631236" sldId="346"/>
            <ac:cxnSpMk id="15" creationId="{5AB1684B-F791-D27C-16E4-3634118EBF78}"/>
          </ac:cxnSpMkLst>
        </pc:cxnChg>
        <pc:cxnChg chg="mod">
          <ac:chgData name="Luiz Alberto Ferreira Gomes" userId="bc531018-f902-4d26-b3af-7ca03fb059d6" providerId="ADAL" clId="{EFDC42CF-D36F-4341-B842-410AF9F4566A}" dt="2024-03-28T22:31:48.978" v="169" actId="108"/>
          <ac:cxnSpMkLst>
            <pc:docMk/>
            <pc:sldMk cId="3735631236" sldId="346"/>
            <ac:cxnSpMk id="30" creationId="{7A63C13C-9B97-D565-467B-3EE2867E65FD}"/>
          </ac:cxnSpMkLst>
        </pc:cxnChg>
      </pc:sldChg>
      <pc:sldChg chg="addSp delSp modSp add mod ord modNotesTx">
        <pc:chgData name="Luiz Alberto Ferreira Gomes" userId="bc531018-f902-4d26-b3af-7ca03fb059d6" providerId="ADAL" clId="{EFDC42CF-D36F-4341-B842-410AF9F4566A}" dt="2024-03-31T22:54:42.846" v="1524"/>
        <pc:sldMkLst>
          <pc:docMk/>
          <pc:sldMk cId="24636081" sldId="347"/>
        </pc:sldMkLst>
        <pc:spChg chg="add mod">
          <ac:chgData name="Luiz Alberto Ferreira Gomes" userId="bc531018-f902-4d26-b3af-7ca03fb059d6" providerId="ADAL" clId="{EFDC42CF-D36F-4341-B842-410AF9F4566A}" dt="2024-03-28T23:33:22.674" v="903" actId="403"/>
          <ac:spMkLst>
            <pc:docMk/>
            <pc:sldMk cId="24636081" sldId="347"/>
            <ac:spMk id="2" creationId="{7C80A8CA-3B56-61C8-1C89-9F1C5E3F2397}"/>
          </ac:spMkLst>
        </pc:spChg>
        <pc:spChg chg="mod">
          <ac:chgData name="Luiz Alberto Ferreira Gomes" userId="bc531018-f902-4d26-b3af-7ca03fb059d6" providerId="ADAL" clId="{EFDC42CF-D36F-4341-B842-410AF9F4566A}" dt="2024-03-28T23:33:17.332" v="902" actId="403"/>
          <ac:spMkLst>
            <pc:docMk/>
            <pc:sldMk cId="24636081" sldId="347"/>
            <ac:spMk id="3" creationId="{5D7409F5-3909-4197-BBE1-052153FEB5CE}"/>
          </ac:spMkLst>
        </pc:spChg>
        <pc:spChg chg="mod">
          <ac:chgData name="Luiz Alberto Ferreira Gomes" userId="bc531018-f902-4d26-b3af-7ca03fb059d6" providerId="ADAL" clId="{EFDC42CF-D36F-4341-B842-410AF9F4566A}" dt="2024-03-29T00:11:30.325" v="1336" actId="403"/>
          <ac:spMkLst>
            <pc:docMk/>
            <pc:sldMk cId="24636081" sldId="347"/>
            <ac:spMk id="8" creationId="{6BE08B75-6499-2CBB-D8A1-30CE070511DF}"/>
          </ac:spMkLst>
        </pc:spChg>
        <pc:spChg chg="mod">
          <ac:chgData name="Luiz Alberto Ferreira Gomes" userId="bc531018-f902-4d26-b3af-7ca03fb059d6" providerId="ADAL" clId="{EFDC42CF-D36F-4341-B842-410AF9F4566A}" dt="2024-03-28T22:18:24.407" v="128" actId="12788"/>
          <ac:spMkLst>
            <pc:docMk/>
            <pc:sldMk cId="24636081" sldId="347"/>
            <ac:spMk id="17" creationId="{1CEFC6E0-1B1F-9314-98CC-BF6200749ED1}"/>
          </ac:spMkLst>
        </pc:spChg>
        <pc:grpChg chg="add mod">
          <ac:chgData name="Luiz Alberto Ferreira Gomes" userId="bc531018-f902-4d26-b3af-7ca03fb059d6" providerId="ADAL" clId="{EFDC42CF-D36F-4341-B842-410AF9F4566A}" dt="2024-03-28T22:18:24.407" v="128" actId="12788"/>
          <ac:grpSpMkLst>
            <pc:docMk/>
            <pc:sldMk cId="24636081" sldId="347"/>
            <ac:grpSpMk id="5" creationId="{55846441-CFCF-8064-B8D3-EE13129A40A0}"/>
          </ac:grpSpMkLst>
        </pc:grpChg>
        <pc:picChg chg="add del mod">
          <ac:chgData name="Luiz Alberto Ferreira Gomes" userId="bc531018-f902-4d26-b3af-7ca03fb059d6" providerId="ADAL" clId="{EFDC42CF-D36F-4341-B842-410AF9F4566A}" dt="2024-03-28T22:11:36.446" v="113" actId="478"/>
          <ac:picMkLst>
            <pc:docMk/>
            <pc:sldMk cId="24636081" sldId="347"/>
            <ac:picMk id="4" creationId="{58D2BD03-061C-7BF7-E2A3-14FA383DE544}"/>
          </ac:picMkLst>
        </pc:picChg>
        <pc:picChg chg="del mod">
          <ac:chgData name="Luiz Alberto Ferreira Gomes" userId="bc531018-f902-4d26-b3af-7ca03fb059d6" providerId="ADAL" clId="{EFDC42CF-D36F-4341-B842-410AF9F4566A}" dt="2024-03-28T22:09:53.498" v="103" actId="478"/>
          <ac:picMkLst>
            <pc:docMk/>
            <pc:sldMk cId="24636081" sldId="347"/>
            <ac:picMk id="16" creationId="{08EEFDB2-99EC-45B4-F4BE-8468AEF2B1B7}"/>
          </ac:picMkLst>
        </pc:picChg>
        <pc:picChg chg="add mod">
          <ac:chgData name="Luiz Alberto Ferreira Gomes" userId="bc531018-f902-4d26-b3af-7ca03fb059d6" providerId="ADAL" clId="{EFDC42CF-D36F-4341-B842-410AF9F4566A}" dt="2024-03-28T22:18:24.407" v="128" actId="12788"/>
          <ac:picMkLst>
            <pc:docMk/>
            <pc:sldMk cId="24636081" sldId="347"/>
            <ac:picMk id="1026" creationId="{A85B1EBC-52B6-7F03-2FBB-3A9B7F6AF614}"/>
          </ac:picMkLst>
        </pc:picChg>
        <pc:cxnChg chg="mod ord">
          <ac:chgData name="Luiz Alberto Ferreira Gomes" userId="bc531018-f902-4d26-b3af-7ca03fb059d6" providerId="ADAL" clId="{EFDC42CF-D36F-4341-B842-410AF9F4566A}" dt="2024-03-28T22:18:50.054" v="148" actId="1037"/>
          <ac:cxnSpMkLst>
            <pc:docMk/>
            <pc:sldMk cId="24636081" sldId="347"/>
            <ac:cxnSpMk id="13" creationId="{161E7BAE-0D99-3B42-4EA5-CF7D6FB4369C}"/>
          </ac:cxnSpMkLst>
        </pc:cxnChg>
      </pc:sldChg>
      <pc:sldChg chg="add del">
        <pc:chgData name="Luiz Alberto Ferreira Gomes" userId="bc531018-f902-4d26-b3af-7ca03fb059d6" providerId="ADAL" clId="{EFDC42CF-D36F-4341-B842-410AF9F4566A}" dt="2024-03-28T22:20:15.576" v="151" actId="47"/>
        <pc:sldMkLst>
          <pc:docMk/>
          <pc:sldMk cId="296273484" sldId="348"/>
        </pc:sldMkLst>
      </pc:sldChg>
      <pc:sldChg chg="modSp add mod ord modNotesTx">
        <pc:chgData name="Luiz Alberto Ferreira Gomes" userId="bc531018-f902-4d26-b3af-7ca03fb059d6" providerId="ADAL" clId="{EFDC42CF-D36F-4341-B842-410AF9F4566A}" dt="2024-03-31T23:09:25.971" v="1679" actId="2711"/>
        <pc:sldMkLst>
          <pc:docMk/>
          <pc:sldMk cId="2322229315" sldId="348"/>
        </pc:sldMkLst>
        <pc:spChg chg="mod">
          <ac:chgData name="Luiz Alberto Ferreira Gomes" userId="bc531018-f902-4d26-b3af-7ca03fb059d6" providerId="ADAL" clId="{EFDC42CF-D36F-4341-B842-410AF9F4566A}" dt="2024-03-28T22:54:09.672" v="335" actId="400"/>
          <ac:spMkLst>
            <pc:docMk/>
            <pc:sldMk cId="2322229315" sldId="348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EFDC42CF-D36F-4341-B842-410AF9F4566A}" dt="2024-03-28T23:18:38.171" v="591" actId="20577"/>
          <ac:spMkLst>
            <pc:docMk/>
            <pc:sldMk cId="2322229315" sldId="348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EFDC42CF-D36F-4341-B842-410AF9F4566A}" dt="2024-03-28T22:53:52.622" v="323" actId="207"/>
          <ac:spMkLst>
            <pc:docMk/>
            <pc:sldMk cId="2322229315" sldId="348"/>
            <ac:spMk id="23" creationId="{06642257-3283-73BF-DD38-92E86C649CF3}"/>
          </ac:spMkLst>
        </pc:spChg>
        <pc:spChg chg="mod">
          <ac:chgData name="Luiz Alberto Ferreira Gomes" userId="bc531018-f902-4d26-b3af-7ca03fb059d6" providerId="ADAL" clId="{EFDC42CF-D36F-4341-B842-410AF9F4566A}" dt="2024-03-31T23:09:22.223" v="1678" actId="2711"/>
          <ac:spMkLst>
            <pc:docMk/>
            <pc:sldMk cId="2322229315" sldId="348"/>
            <ac:spMk id="28" creationId="{34B36457-8928-43D5-6A27-0B103F79E917}"/>
          </ac:spMkLst>
        </pc:spChg>
        <pc:spChg chg="mod">
          <ac:chgData name="Luiz Alberto Ferreira Gomes" userId="bc531018-f902-4d26-b3af-7ca03fb059d6" providerId="ADAL" clId="{EFDC42CF-D36F-4341-B842-410AF9F4566A}" dt="2024-03-31T23:09:25.971" v="1679" actId="2711"/>
          <ac:spMkLst>
            <pc:docMk/>
            <pc:sldMk cId="2322229315" sldId="348"/>
            <ac:spMk id="29" creationId="{6610E22F-D9BC-340D-8158-DEB28AE1B691}"/>
          </ac:spMkLst>
        </pc:spChg>
      </pc:sldChg>
      <pc:sldChg chg="add del">
        <pc:chgData name="Luiz Alberto Ferreira Gomes" userId="bc531018-f902-4d26-b3af-7ca03fb059d6" providerId="ADAL" clId="{EFDC42CF-D36F-4341-B842-410AF9F4566A}" dt="2024-03-28T22:45:59.967" v="292" actId="47"/>
        <pc:sldMkLst>
          <pc:docMk/>
          <pc:sldMk cId="501395441" sldId="349"/>
        </pc:sldMkLst>
      </pc:sldChg>
      <pc:sldChg chg="modSp add mod modNotesTx">
        <pc:chgData name="Luiz Alberto Ferreira Gomes" userId="bc531018-f902-4d26-b3af-7ca03fb059d6" providerId="ADAL" clId="{EFDC42CF-D36F-4341-B842-410AF9F4566A}" dt="2024-03-31T23:15:58.019" v="2079" actId="6549"/>
        <pc:sldMkLst>
          <pc:docMk/>
          <pc:sldMk cId="953081243" sldId="349"/>
        </pc:sldMkLst>
        <pc:spChg chg="mod">
          <ac:chgData name="Luiz Alberto Ferreira Gomes" userId="bc531018-f902-4d26-b3af-7ca03fb059d6" providerId="ADAL" clId="{EFDC42CF-D36F-4341-B842-410AF9F4566A}" dt="2024-03-31T23:10:09.924" v="1683" actId="2711"/>
          <ac:spMkLst>
            <pc:docMk/>
            <pc:sldMk cId="953081243" sldId="349"/>
            <ac:spMk id="11" creationId="{18B69A59-AF0E-4160-FFE2-F7D673360923}"/>
          </ac:spMkLst>
        </pc:spChg>
        <pc:spChg chg="mod">
          <ac:chgData name="Luiz Alberto Ferreira Gomes" userId="bc531018-f902-4d26-b3af-7ca03fb059d6" providerId="ADAL" clId="{EFDC42CF-D36F-4341-B842-410AF9F4566A}" dt="2024-03-31T23:10:15.643" v="1684" actId="2711"/>
          <ac:spMkLst>
            <pc:docMk/>
            <pc:sldMk cId="953081243" sldId="349"/>
            <ac:spMk id="12" creationId="{37C175C8-CBCE-A6B5-A4F6-67658271C118}"/>
          </ac:spMkLst>
        </pc:spChg>
        <pc:grpChg chg="mod">
          <ac:chgData name="Luiz Alberto Ferreira Gomes" userId="bc531018-f902-4d26-b3af-7ca03fb059d6" providerId="ADAL" clId="{EFDC42CF-D36F-4341-B842-410AF9F4566A}" dt="2024-03-28T23:11:01.841" v="470" actId="1076"/>
          <ac:grpSpMkLst>
            <pc:docMk/>
            <pc:sldMk cId="953081243" sldId="349"/>
            <ac:grpSpMk id="10" creationId="{07282E18-EAB3-8A00-3661-E8BDCFE52D43}"/>
          </ac:grpSpMkLst>
        </pc:grpChg>
        <pc:graphicFrameChg chg="mod modGraphic">
          <ac:chgData name="Luiz Alberto Ferreira Gomes" userId="bc531018-f902-4d26-b3af-7ca03fb059d6" providerId="ADAL" clId="{EFDC42CF-D36F-4341-B842-410AF9F4566A}" dt="2024-03-29T00:24:57.683" v="1471" actId="14734"/>
          <ac:graphicFrameMkLst>
            <pc:docMk/>
            <pc:sldMk cId="953081243" sldId="349"/>
            <ac:graphicFrameMk id="4" creationId="{C081BEFC-86CE-83B1-1FFA-6D784AC1DF1F}"/>
          </ac:graphicFrameMkLst>
        </pc:graphicFrameChg>
      </pc:sldChg>
      <pc:sldChg chg="add del">
        <pc:chgData name="Luiz Alberto Ferreira Gomes" userId="bc531018-f902-4d26-b3af-7ca03fb059d6" providerId="ADAL" clId="{EFDC42CF-D36F-4341-B842-410AF9F4566A}" dt="2024-03-28T22:45:51.918" v="291" actId="47"/>
        <pc:sldMkLst>
          <pc:docMk/>
          <pc:sldMk cId="257746967" sldId="350"/>
        </pc:sldMkLst>
      </pc:sldChg>
      <pc:sldChg chg="add del">
        <pc:chgData name="Luiz Alberto Ferreira Gomes" userId="bc531018-f902-4d26-b3af-7ca03fb059d6" providerId="ADAL" clId="{EFDC42CF-D36F-4341-B842-410AF9F4566A}" dt="2024-03-28T22:53:44.433" v="315" actId="2890"/>
        <pc:sldMkLst>
          <pc:docMk/>
          <pc:sldMk cId="1112252599" sldId="350"/>
        </pc:sldMkLst>
      </pc:sldChg>
      <pc:sldChg chg="addSp modSp add mod ord modNotesTx">
        <pc:chgData name="Luiz Alberto Ferreira Gomes" userId="bc531018-f902-4d26-b3af-7ca03fb059d6" providerId="ADAL" clId="{EFDC42CF-D36F-4341-B842-410AF9F4566A}" dt="2024-03-31T23:09:43.714" v="1681" actId="2711"/>
        <pc:sldMkLst>
          <pc:docMk/>
          <pc:sldMk cId="4152722406" sldId="350"/>
        </pc:sldMkLst>
        <pc:spChg chg="add mod">
          <ac:chgData name="Luiz Alberto Ferreira Gomes" userId="bc531018-f902-4d26-b3af-7ca03fb059d6" providerId="ADAL" clId="{EFDC42CF-D36F-4341-B842-410AF9F4566A}" dt="2024-03-29T00:23:23.607" v="1469" actId="12788"/>
          <ac:spMkLst>
            <pc:docMk/>
            <pc:sldMk cId="4152722406" sldId="350"/>
            <ac:spMk id="2" creationId="{3082D1E1-25F0-6DCD-C1F6-B5B4B2A5D172}"/>
          </ac:spMkLst>
        </pc:spChg>
        <pc:spChg chg="mod">
          <ac:chgData name="Luiz Alberto Ferreira Gomes" userId="bc531018-f902-4d26-b3af-7ca03fb059d6" providerId="ADAL" clId="{EFDC42CF-D36F-4341-B842-410AF9F4566A}" dt="2024-03-29T00:20:54.382" v="1441" actId="1076"/>
          <ac:spMkLst>
            <pc:docMk/>
            <pc:sldMk cId="4152722406" sldId="350"/>
            <ac:spMk id="3" creationId="{33C81D77-CE4C-7B11-046A-F669E8411733}"/>
          </ac:spMkLst>
        </pc:spChg>
        <pc:spChg chg="add mod">
          <ac:chgData name="Luiz Alberto Ferreira Gomes" userId="bc531018-f902-4d26-b3af-7ca03fb059d6" providerId="ADAL" clId="{EFDC42CF-D36F-4341-B842-410AF9F4566A}" dt="2024-03-29T00:23:23.607" v="1469" actId="12788"/>
          <ac:spMkLst>
            <pc:docMk/>
            <pc:sldMk cId="4152722406" sldId="350"/>
            <ac:spMk id="4" creationId="{8612A30D-6C5A-3171-6677-1AC721C791F6}"/>
          </ac:spMkLst>
        </pc:spChg>
        <pc:spChg chg="add mod">
          <ac:chgData name="Luiz Alberto Ferreira Gomes" userId="bc531018-f902-4d26-b3af-7ca03fb059d6" providerId="ADAL" clId="{EFDC42CF-D36F-4341-B842-410AF9F4566A}" dt="2024-03-29T00:24:00.281" v="1470" actId="207"/>
          <ac:spMkLst>
            <pc:docMk/>
            <pc:sldMk cId="4152722406" sldId="350"/>
            <ac:spMk id="5" creationId="{D1C9DC86-C458-F810-12B1-B3895B223DA4}"/>
          </ac:spMkLst>
        </pc:spChg>
        <pc:spChg chg="add mod">
          <ac:chgData name="Luiz Alberto Ferreira Gomes" userId="bc531018-f902-4d26-b3af-7ca03fb059d6" providerId="ADAL" clId="{EFDC42CF-D36F-4341-B842-410AF9F4566A}" dt="2024-03-29T00:23:23.607" v="1469" actId="12788"/>
          <ac:spMkLst>
            <pc:docMk/>
            <pc:sldMk cId="4152722406" sldId="350"/>
            <ac:spMk id="7" creationId="{AA55BA8B-AAC9-C1C1-CFCF-CD6A0E764247}"/>
          </ac:spMkLst>
        </pc:spChg>
        <pc:spChg chg="mod">
          <ac:chgData name="Luiz Alberto Ferreira Gomes" userId="bc531018-f902-4d26-b3af-7ca03fb059d6" providerId="ADAL" clId="{EFDC42CF-D36F-4341-B842-410AF9F4566A}" dt="2024-03-29T00:21:36.028" v="1454" actId="12789"/>
          <ac:spMkLst>
            <pc:docMk/>
            <pc:sldMk cId="4152722406" sldId="350"/>
            <ac:spMk id="8" creationId="{53324A20-EC5C-DD9E-87DE-B65A06E84FD4}"/>
          </ac:spMkLst>
        </pc:spChg>
        <pc:spChg chg="mod">
          <ac:chgData name="Luiz Alberto Ferreira Gomes" userId="bc531018-f902-4d26-b3af-7ca03fb059d6" providerId="ADAL" clId="{EFDC42CF-D36F-4341-B842-410AF9F4566A}" dt="2024-03-29T00:22:17.760" v="1462" actId="555"/>
          <ac:spMkLst>
            <pc:docMk/>
            <pc:sldMk cId="4152722406" sldId="350"/>
            <ac:spMk id="9" creationId="{4FD48D35-7766-B30C-6767-B2CB39A3DEB7}"/>
          </ac:spMkLst>
        </pc:spChg>
        <pc:spChg chg="mod">
          <ac:chgData name="Luiz Alberto Ferreira Gomes" userId="bc531018-f902-4d26-b3af-7ca03fb059d6" providerId="ADAL" clId="{EFDC42CF-D36F-4341-B842-410AF9F4566A}" dt="2024-03-29T00:22:58.479" v="1468" actId="554"/>
          <ac:spMkLst>
            <pc:docMk/>
            <pc:sldMk cId="4152722406" sldId="350"/>
            <ac:spMk id="10" creationId="{FAC9C9DB-C6F0-658D-1C1B-F912C24FCB19}"/>
          </ac:spMkLst>
        </pc:spChg>
        <pc:spChg chg="mod">
          <ac:chgData name="Luiz Alberto Ferreira Gomes" userId="bc531018-f902-4d26-b3af-7ca03fb059d6" providerId="ADAL" clId="{EFDC42CF-D36F-4341-B842-410AF9F4566A}" dt="2024-03-29T00:20:54.382" v="1441" actId="1076"/>
          <ac:spMkLst>
            <pc:docMk/>
            <pc:sldMk cId="4152722406" sldId="350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EFDC42CF-D36F-4341-B842-410AF9F4566A}" dt="2024-03-29T00:20:54.382" v="1441" actId="1076"/>
          <ac:spMkLst>
            <pc:docMk/>
            <pc:sldMk cId="4152722406" sldId="350"/>
            <ac:spMk id="23" creationId="{06642257-3283-73BF-DD38-92E86C649CF3}"/>
          </ac:spMkLst>
        </pc:spChg>
        <pc:spChg chg="mod">
          <ac:chgData name="Luiz Alberto Ferreira Gomes" userId="bc531018-f902-4d26-b3af-7ca03fb059d6" providerId="ADAL" clId="{EFDC42CF-D36F-4341-B842-410AF9F4566A}" dt="2024-03-31T23:09:39.253" v="1680" actId="2711"/>
          <ac:spMkLst>
            <pc:docMk/>
            <pc:sldMk cId="4152722406" sldId="350"/>
            <ac:spMk id="28" creationId="{34B36457-8928-43D5-6A27-0B103F79E917}"/>
          </ac:spMkLst>
        </pc:spChg>
        <pc:spChg chg="mod">
          <ac:chgData name="Luiz Alberto Ferreira Gomes" userId="bc531018-f902-4d26-b3af-7ca03fb059d6" providerId="ADAL" clId="{EFDC42CF-D36F-4341-B842-410AF9F4566A}" dt="2024-03-31T23:09:43.714" v="1681" actId="2711"/>
          <ac:spMkLst>
            <pc:docMk/>
            <pc:sldMk cId="4152722406" sldId="350"/>
            <ac:spMk id="29" creationId="{6610E22F-D9BC-340D-8158-DEB28AE1B691}"/>
          </ac:spMkLst>
        </pc:spChg>
      </pc:sldChg>
      <pc:sldChg chg="add del">
        <pc:chgData name="Luiz Alberto Ferreira Gomes" userId="bc531018-f902-4d26-b3af-7ca03fb059d6" providerId="ADAL" clId="{EFDC42CF-D36F-4341-B842-410AF9F4566A}" dt="2024-03-28T22:45:41.726" v="290" actId="47"/>
        <pc:sldMkLst>
          <pc:docMk/>
          <pc:sldMk cId="2696485128" sldId="351"/>
        </pc:sldMkLst>
      </pc:sldChg>
      <pc:sldChg chg="modSp add mod ord modNotesTx">
        <pc:chgData name="Luiz Alberto Ferreira Gomes" userId="bc531018-f902-4d26-b3af-7ca03fb059d6" providerId="ADAL" clId="{EFDC42CF-D36F-4341-B842-410AF9F4566A}" dt="2024-03-31T23:27:02.781" v="2611" actId="2711"/>
        <pc:sldMkLst>
          <pc:docMk/>
          <pc:sldMk cId="2742154778" sldId="351"/>
        </pc:sldMkLst>
        <pc:spChg chg="mod">
          <ac:chgData name="Luiz Alberto Ferreira Gomes" userId="bc531018-f902-4d26-b3af-7ca03fb059d6" providerId="ADAL" clId="{EFDC42CF-D36F-4341-B842-410AF9F4566A}" dt="2024-03-31T23:26:59.375" v="2610" actId="2711"/>
          <ac:spMkLst>
            <pc:docMk/>
            <pc:sldMk cId="2742154778" sldId="351"/>
            <ac:spMk id="11" creationId="{18B69A59-AF0E-4160-FFE2-F7D673360923}"/>
          </ac:spMkLst>
        </pc:spChg>
        <pc:spChg chg="mod">
          <ac:chgData name="Luiz Alberto Ferreira Gomes" userId="bc531018-f902-4d26-b3af-7ca03fb059d6" providerId="ADAL" clId="{EFDC42CF-D36F-4341-B842-410AF9F4566A}" dt="2024-03-31T23:27:02.781" v="2611" actId="2711"/>
          <ac:spMkLst>
            <pc:docMk/>
            <pc:sldMk cId="2742154778" sldId="351"/>
            <ac:spMk id="12" creationId="{37C175C8-CBCE-A6B5-A4F6-67658271C118}"/>
          </ac:spMkLst>
        </pc:spChg>
        <pc:graphicFrameChg chg="mod modGraphic">
          <ac:chgData name="Luiz Alberto Ferreira Gomes" userId="bc531018-f902-4d26-b3af-7ca03fb059d6" providerId="ADAL" clId="{EFDC42CF-D36F-4341-B842-410AF9F4566A}" dt="2024-03-29T00:29:54.664" v="1485" actId="14734"/>
          <ac:graphicFrameMkLst>
            <pc:docMk/>
            <pc:sldMk cId="2742154778" sldId="351"/>
            <ac:graphicFrameMk id="4" creationId="{C081BEFC-86CE-83B1-1FFA-6D784AC1DF1F}"/>
          </ac:graphicFrameMkLst>
        </pc:graphicFrameChg>
      </pc:sldChg>
      <pc:sldChg chg="delSp modSp add mod modNotesTx">
        <pc:chgData name="Luiz Alberto Ferreira Gomes" userId="bc531018-f902-4d26-b3af-7ca03fb059d6" providerId="ADAL" clId="{EFDC42CF-D36F-4341-B842-410AF9F4566A}" dt="2024-04-01T00:20:49.031" v="2988" actId="20577"/>
        <pc:sldMkLst>
          <pc:docMk/>
          <pc:sldMk cId="267215263" sldId="352"/>
        </pc:sldMkLst>
        <pc:spChg chg="mod">
          <ac:chgData name="Luiz Alberto Ferreira Gomes" userId="bc531018-f902-4d26-b3af-7ca03fb059d6" providerId="ADAL" clId="{EFDC42CF-D36F-4341-B842-410AF9F4566A}" dt="2024-03-31T23:30:39.066" v="2854" actId="2711"/>
          <ac:spMkLst>
            <pc:docMk/>
            <pc:sldMk cId="267215263" sldId="352"/>
            <ac:spMk id="3" creationId="{AE1A0E0F-043A-6736-2D66-64ED5077FD3E}"/>
          </ac:spMkLst>
        </pc:spChg>
        <pc:spChg chg="del">
          <ac:chgData name="Luiz Alberto Ferreira Gomes" userId="bc531018-f902-4d26-b3af-7ca03fb059d6" providerId="ADAL" clId="{EFDC42CF-D36F-4341-B842-410AF9F4566A}" dt="2024-03-28T23:25:35.785" v="732" actId="478"/>
          <ac:spMkLst>
            <pc:docMk/>
            <pc:sldMk cId="267215263" sldId="352"/>
            <ac:spMk id="5" creationId="{34316C8F-8176-6C30-0C29-F45818F87AA4}"/>
          </ac:spMkLst>
        </pc:spChg>
        <pc:spChg chg="del">
          <ac:chgData name="Luiz Alberto Ferreira Gomes" userId="bc531018-f902-4d26-b3af-7ca03fb059d6" providerId="ADAL" clId="{EFDC42CF-D36F-4341-B842-410AF9F4566A}" dt="2024-03-28T23:25:35.785" v="732" actId="478"/>
          <ac:spMkLst>
            <pc:docMk/>
            <pc:sldMk cId="267215263" sldId="352"/>
            <ac:spMk id="6" creationId="{35DF650D-98A3-7A12-9D42-23E1C3A29AB6}"/>
          </ac:spMkLst>
        </pc:spChg>
        <pc:spChg chg="mod">
          <ac:chgData name="Luiz Alberto Ferreira Gomes" userId="bc531018-f902-4d26-b3af-7ca03fb059d6" providerId="ADAL" clId="{EFDC42CF-D36F-4341-B842-410AF9F4566A}" dt="2024-03-28T23:25:25.107" v="731" actId="20577"/>
          <ac:spMkLst>
            <pc:docMk/>
            <pc:sldMk cId="267215263" sldId="352"/>
            <ac:spMk id="25" creationId="{1DF8E0D8-EF4B-EC55-5559-7D83413B0984}"/>
          </ac:spMkLst>
        </pc:spChg>
        <pc:picChg chg="mod">
          <ac:chgData name="Luiz Alberto Ferreira Gomes" userId="bc531018-f902-4d26-b3af-7ca03fb059d6" providerId="ADAL" clId="{EFDC42CF-D36F-4341-B842-410AF9F4566A}" dt="2024-03-28T23:26:23.809" v="741" actId="14826"/>
          <ac:picMkLst>
            <pc:docMk/>
            <pc:sldMk cId="267215263" sldId="352"/>
            <ac:picMk id="4" creationId="{0FC87EB1-BF6A-89FC-D145-715E9953A1E1}"/>
          </ac:picMkLst>
        </pc:picChg>
      </pc:sldChg>
      <pc:sldChg chg="modSp add mod modNotesTx">
        <pc:chgData name="Luiz Alberto Ferreira Gomes" userId="bc531018-f902-4d26-b3af-7ca03fb059d6" providerId="ADAL" clId="{EFDC42CF-D36F-4341-B842-410AF9F4566A}" dt="2024-03-31T23:30:58.100" v="2857" actId="14100"/>
        <pc:sldMkLst>
          <pc:docMk/>
          <pc:sldMk cId="3920170880" sldId="353"/>
        </pc:sldMkLst>
        <pc:spChg chg="mod">
          <ac:chgData name="Luiz Alberto Ferreira Gomes" userId="bc531018-f902-4d26-b3af-7ca03fb059d6" providerId="ADAL" clId="{EFDC42CF-D36F-4341-B842-410AF9F4566A}" dt="2024-03-31T23:30:58.100" v="2857" actId="14100"/>
          <ac:spMkLst>
            <pc:docMk/>
            <pc:sldMk cId="3920170880" sldId="353"/>
            <ac:spMk id="3" creationId="{AE1A0E0F-043A-6736-2D66-64ED5077FD3E}"/>
          </ac:spMkLst>
        </pc:spChg>
        <pc:picChg chg="mod">
          <ac:chgData name="Luiz Alberto Ferreira Gomes" userId="bc531018-f902-4d26-b3af-7ca03fb059d6" providerId="ADAL" clId="{EFDC42CF-D36F-4341-B842-410AF9F4566A}" dt="2024-03-28T23:26:51.394" v="743" actId="14826"/>
          <ac:picMkLst>
            <pc:docMk/>
            <pc:sldMk cId="3920170880" sldId="353"/>
            <ac:picMk id="4" creationId="{0FC87EB1-BF6A-89FC-D145-715E9953A1E1}"/>
          </ac:picMkLst>
        </pc:picChg>
      </pc:sldChg>
      <pc:sldChg chg="addSp delSp modSp add mod">
        <pc:chgData name="Luiz Alberto Ferreira Gomes" userId="bc531018-f902-4d26-b3af-7ca03fb059d6" providerId="ADAL" clId="{EFDC42CF-D36F-4341-B842-410AF9F4566A}" dt="2024-03-31T23:31:05.036" v="2859"/>
        <pc:sldMkLst>
          <pc:docMk/>
          <pc:sldMk cId="2331769361" sldId="354"/>
        </pc:sldMkLst>
        <pc:spChg chg="del mod">
          <ac:chgData name="Luiz Alberto Ferreira Gomes" userId="bc531018-f902-4d26-b3af-7ca03fb059d6" providerId="ADAL" clId="{EFDC42CF-D36F-4341-B842-410AF9F4566A}" dt="2024-03-31T23:31:03.833" v="2858" actId="478"/>
          <ac:spMkLst>
            <pc:docMk/>
            <pc:sldMk cId="2331769361" sldId="354"/>
            <ac:spMk id="3" creationId="{AE1A0E0F-043A-6736-2D66-64ED5077FD3E}"/>
          </ac:spMkLst>
        </pc:spChg>
        <pc:spChg chg="add mod">
          <ac:chgData name="Luiz Alberto Ferreira Gomes" userId="bc531018-f902-4d26-b3af-7ca03fb059d6" providerId="ADAL" clId="{EFDC42CF-D36F-4341-B842-410AF9F4566A}" dt="2024-03-31T23:31:05.036" v="2859"/>
          <ac:spMkLst>
            <pc:docMk/>
            <pc:sldMk cId="2331769361" sldId="354"/>
            <ac:spMk id="7" creationId="{4E56EA4A-464D-FB8C-90C2-CF31839889F2}"/>
          </ac:spMkLst>
        </pc:spChg>
        <pc:picChg chg="mod">
          <ac:chgData name="Luiz Alberto Ferreira Gomes" userId="bc531018-f902-4d26-b3af-7ca03fb059d6" providerId="ADAL" clId="{EFDC42CF-D36F-4341-B842-410AF9F4566A}" dt="2024-03-28T23:28:47.905" v="757" actId="1036"/>
          <ac:picMkLst>
            <pc:docMk/>
            <pc:sldMk cId="2331769361" sldId="354"/>
            <ac:picMk id="4" creationId="{0FC87EB1-BF6A-89FC-D145-715E9953A1E1}"/>
          </ac:picMkLst>
        </pc:picChg>
      </pc:sldChg>
      <pc:sldChg chg="addSp delSp modSp add mod">
        <pc:chgData name="Luiz Alberto Ferreira Gomes" userId="bc531018-f902-4d26-b3af-7ca03fb059d6" providerId="ADAL" clId="{EFDC42CF-D36F-4341-B842-410AF9F4566A}" dt="2024-03-31T23:31:14.280" v="2861"/>
        <pc:sldMkLst>
          <pc:docMk/>
          <pc:sldMk cId="1997097242" sldId="355"/>
        </pc:sldMkLst>
        <pc:spChg chg="del mod">
          <ac:chgData name="Luiz Alberto Ferreira Gomes" userId="bc531018-f902-4d26-b3af-7ca03fb059d6" providerId="ADAL" clId="{EFDC42CF-D36F-4341-B842-410AF9F4566A}" dt="2024-03-31T23:31:13.323" v="2860" actId="478"/>
          <ac:spMkLst>
            <pc:docMk/>
            <pc:sldMk cId="1997097242" sldId="355"/>
            <ac:spMk id="3" creationId="{AE1A0E0F-043A-6736-2D66-64ED5077FD3E}"/>
          </ac:spMkLst>
        </pc:spChg>
        <pc:spChg chg="add mod">
          <ac:chgData name="Luiz Alberto Ferreira Gomes" userId="bc531018-f902-4d26-b3af-7ca03fb059d6" providerId="ADAL" clId="{EFDC42CF-D36F-4341-B842-410AF9F4566A}" dt="2024-03-31T23:31:14.280" v="2861"/>
          <ac:spMkLst>
            <pc:docMk/>
            <pc:sldMk cId="1997097242" sldId="355"/>
            <ac:spMk id="7" creationId="{64174176-3708-F952-3D7D-83ACBB5DD859}"/>
          </ac:spMkLst>
        </pc:spChg>
        <pc:picChg chg="mod">
          <ac:chgData name="Luiz Alberto Ferreira Gomes" userId="bc531018-f902-4d26-b3af-7ca03fb059d6" providerId="ADAL" clId="{EFDC42CF-D36F-4341-B842-410AF9F4566A}" dt="2024-03-28T23:29:01.675" v="759" actId="14826"/>
          <ac:picMkLst>
            <pc:docMk/>
            <pc:sldMk cId="1997097242" sldId="355"/>
            <ac:picMk id="4" creationId="{0FC87EB1-BF6A-89FC-D145-715E9953A1E1}"/>
          </ac:picMkLst>
        </pc:picChg>
      </pc:sldChg>
      <pc:sldChg chg="modSp add mod ord modNotesTx">
        <pc:chgData name="Luiz Alberto Ferreira Gomes" userId="bc531018-f902-4d26-b3af-7ca03fb059d6" providerId="ADAL" clId="{EFDC42CF-D36F-4341-B842-410AF9F4566A}" dt="2024-03-31T23:33:13.065" v="2932" actId="20577"/>
        <pc:sldMkLst>
          <pc:docMk/>
          <pc:sldMk cId="1744332099" sldId="356"/>
        </pc:sldMkLst>
        <pc:spChg chg="mod">
          <ac:chgData name="Luiz Alberto Ferreira Gomes" userId="bc531018-f902-4d26-b3af-7ca03fb059d6" providerId="ADAL" clId="{EFDC42CF-D36F-4341-B842-410AF9F4566A}" dt="2024-03-28T23:31:49.222" v="822" actId="20577"/>
          <ac:spMkLst>
            <pc:docMk/>
            <pc:sldMk cId="1744332099" sldId="356"/>
            <ac:spMk id="2" creationId="{0F25D257-8D8C-D498-E0CD-6281FC8DA9DA}"/>
          </ac:spMkLst>
        </pc:spChg>
        <pc:spChg chg="mod">
          <ac:chgData name="Luiz Alberto Ferreira Gomes" userId="bc531018-f902-4d26-b3af-7ca03fb059d6" providerId="ADAL" clId="{EFDC42CF-D36F-4341-B842-410AF9F4566A}" dt="2024-03-28T23:30:52.204" v="798" actId="20577"/>
          <ac:spMkLst>
            <pc:docMk/>
            <pc:sldMk cId="1744332099" sldId="356"/>
            <ac:spMk id="4" creationId="{CFCEE3DC-4F2A-F9AF-1E06-00D44887487E}"/>
          </ac:spMkLst>
        </pc:spChg>
        <pc:spChg chg="mod">
          <ac:chgData name="Luiz Alberto Ferreira Gomes" userId="bc531018-f902-4d26-b3af-7ca03fb059d6" providerId="ADAL" clId="{EFDC42CF-D36F-4341-B842-410AF9F4566A}" dt="2024-03-28T23:29:55.739" v="775" actId="20577"/>
          <ac:spMkLst>
            <pc:docMk/>
            <pc:sldMk cId="1744332099" sldId="356"/>
            <ac:spMk id="5" creationId="{22FE315D-1520-25E4-50F6-9A138BB84B8E}"/>
          </ac:spMkLst>
        </pc:spChg>
        <pc:spChg chg="mod">
          <ac:chgData name="Luiz Alberto Ferreira Gomes" userId="bc531018-f902-4d26-b3af-7ca03fb059d6" providerId="ADAL" clId="{EFDC42CF-D36F-4341-B842-410AF9F4566A}" dt="2024-03-29T00:34:34.558" v="1508" actId="14100"/>
          <ac:spMkLst>
            <pc:docMk/>
            <pc:sldMk cId="1744332099" sldId="356"/>
            <ac:spMk id="12" creationId="{B05D987C-93E4-CB0C-F0C9-0323E38EFFF1}"/>
          </ac:spMkLst>
        </pc:spChg>
        <pc:cxnChg chg="mod">
          <ac:chgData name="Luiz Alberto Ferreira Gomes" userId="bc531018-f902-4d26-b3af-7ca03fb059d6" providerId="ADAL" clId="{EFDC42CF-D36F-4341-B842-410AF9F4566A}" dt="2024-03-28T23:32:02.103" v="823" actId="108"/>
          <ac:cxnSpMkLst>
            <pc:docMk/>
            <pc:sldMk cId="1744332099" sldId="356"/>
            <ac:cxnSpMk id="13" creationId="{34E43289-2B71-B80C-F2D7-AB8C70514377}"/>
          </ac:cxnSpMkLst>
        </pc:cxnChg>
      </pc:sldChg>
      <pc:sldChg chg="modSp add mod modNotesTx">
        <pc:chgData name="Luiz Alberto Ferreira Gomes" userId="bc531018-f902-4d26-b3af-7ca03fb059d6" providerId="ADAL" clId="{EFDC42CF-D36F-4341-B842-410AF9F4566A}" dt="2024-04-01T00:46:24.208" v="3048" actId="207"/>
        <pc:sldMkLst>
          <pc:docMk/>
          <pc:sldMk cId="2442456444" sldId="357"/>
        </pc:sldMkLst>
        <pc:spChg chg="mod">
          <ac:chgData name="Luiz Alberto Ferreira Gomes" userId="bc531018-f902-4d26-b3af-7ca03fb059d6" providerId="ADAL" clId="{EFDC42CF-D36F-4341-B842-410AF9F4566A}" dt="2024-04-01T00:46:08.763" v="3046" actId="208"/>
          <ac:spMkLst>
            <pc:docMk/>
            <pc:sldMk cId="2442456444" sldId="357"/>
            <ac:spMk id="31" creationId="{DEADC071-D2B6-FCDF-8E64-6316C01BA7E2}"/>
          </ac:spMkLst>
        </pc:spChg>
        <pc:spChg chg="mod">
          <ac:chgData name="Luiz Alberto Ferreira Gomes" userId="bc531018-f902-4d26-b3af-7ca03fb059d6" providerId="ADAL" clId="{EFDC42CF-D36F-4341-B842-410AF9F4566A}" dt="2024-04-01T00:46:17.620" v="3047" actId="208"/>
          <ac:spMkLst>
            <pc:docMk/>
            <pc:sldMk cId="2442456444" sldId="357"/>
            <ac:spMk id="32" creationId="{59E1C85C-D196-A9EC-ADC7-18A3C8876818}"/>
          </ac:spMkLst>
        </pc:spChg>
        <pc:spChg chg="mod">
          <ac:chgData name="Luiz Alberto Ferreira Gomes" userId="bc531018-f902-4d26-b3af-7ca03fb059d6" providerId="ADAL" clId="{EFDC42CF-D36F-4341-B842-410AF9F4566A}" dt="2024-04-01T00:46:00.099" v="3045" actId="207"/>
          <ac:spMkLst>
            <pc:docMk/>
            <pc:sldMk cId="2442456444" sldId="357"/>
            <ac:spMk id="33" creationId="{C2689559-FCA8-8B68-E608-58FDD60865E1}"/>
          </ac:spMkLst>
        </pc:spChg>
        <pc:spChg chg="mod">
          <ac:chgData name="Luiz Alberto Ferreira Gomes" userId="bc531018-f902-4d26-b3af-7ca03fb059d6" providerId="ADAL" clId="{EFDC42CF-D36F-4341-B842-410AF9F4566A}" dt="2024-04-01T00:46:24.208" v="3048" actId="207"/>
          <ac:spMkLst>
            <pc:docMk/>
            <pc:sldMk cId="2442456444" sldId="357"/>
            <ac:spMk id="34" creationId="{A81D970D-533F-1AF2-51A4-00A4A0DBA3D2}"/>
          </ac:spMkLst>
        </pc:spChg>
      </pc:sldChg>
      <pc:sldMasterChg chg="add addSldLayout">
        <pc:chgData name="Luiz Alberto Ferreira Gomes" userId="bc531018-f902-4d26-b3af-7ca03fb059d6" providerId="ADAL" clId="{EFDC42CF-D36F-4341-B842-410AF9F4566A}" dt="2024-03-28T23:24:03.366" v="680" actId="27028"/>
        <pc:sldMasterMkLst>
          <pc:docMk/>
          <pc:sldMasterMk cId="3895196229" sldId="2147483694"/>
        </pc:sldMasterMkLst>
        <pc:sldLayoutChg chg="add">
          <pc:chgData name="Luiz Alberto Ferreira Gomes" userId="bc531018-f902-4d26-b3af-7ca03fb059d6" providerId="ADAL" clId="{EFDC42CF-D36F-4341-B842-410AF9F4566A}" dt="2024-03-28T23:24:03.366" v="680" actId="27028"/>
          <pc:sldLayoutMkLst>
            <pc:docMk/>
            <pc:sldMasterMk cId="3895196229" sldId="2147483694"/>
            <pc:sldLayoutMk cId="1341462391" sldId="2147483698"/>
          </pc:sldLayoutMkLst>
        </pc:sldLayoutChg>
      </pc:sldMasterChg>
    </pc:docChg>
  </pc:docChgLst>
  <pc:docChgLst>
    <pc:chgData name="Luiz Alberto Ferreira Gomes" userId="bc531018-f902-4d26-b3af-7ca03fb059d6" providerId="ADAL" clId="{8B3C50D5-6036-44F9-AC4A-9A8B6EE54F30}"/>
    <pc:docChg chg="undo custSel addSld delSld modSld sldOrd addMainMaster delMainMaster">
      <pc:chgData name="Luiz Alberto Ferreira Gomes" userId="bc531018-f902-4d26-b3af-7ca03fb059d6" providerId="ADAL" clId="{8B3C50D5-6036-44F9-AC4A-9A8B6EE54F30}" dt="2024-01-20T18:35:26.638" v="3262" actId="20577"/>
      <pc:docMkLst>
        <pc:docMk/>
      </pc:docMkLst>
      <pc:sldChg chg="addSp delSp modSp del mod">
        <pc:chgData name="Luiz Alberto Ferreira Gomes" userId="bc531018-f902-4d26-b3af-7ca03fb059d6" providerId="ADAL" clId="{8B3C50D5-6036-44F9-AC4A-9A8B6EE54F30}" dt="2024-01-11T15:59:34.945" v="81" actId="47"/>
        <pc:sldMkLst>
          <pc:docMk/>
          <pc:sldMk cId="0" sldId="264"/>
        </pc:sldMkLst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11" creationId="{83D945A5-377D-9962-4F07-5F27AE27655E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13" creationId="{4E90B3F0-68A4-BCC4-4107-D788CFD5E336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16" creationId="{0326F3EB-3ABF-8ABA-2FA3-C36CB412D534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17" creationId="{054E57B7-F5FD-9101-CF9C-CC3804B0A4A1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26" creationId="{E1A847D3-ED08-3224-13BA-4B500DAD1DEC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27" creationId="{1455D466-4EEE-3A65-7710-1C19A44D05A4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31" creationId="{EB49D1AB-1E6F-462F-E584-2CB08C04251C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33" creationId="{D700A9AD-BB3F-5D80-847E-7EB75704BF84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38" creationId="{D1279D7F-D2E1-F5D1-8361-051EDBCCD35A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39" creationId="{A103C1CE-0EA5-A9B0-90C8-C8CF3185ABA2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40" creationId="{29CBA544-DEE8-0F0B-9C1B-22DC0B7EBCA2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41" creationId="{2FE9166A-5493-EA6A-BF88-FF01AEE77633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42" creationId="{7F05CDD2-E20F-D14E-0488-F84440F449D0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43" creationId="{7F3D7E48-668F-114A-467D-893CBCC24E39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44" creationId="{DCB69E67-A35B-2941-CCBF-3741D3FF9B17}"/>
          </ac:spMkLst>
        </pc:spChg>
        <pc:spChg chg="mod">
          <ac:chgData name="Luiz Alberto Ferreira Gomes" userId="bc531018-f902-4d26-b3af-7ca03fb059d6" providerId="ADAL" clId="{8B3C50D5-6036-44F9-AC4A-9A8B6EE54F30}" dt="2024-01-11T15:43:46.634" v="20"/>
          <ac:spMkLst>
            <pc:docMk/>
            <pc:sldMk cId="0" sldId="264"/>
            <ac:spMk id="45" creationId="{C192D7A4-D59F-8F27-A879-C058B635318A}"/>
          </ac:spMkLst>
        </pc:spChg>
        <pc:grpChg chg="add mod">
          <ac:chgData name="Luiz Alberto Ferreira Gomes" userId="bc531018-f902-4d26-b3af-7ca03fb059d6" providerId="ADAL" clId="{8B3C50D5-6036-44F9-AC4A-9A8B6EE54F30}" dt="2024-01-11T15:44:45.628" v="35" actId="14100"/>
          <ac:grpSpMkLst>
            <pc:docMk/>
            <pc:sldMk cId="0" sldId="264"/>
            <ac:grpSpMk id="6" creationId="{790837DB-AC8A-1A8C-07C5-6EAD4095260C}"/>
          </ac:grpSpMkLst>
        </pc:grpChg>
        <pc:grpChg chg="mod">
          <ac:chgData name="Luiz Alberto Ferreira Gomes" userId="bc531018-f902-4d26-b3af-7ca03fb059d6" providerId="ADAL" clId="{8B3C50D5-6036-44F9-AC4A-9A8B6EE54F30}" dt="2024-01-11T15:43:46.634" v="20"/>
          <ac:grpSpMkLst>
            <pc:docMk/>
            <pc:sldMk cId="0" sldId="264"/>
            <ac:grpSpMk id="8" creationId="{DA4E1AEA-F083-1226-20C3-3B3239B7F139}"/>
          </ac:grpSpMkLst>
        </pc:grpChg>
        <pc:grpChg chg="del">
          <ac:chgData name="Luiz Alberto Ferreira Gomes" userId="bc531018-f902-4d26-b3af-7ca03fb059d6" providerId="ADAL" clId="{8B3C50D5-6036-44F9-AC4A-9A8B6EE54F30}" dt="2024-01-11T15:43:25.603" v="19" actId="478"/>
          <ac:grpSpMkLst>
            <pc:docMk/>
            <pc:sldMk cId="0" sldId="264"/>
            <ac:grpSpMk id="18" creationId="{4236B4E9-8289-A9D5-2327-4F4F5D989CF0}"/>
          </ac:grpSpMkLst>
        </pc:grpChg>
        <pc:picChg chg="mod">
          <ac:chgData name="Luiz Alberto Ferreira Gomes" userId="bc531018-f902-4d26-b3af-7ca03fb059d6" providerId="ADAL" clId="{8B3C50D5-6036-44F9-AC4A-9A8B6EE54F30}" dt="2024-01-11T15:43:46.634" v="20"/>
          <ac:picMkLst>
            <pc:docMk/>
            <pc:sldMk cId="0" sldId="264"/>
            <ac:picMk id="9" creationId="{6EFFFBCC-D194-0353-4C90-C460C7A92024}"/>
          </ac:picMkLst>
        </pc:picChg>
        <pc:cxnChg chg="del">
          <ac:chgData name="Luiz Alberto Ferreira Gomes" userId="bc531018-f902-4d26-b3af-7ca03fb059d6" providerId="ADAL" clId="{8B3C50D5-6036-44F9-AC4A-9A8B6EE54F30}" dt="2024-01-11T15:43:25.603" v="19" actId="478"/>
          <ac:cxnSpMkLst>
            <pc:docMk/>
            <pc:sldMk cId="0" sldId="264"/>
            <ac:cxnSpMk id="5" creationId="{A94D6777-D470-4AFB-6C22-A21BF75017AF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28" creationId="{B5055EE3-E456-A3AC-C107-01BF19E4170E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29" creationId="{4C2684CA-BF7B-4119-0BF9-9CD3ECA58AD4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30" creationId="{7DEB2FDB-9514-C242-5AA7-86A247BDE9CC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32" creationId="{30CDCBA5-4F9B-76AB-FD1C-49D5D4FDE846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34" creationId="{6F1FFC39-C857-56F9-A06C-766BF8E334A9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35" creationId="{F669BFC7-7FC3-F8B5-D50E-07113898E611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36" creationId="{81EFCA69-1FC8-1741-5F70-FA8F189C865B}"/>
          </ac:cxnSpMkLst>
        </pc:cxnChg>
        <pc:cxnChg chg="mod">
          <ac:chgData name="Luiz Alberto Ferreira Gomes" userId="bc531018-f902-4d26-b3af-7ca03fb059d6" providerId="ADAL" clId="{8B3C50D5-6036-44F9-AC4A-9A8B6EE54F30}" dt="2024-01-11T15:43:46.634" v="20"/>
          <ac:cxnSpMkLst>
            <pc:docMk/>
            <pc:sldMk cId="0" sldId="264"/>
            <ac:cxnSpMk id="37" creationId="{C853848C-5D1F-B962-7B79-F3D59E6A27C3}"/>
          </ac:cxnSpMkLst>
        </pc:cxnChg>
      </pc:sldChg>
      <pc:sldChg chg="del">
        <pc:chgData name="Luiz Alberto Ferreira Gomes" userId="bc531018-f902-4d26-b3af-7ca03fb059d6" providerId="ADAL" clId="{8B3C50D5-6036-44F9-AC4A-9A8B6EE54F30}" dt="2024-01-11T15:59:38.994" v="83" actId="47"/>
        <pc:sldMkLst>
          <pc:docMk/>
          <pc:sldMk cId="0" sldId="267"/>
        </pc:sldMkLst>
      </pc:sldChg>
      <pc:sldChg chg="delSp modSp mod modNotesTx">
        <pc:chgData name="Luiz Alberto Ferreira Gomes" userId="bc531018-f902-4d26-b3af-7ca03fb059d6" providerId="ADAL" clId="{8B3C50D5-6036-44F9-AC4A-9A8B6EE54F30}" dt="2024-01-20T18:35:26.638" v="3262" actId="20577"/>
        <pc:sldMkLst>
          <pc:docMk/>
          <pc:sldMk cId="1241614345" sldId="279"/>
        </pc:sldMkLst>
        <pc:spChg chg="mod">
          <ac:chgData name="Luiz Alberto Ferreira Gomes" userId="bc531018-f902-4d26-b3af-7ca03fb059d6" providerId="ADAL" clId="{8B3C50D5-6036-44F9-AC4A-9A8B6EE54F30}" dt="2024-01-12T22:39:15.402" v="1960" actId="403"/>
          <ac:spMkLst>
            <pc:docMk/>
            <pc:sldMk cId="1241614345" sldId="279"/>
            <ac:spMk id="123" creationId="{00000000-0000-0000-0000-000000000000}"/>
          </ac:spMkLst>
        </pc:spChg>
        <pc:spChg chg="del">
          <ac:chgData name="Luiz Alberto Ferreira Gomes" userId="bc531018-f902-4d26-b3af-7ca03fb059d6" providerId="ADAL" clId="{8B3C50D5-6036-44F9-AC4A-9A8B6EE54F30}" dt="2024-01-12T22:39:02.785" v="1951" actId="478"/>
          <ac:spMkLst>
            <pc:docMk/>
            <pc:sldMk cId="1241614345" sldId="279"/>
            <ac:spMk id="124" creationId="{00000000-0000-0000-0000-000000000000}"/>
          </ac:spMkLst>
        </pc:spChg>
      </pc:sldChg>
      <pc:sldChg chg="del">
        <pc:chgData name="Luiz Alberto Ferreira Gomes" userId="bc531018-f902-4d26-b3af-7ca03fb059d6" providerId="ADAL" clId="{8B3C50D5-6036-44F9-AC4A-9A8B6EE54F30}" dt="2024-01-11T15:59:39.721" v="84" actId="47"/>
        <pc:sldMkLst>
          <pc:docMk/>
          <pc:sldMk cId="842934007" sldId="280"/>
        </pc:sldMkLst>
      </pc:sldChg>
      <pc:sldChg chg="addSp delSp modSp del mod modShow">
        <pc:chgData name="Luiz Alberto Ferreira Gomes" userId="bc531018-f902-4d26-b3af-7ca03fb059d6" providerId="ADAL" clId="{8B3C50D5-6036-44F9-AC4A-9A8B6EE54F30}" dt="2024-01-12T17:46:53.044" v="1631" actId="2696"/>
        <pc:sldMkLst>
          <pc:docMk/>
          <pc:sldMk cId="2818114500" sldId="282"/>
        </pc:sldMkLst>
        <pc:spChg chg="add del mod ord">
          <ac:chgData name="Luiz Alberto Ferreira Gomes" userId="bc531018-f902-4d26-b3af-7ca03fb059d6" providerId="ADAL" clId="{8B3C50D5-6036-44F9-AC4A-9A8B6EE54F30}" dt="2024-01-12T00:59:57.819" v="1316" actId="1076"/>
          <ac:spMkLst>
            <pc:docMk/>
            <pc:sldMk cId="2818114500" sldId="282"/>
            <ac:spMk id="8" creationId="{6E172681-429B-42F5-61FD-296A1624B114}"/>
          </ac:spMkLst>
        </pc:spChg>
        <pc:spChg chg="mod ord">
          <ac:chgData name="Luiz Alberto Ferreira Gomes" userId="bc531018-f902-4d26-b3af-7ca03fb059d6" providerId="ADAL" clId="{8B3C50D5-6036-44F9-AC4A-9A8B6EE54F30}" dt="2024-01-12T01:14:45.414" v="1463" actId="404"/>
          <ac:spMkLst>
            <pc:docMk/>
            <pc:sldMk cId="2818114500" sldId="282"/>
            <ac:spMk id="17" creationId="{A3EB00D8-BDF5-961B-BD6E-8A9C684F6C2F}"/>
          </ac:spMkLst>
        </pc:spChg>
        <pc:grpChg chg="mod">
          <ac:chgData name="Luiz Alberto Ferreira Gomes" userId="bc531018-f902-4d26-b3af-7ca03fb059d6" providerId="ADAL" clId="{8B3C50D5-6036-44F9-AC4A-9A8B6EE54F30}" dt="2024-01-12T00:58:54.986" v="1308" actId="1076"/>
          <ac:grpSpMkLst>
            <pc:docMk/>
            <pc:sldMk cId="2818114500" sldId="282"/>
            <ac:grpSpMk id="18" creationId="{092A6243-A0E5-BA8A-FA93-BAACD0C84B7E}"/>
          </ac:grpSpMkLst>
        </pc:grpChg>
        <pc:picChg chg="del">
          <ac:chgData name="Luiz Alberto Ferreira Gomes" userId="bc531018-f902-4d26-b3af-7ca03fb059d6" providerId="ADAL" clId="{8B3C50D5-6036-44F9-AC4A-9A8B6EE54F30}" dt="2024-01-12T00:51:01.812" v="1230" actId="478"/>
          <ac:picMkLst>
            <pc:docMk/>
            <pc:sldMk cId="2818114500" sldId="282"/>
            <ac:picMk id="3" creationId="{195157F5-B32B-018E-8603-02B6EA96CB65}"/>
          </ac:picMkLst>
        </pc:picChg>
        <pc:picChg chg="add del mod">
          <ac:chgData name="Luiz Alberto Ferreira Gomes" userId="bc531018-f902-4d26-b3af-7ca03fb059d6" providerId="ADAL" clId="{8B3C50D5-6036-44F9-AC4A-9A8B6EE54F30}" dt="2024-01-12T00:57:11.443" v="1284" actId="478"/>
          <ac:picMkLst>
            <pc:docMk/>
            <pc:sldMk cId="2818114500" sldId="282"/>
            <ac:picMk id="5" creationId="{A10C0062-90CB-D3C0-DA8C-C79048B5BD02}"/>
          </ac:picMkLst>
        </pc:picChg>
        <pc:picChg chg="add del mod">
          <ac:chgData name="Luiz Alberto Ferreira Gomes" userId="bc531018-f902-4d26-b3af-7ca03fb059d6" providerId="ADAL" clId="{8B3C50D5-6036-44F9-AC4A-9A8B6EE54F30}" dt="2024-01-12T00:50:58.055" v="1228" actId="478"/>
          <ac:picMkLst>
            <pc:docMk/>
            <pc:sldMk cId="2818114500" sldId="282"/>
            <ac:picMk id="7" creationId="{7397CC0F-8CB8-40E6-518A-2AD8971547E5}"/>
          </ac:picMkLst>
        </pc:picChg>
        <pc:picChg chg="add mod ord modCrop">
          <ac:chgData name="Luiz Alberto Ferreira Gomes" userId="bc531018-f902-4d26-b3af-7ca03fb059d6" providerId="ADAL" clId="{8B3C50D5-6036-44F9-AC4A-9A8B6EE54F30}" dt="2024-01-12T00:57:40.014" v="1287" actId="732"/>
          <ac:picMkLst>
            <pc:docMk/>
            <pc:sldMk cId="2818114500" sldId="282"/>
            <ac:picMk id="15" creationId="{716AB632-B746-F5C1-C7E7-6D376E41D4A9}"/>
          </ac:picMkLst>
        </pc:picChg>
        <pc:picChg chg="del">
          <ac:chgData name="Luiz Alberto Ferreira Gomes" userId="bc531018-f902-4d26-b3af-7ca03fb059d6" providerId="ADAL" clId="{8B3C50D5-6036-44F9-AC4A-9A8B6EE54F30}" dt="2024-01-12T00:51:04.070" v="1231" actId="478"/>
          <ac:picMkLst>
            <pc:docMk/>
            <pc:sldMk cId="2818114500" sldId="282"/>
            <ac:picMk id="16" creationId="{5583EF4D-B36C-0181-EACD-3378D37CF8BF}"/>
          </ac:picMkLst>
        </pc:picChg>
        <pc:picChg chg="add mod">
          <ac:chgData name="Luiz Alberto Ferreira Gomes" userId="bc531018-f902-4d26-b3af-7ca03fb059d6" providerId="ADAL" clId="{8B3C50D5-6036-44F9-AC4A-9A8B6EE54F30}" dt="2024-01-12T01:17:24.317" v="1469" actId="931"/>
          <ac:picMkLst>
            <pc:docMk/>
            <pc:sldMk cId="2818114500" sldId="282"/>
            <ac:picMk id="20" creationId="{29DBA140-FF26-CD3D-A52D-92F8F2D42A44}"/>
          </ac:picMkLst>
        </pc:picChg>
      </pc:sldChg>
      <pc:sldChg chg="addSp delSp modSp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2501527861" sldId="283"/>
        </pc:sldMkLst>
        <pc:spChg chg="add del mod">
          <ac:chgData name="Luiz Alberto Ferreira Gomes" userId="bc531018-f902-4d26-b3af-7ca03fb059d6" providerId="ADAL" clId="{8B3C50D5-6036-44F9-AC4A-9A8B6EE54F30}" dt="2024-01-11T23:45:02.531" v="681" actId="478"/>
          <ac:spMkLst>
            <pc:docMk/>
            <pc:sldMk cId="2501527861" sldId="283"/>
            <ac:spMk id="3" creationId="{1B5E9F60-5094-64B1-A5B3-400ADBCBB1B1}"/>
          </ac:spMkLst>
        </pc:spChg>
        <pc:spChg chg="del mod">
          <ac:chgData name="Luiz Alberto Ferreira Gomes" userId="bc531018-f902-4d26-b3af-7ca03fb059d6" providerId="ADAL" clId="{8B3C50D5-6036-44F9-AC4A-9A8B6EE54F30}" dt="2024-01-12T18:10:31.428" v="1669" actId="478"/>
          <ac:spMkLst>
            <pc:docMk/>
            <pc:sldMk cId="2501527861" sldId="283"/>
            <ac:spMk id="4" creationId="{736AAA16-0567-B0F4-0CE3-98BCB94EF8D4}"/>
          </ac:spMkLst>
        </pc:spChg>
        <pc:spChg chg="add del mod">
          <ac:chgData name="Luiz Alberto Ferreira Gomes" userId="bc531018-f902-4d26-b3af-7ca03fb059d6" providerId="ADAL" clId="{8B3C50D5-6036-44F9-AC4A-9A8B6EE54F30}" dt="2024-01-11T23:45:02.531" v="681" actId="478"/>
          <ac:spMkLst>
            <pc:docMk/>
            <pc:sldMk cId="2501527861" sldId="283"/>
            <ac:spMk id="5" creationId="{0CB46A0D-2445-6656-B88F-D62E2355ED8A}"/>
          </ac:spMkLst>
        </pc:spChg>
        <pc:spChg chg="del">
          <ac:chgData name="Luiz Alberto Ferreira Gomes" userId="bc531018-f902-4d26-b3af-7ca03fb059d6" providerId="ADAL" clId="{8B3C50D5-6036-44F9-AC4A-9A8B6EE54F30}" dt="2024-01-12T18:10:31.428" v="1669" actId="478"/>
          <ac:spMkLst>
            <pc:docMk/>
            <pc:sldMk cId="2501527861" sldId="283"/>
            <ac:spMk id="7" creationId="{7731224B-34CE-96E3-3D42-DA3F42E5AD8F}"/>
          </ac:spMkLst>
        </pc:spChg>
        <pc:spChg chg="mod">
          <ac:chgData name="Luiz Alberto Ferreira Gomes" userId="bc531018-f902-4d26-b3af-7ca03fb059d6" providerId="ADAL" clId="{8B3C50D5-6036-44F9-AC4A-9A8B6EE54F30}" dt="2024-01-11T23:45:03.785" v="682"/>
          <ac:spMkLst>
            <pc:docMk/>
            <pc:sldMk cId="2501527861" sldId="283"/>
            <ac:spMk id="8" creationId="{24FACAF7-794F-CDFC-778E-64053EC2BB00}"/>
          </ac:spMkLst>
        </pc:spChg>
        <pc:spChg chg="mod">
          <ac:chgData name="Luiz Alberto Ferreira Gomes" userId="bc531018-f902-4d26-b3af-7ca03fb059d6" providerId="ADAL" clId="{8B3C50D5-6036-44F9-AC4A-9A8B6EE54F30}" dt="2024-01-11T23:45:03.785" v="682"/>
          <ac:spMkLst>
            <pc:docMk/>
            <pc:sldMk cId="2501527861" sldId="283"/>
            <ac:spMk id="9" creationId="{59DEAD90-5DC0-2FC0-57CD-522AD534B635}"/>
          </ac:spMkLst>
        </pc:spChg>
        <pc:spChg chg="del mod">
          <ac:chgData name="Luiz Alberto Ferreira Gomes" userId="bc531018-f902-4d26-b3af-7ca03fb059d6" providerId="ADAL" clId="{8B3C50D5-6036-44F9-AC4A-9A8B6EE54F30}" dt="2024-01-12T18:10:31.428" v="1669" actId="478"/>
          <ac:spMkLst>
            <pc:docMk/>
            <pc:sldMk cId="2501527861" sldId="283"/>
            <ac:spMk id="11" creationId="{C66FE6D3-08DC-E893-0242-9A4F71A85DF8}"/>
          </ac:spMkLst>
        </pc:spChg>
        <pc:spChg chg="del">
          <ac:chgData name="Luiz Alberto Ferreira Gomes" userId="bc531018-f902-4d26-b3af-7ca03fb059d6" providerId="ADAL" clId="{8B3C50D5-6036-44F9-AC4A-9A8B6EE54F30}" dt="2024-01-12T18:10:31.428" v="1669" actId="478"/>
          <ac:spMkLst>
            <pc:docMk/>
            <pc:sldMk cId="2501527861" sldId="283"/>
            <ac:spMk id="32" creationId="{1FBB1CFC-5CD7-7525-F8AA-5D8465605879}"/>
          </ac:spMkLst>
        </pc:spChg>
        <pc:spChg chg="del">
          <ac:chgData name="Luiz Alberto Ferreira Gomes" userId="bc531018-f902-4d26-b3af-7ca03fb059d6" providerId="ADAL" clId="{8B3C50D5-6036-44F9-AC4A-9A8B6EE54F30}" dt="2024-01-11T16:00:42.602" v="115" actId="478"/>
          <ac:spMkLst>
            <pc:docMk/>
            <pc:sldMk cId="2501527861" sldId="283"/>
            <ac:spMk id="33" creationId="{968959A3-A9F4-6B5F-C5DC-D22CD0CDACF5}"/>
          </ac:spMkLst>
        </pc:spChg>
        <pc:spChg chg="del">
          <ac:chgData name="Luiz Alberto Ferreira Gomes" userId="bc531018-f902-4d26-b3af-7ca03fb059d6" providerId="ADAL" clId="{8B3C50D5-6036-44F9-AC4A-9A8B6EE54F30}" dt="2024-01-11T16:00:42.602" v="115" actId="478"/>
          <ac:spMkLst>
            <pc:docMk/>
            <pc:sldMk cId="2501527861" sldId="283"/>
            <ac:spMk id="34" creationId="{E4EF2B78-F3F3-4E62-A730-CC0406B526F9}"/>
          </ac:spMkLst>
        </pc:spChg>
        <pc:spChg chg="del mod">
          <ac:chgData name="Luiz Alberto Ferreira Gomes" userId="bc531018-f902-4d26-b3af-7ca03fb059d6" providerId="ADAL" clId="{8B3C50D5-6036-44F9-AC4A-9A8B6EE54F30}" dt="2024-01-12T18:10:31.428" v="1669" actId="478"/>
          <ac:spMkLst>
            <pc:docMk/>
            <pc:sldMk cId="2501527861" sldId="283"/>
            <ac:spMk id="35" creationId="{9AF42645-C70A-26D1-B0F1-318374F45656}"/>
          </ac:spMkLst>
        </pc:spChg>
        <pc:spChg chg="del mod">
          <ac:chgData name="Luiz Alberto Ferreira Gomes" userId="bc531018-f902-4d26-b3af-7ca03fb059d6" providerId="ADAL" clId="{8B3C50D5-6036-44F9-AC4A-9A8B6EE54F30}" dt="2024-01-12T18:10:31.428" v="1669" actId="478"/>
          <ac:spMkLst>
            <pc:docMk/>
            <pc:sldMk cId="2501527861" sldId="283"/>
            <ac:spMk id="36" creationId="{F408AF6E-D8A5-C9FB-7309-A3FCD0A5D648}"/>
          </ac:spMkLst>
        </pc:spChg>
        <pc:grpChg chg="add del mod">
          <ac:chgData name="Luiz Alberto Ferreira Gomes" userId="bc531018-f902-4d26-b3af-7ca03fb059d6" providerId="ADAL" clId="{8B3C50D5-6036-44F9-AC4A-9A8B6EE54F30}" dt="2024-01-12T18:10:31.428" v="1669" actId="478"/>
          <ac:grpSpMkLst>
            <pc:docMk/>
            <pc:sldMk cId="2501527861" sldId="283"/>
            <ac:grpSpMk id="6" creationId="{011146B7-6D89-0A0E-34A6-B45E673C23C8}"/>
          </ac:grpSpMkLst>
        </pc:grpChg>
        <pc:cxnChg chg="add del mod">
          <ac:chgData name="Luiz Alberto Ferreira Gomes" userId="bc531018-f902-4d26-b3af-7ca03fb059d6" providerId="ADAL" clId="{8B3C50D5-6036-44F9-AC4A-9A8B6EE54F30}" dt="2024-01-11T16:01:13.092" v="120" actId="478"/>
          <ac:cxnSpMkLst>
            <pc:docMk/>
            <pc:sldMk cId="2501527861" sldId="283"/>
            <ac:cxnSpMk id="6" creationId="{5E456D5E-1E09-4427-52A3-D3D58C5A914F}"/>
          </ac:cxnSpMkLst>
        </pc:cxnChg>
        <pc:cxnChg chg="del mod">
          <ac:chgData name="Luiz Alberto Ferreira Gomes" userId="bc531018-f902-4d26-b3af-7ca03fb059d6" providerId="ADAL" clId="{8B3C50D5-6036-44F9-AC4A-9A8B6EE54F30}" dt="2024-01-11T23:45:17.847" v="683" actId="478"/>
          <ac:cxnSpMkLst>
            <pc:docMk/>
            <pc:sldMk cId="2501527861" sldId="283"/>
            <ac:cxnSpMk id="10" creationId="{F65040C3-E2B0-5EB2-3DE2-3ABAA7FE2156}"/>
          </ac:cxnSpMkLst>
        </pc:cxnChg>
        <pc:cxnChg chg="del mod">
          <ac:chgData name="Luiz Alberto Ferreira Gomes" userId="bc531018-f902-4d26-b3af-7ca03fb059d6" providerId="ADAL" clId="{8B3C50D5-6036-44F9-AC4A-9A8B6EE54F30}" dt="2024-01-12T18:10:31.428" v="1669" actId="478"/>
          <ac:cxnSpMkLst>
            <pc:docMk/>
            <pc:sldMk cId="2501527861" sldId="283"/>
            <ac:cxnSpMk id="49" creationId="{EECF487D-CD5C-68CA-0BF7-5E1268488052}"/>
          </ac:cxnSpMkLst>
        </pc:cxnChg>
      </pc:sldChg>
      <pc:sldChg chg="del mod modShow">
        <pc:chgData name="Luiz Alberto Ferreira Gomes" userId="bc531018-f902-4d26-b3af-7ca03fb059d6" providerId="ADAL" clId="{8B3C50D5-6036-44F9-AC4A-9A8B6EE54F30}" dt="2024-01-11T16:20:39.742" v="292" actId="2696"/>
        <pc:sldMkLst>
          <pc:docMk/>
          <pc:sldMk cId="1492061077" sldId="285"/>
        </pc:sldMkLst>
      </pc:sldChg>
      <pc:sldChg chg="modNotesTx">
        <pc:chgData name="Luiz Alberto Ferreira Gomes" userId="bc531018-f902-4d26-b3af-7ca03fb059d6" providerId="ADAL" clId="{8B3C50D5-6036-44F9-AC4A-9A8B6EE54F30}" dt="2024-01-20T18:33:32.736" v="3094" actId="6549"/>
        <pc:sldMkLst>
          <pc:docMk/>
          <pc:sldMk cId="3179121524" sldId="286"/>
        </pc:sldMkLst>
      </pc:sldChg>
      <pc:sldChg chg="del">
        <pc:chgData name="Luiz Alberto Ferreira Gomes" userId="bc531018-f902-4d26-b3af-7ca03fb059d6" providerId="ADAL" clId="{8B3C50D5-6036-44F9-AC4A-9A8B6EE54F30}" dt="2024-01-11T15:59:40.622" v="85" actId="47"/>
        <pc:sldMkLst>
          <pc:docMk/>
          <pc:sldMk cId="33585369" sldId="287"/>
        </pc:sldMkLst>
      </pc:sldChg>
      <pc:sldChg chg="del">
        <pc:chgData name="Luiz Alberto Ferreira Gomes" userId="bc531018-f902-4d26-b3af-7ca03fb059d6" providerId="ADAL" clId="{8B3C50D5-6036-44F9-AC4A-9A8B6EE54F30}" dt="2024-01-11T15:59:44.442" v="86" actId="47"/>
        <pc:sldMkLst>
          <pc:docMk/>
          <pc:sldMk cId="268386070" sldId="288"/>
        </pc:sldMkLst>
      </pc:sldChg>
      <pc:sldChg chg="del">
        <pc:chgData name="Luiz Alberto Ferreira Gomes" userId="bc531018-f902-4d26-b3af-7ca03fb059d6" providerId="ADAL" clId="{8B3C50D5-6036-44F9-AC4A-9A8B6EE54F30}" dt="2024-01-11T15:59:47.480" v="87" actId="47"/>
        <pc:sldMkLst>
          <pc:docMk/>
          <pc:sldMk cId="1424958759" sldId="289"/>
        </pc:sldMkLst>
      </pc:sldChg>
      <pc:sldChg chg="del">
        <pc:chgData name="Luiz Alberto Ferreira Gomes" userId="bc531018-f902-4d26-b3af-7ca03fb059d6" providerId="ADAL" clId="{8B3C50D5-6036-44F9-AC4A-9A8B6EE54F30}" dt="2024-01-11T16:02:34.736" v="160" actId="47"/>
        <pc:sldMkLst>
          <pc:docMk/>
          <pc:sldMk cId="657439331" sldId="290"/>
        </pc:sldMkLst>
      </pc:sldChg>
      <pc:sldChg chg="del">
        <pc:chgData name="Luiz Alberto Ferreira Gomes" userId="bc531018-f902-4d26-b3af-7ca03fb059d6" providerId="ADAL" clId="{8B3C50D5-6036-44F9-AC4A-9A8B6EE54F30}" dt="2024-01-11T16:02:34.736" v="160" actId="47"/>
        <pc:sldMkLst>
          <pc:docMk/>
          <pc:sldMk cId="3828558414" sldId="291"/>
        </pc:sldMkLst>
      </pc:sldChg>
      <pc:sldChg chg="del">
        <pc:chgData name="Luiz Alberto Ferreira Gomes" userId="bc531018-f902-4d26-b3af-7ca03fb059d6" providerId="ADAL" clId="{8B3C50D5-6036-44F9-AC4A-9A8B6EE54F30}" dt="2024-01-11T16:02:34.736" v="160" actId="47"/>
        <pc:sldMkLst>
          <pc:docMk/>
          <pc:sldMk cId="2188194167" sldId="292"/>
        </pc:sldMkLst>
      </pc:sldChg>
      <pc:sldChg chg="addSp delSp modSp mod modShow modNotesTx">
        <pc:chgData name="Luiz Alberto Ferreira Gomes" userId="bc531018-f902-4d26-b3af-7ca03fb059d6" providerId="ADAL" clId="{8B3C50D5-6036-44F9-AC4A-9A8B6EE54F30}" dt="2024-01-20T17:58:40.745" v="2702" actId="1076"/>
        <pc:sldMkLst>
          <pc:docMk/>
          <pc:sldMk cId="2171084529" sldId="293"/>
        </pc:sldMkLst>
        <pc:spChg chg="add del mod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3" creationId="{2C0B1DA2-8261-B72F-B3BF-7D964B7F126B}"/>
          </ac:spMkLst>
        </pc:spChg>
        <pc:spChg chg="mod">
          <ac:chgData name="Luiz Alberto Ferreira Gomes" userId="bc531018-f902-4d26-b3af-7ca03fb059d6" providerId="ADAL" clId="{8B3C50D5-6036-44F9-AC4A-9A8B6EE54F30}" dt="2024-01-12T17:43:15.717" v="1593"/>
          <ac:spMkLst>
            <pc:docMk/>
            <pc:sldMk cId="2171084529" sldId="293"/>
            <ac:spMk id="5" creationId="{FCFEB141-E30E-AFD7-C610-B0D422C97942}"/>
          </ac:spMkLst>
        </pc:spChg>
        <pc:spChg chg="mod">
          <ac:chgData name="Luiz Alberto Ferreira Gomes" userId="bc531018-f902-4d26-b3af-7ca03fb059d6" providerId="ADAL" clId="{8B3C50D5-6036-44F9-AC4A-9A8B6EE54F30}" dt="2024-01-12T17:43:15.717" v="1593"/>
          <ac:spMkLst>
            <pc:docMk/>
            <pc:sldMk cId="2171084529" sldId="293"/>
            <ac:spMk id="6" creationId="{BE67924B-4CB3-2955-60C6-F0DA57EEF566}"/>
          </ac:spMkLst>
        </pc:spChg>
        <pc:spChg chg="mod">
          <ac:chgData name="Luiz Alberto Ferreira Gomes" userId="bc531018-f902-4d26-b3af-7ca03fb059d6" providerId="ADAL" clId="{8B3C50D5-6036-44F9-AC4A-9A8B6EE54F30}" dt="2024-01-12T17:43:15.717" v="1593"/>
          <ac:spMkLst>
            <pc:docMk/>
            <pc:sldMk cId="2171084529" sldId="293"/>
            <ac:spMk id="7" creationId="{B067E821-FEB9-F0A9-1F8A-2B911F5B8ED9}"/>
          </ac:spMkLst>
        </pc:spChg>
        <pc:spChg chg="mod">
          <ac:chgData name="Luiz Alberto Ferreira Gomes" userId="bc531018-f902-4d26-b3af-7ca03fb059d6" providerId="ADAL" clId="{8B3C50D5-6036-44F9-AC4A-9A8B6EE54F30}" dt="2024-01-12T17:43:15.717" v="1593"/>
          <ac:spMkLst>
            <pc:docMk/>
            <pc:sldMk cId="2171084529" sldId="293"/>
            <ac:spMk id="8" creationId="{0FCA9043-6A81-F4E8-D3EE-D60FC597FFAE}"/>
          </ac:spMkLst>
        </pc:spChg>
        <pc:spChg chg="mod">
          <ac:chgData name="Luiz Alberto Ferreira Gomes" userId="bc531018-f902-4d26-b3af-7ca03fb059d6" providerId="ADAL" clId="{8B3C50D5-6036-44F9-AC4A-9A8B6EE54F30}" dt="2024-01-12T17:43:15.717" v="1593"/>
          <ac:spMkLst>
            <pc:docMk/>
            <pc:sldMk cId="2171084529" sldId="293"/>
            <ac:spMk id="9" creationId="{CD1D5EB1-A70D-6EDA-039E-DF44704499B6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11" creationId="{41CA35E5-401C-8F2F-7622-55C8F0843AF4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13" creationId="{A64B2AE0-2FE6-9084-4FD5-A26319DACB93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16" creationId="{3AD9192D-3D7A-306D-7B43-7822ACF29756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17" creationId="{A3904FDE-2A07-F3DF-4EEE-C4DC10558767}"/>
          </ac:spMkLst>
        </pc:spChg>
        <pc:spChg chg="mod">
          <ac:chgData name="Luiz Alberto Ferreira Gomes" userId="bc531018-f902-4d26-b3af-7ca03fb059d6" providerId="ADAL" clId="{8B3C50D5-6036-44F9-AC4A-9A8B6EE54F30}" dt="2024-01-12T00:22:55.799" v="1017" actId="207"/>
          <ac:spMkLst>
            <pc:docMk/>
            <pc:sldMk cId="2171084529" sldId="293"/>
            <ac:spMk id="20" creationId="{217D01EB-9CE0-B40A-81DC-5ED0FA8F4D85}"/>
          </ac:spMkLst>
        </pc:spChg>
        <pc:spChg chg="mod">
          <ac:chgData name="Luiz Alberto Ferreira Gomes" userId="bc531018-f902-4d26-b3af-7ca03fb059d6" providerId="ADAL" clId="{8B3C50D5-6036-44F9-AC4A-9A8B6EE54F30}" dt="2024-01-12T00:22:55.799" v="1017" actId="207"/>
          <ac:spMkLst>
            <pc:docMk/>
            <pc:sldMk cId="2171084529" sldId="293"/>
            <ac:spMk id="21" creationId="{B3A5DA07-69B5-10CA-BAB9-5B4BB5C889E3}"/>
          </ac:spMkLst>
        </pc:spChg>
        <pc:spChg chg="mod">
          <ac:chgData name="Luiz Alberto Ferreira Gomes" userId="bc531018-f902-4d26-b3af-7ca03fb059d6" providerId="ADAL" clId="{8B3C50D5-6036-44F9-AC4A-9A8B6EE54F30}" dt="2024-01-12T00:22:55.799" v="1017" actId="207"/>
          <ac:spMkLst>
            <pc:docMk/>
            <pc:sldMk cId="2171084529" sldId="293"/>
            <ac:spMk id="22" creationId="{EB635729-9966-8F56-F161-269F02E5E53D}"/>
          </ac:spMkLst>
        </pc:spChg>
        <pc:spChg chg="mod">
          <ac:chgData name="Luiz Alberto Ferreira Gomes" userId="bc531018-f902-4d26-b3af-7ca03fb059d6" providerId="ADAL" clId="{8B3C50D5-6036-44F9-AC4A-9A8B6EE54F30}" dt="2024-01-12T00:22:55.799" v="1017" actId="207"/>
          <ac:spMkLst>
            <pc:docMk/>
            <pc:sldMk cId="2171084529" sldId="293"/>
            <ac:spMk id="23" creationId="{BB95FA53-F716-EE7C-2D06-5CC461549DBF}"/>
          </ac:spMkLst>
        </pc:spChg>
        <pc:spChg chg="mod">
          <ac:chgData name="Luiz Alberto Ferreira Gomes" userId="bc531018-f902-4d26-b3af-7ca03fb059d6" providerId="ADAL" clId="{8B3C50D5-6036-44F9-AC4A-9A8B6EE54F30}" dt="2024-01-12T00:22:55.799" v="1017" actId="207"/>
          <ac:spMkLst>
            <pc:docMk/>
            <pc:sldMk cId="2171084529" sldId="293"/>
            <ac:spMk id="24" creationId="{A61C9DA4-DA15-9293-9844-773F1028664B}"/>
          </ac:spMkLst>
        </pc:spChg>
        <pc:spChg chg="del mod ord">
          <ac:chgData name="Luiz Alberto Ferreira Gomes" userId="bc531018-f902-4d26-b3af-7ca03fb059d6" providerId="ADAL" clId="{8B3C50D5-6036-44F9-AC4A-9A8B6EE54F30}" dt="2024-01-12T17:38:17.420" v="1566" actId="478"/>
          <ac:spMkLst>
            <pc:docMk/>
            <pc:sldMk cId="2171084529" sldId="293"/>
            <ac:spMk id="25" creationId="{7B80B87C-E91D-35DC-977A-E8D82BD53F9D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26" creationId="{CE213D01-66BA-6D35-8C83-3E4C19597262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27" creationId="{4E6C2C80-D97B-AE6A-6304-8A6C201495D9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31" creationId="{A34EEB00-4D58-9D36-2718-C0B9EEF30ACF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33" creationId="{EFCEA3E3-D2A0-41D3-FE9A-F018147102CA}"/>
          </ac:spMkLst>
        </pc:spChg>
        <pc:spChg chg="del mod topLvl">
          <ac:chgData name="Luiz Alberto Ferreira Gomes" userId="bc531018-f902-4d26-b3af-7ca03fb059d6" providerId="ADAL" clId="{8B3C50D5-6036-44F9-AC4A-9A8B6EE54F30}" dt="2024-01-11T23:21:09.617" v="478" actId="478"/>
          <ac:spMkLst>
            <pc:docMk/>
            <pc:sldMk cId="2171084529" sldId="293"/>
            <ac:spMk id="38" creationId="{2AA26D3E-18B2-5688-A776-E6B664300A50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39" creationId="{6A04EEC3-9C75-6E1E-0669-16056FC764A4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0" creationId="{70742C3E-6A19-E683-2E1F-CC4830A137D2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1" creationId="{46EAF42D-5A2B-C241-273A-D08222B3992D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2" creationId="{25CD4D07-3511-6267-B103-C1C36925CADA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3" creationId="{907C3314-3889-C556-76A7-052E43FCF9C2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4" creationId="{E9C1F7A4-EB40-947B-2AB5-B7D7B9600B5D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5" creationId="{7B4CFAA3-A021-D05A-58EA-C32C85E0EE17}"/>
          </ac:spMkLst>
        </pc:spChg>
        <pc:spChg chg="mod">
          <ac:chgData name="Luiz Alberto Ferreira Gomes" userId="bc531018-f902-4d26-b3af-7ca03fb059d6" providerId="ADAL" clId="{8B3C50D5-6036-44F9-AC4A-9A8B6EE54F30}" dt="2024-01-11T23:15:39.666" v="310" actId="165"/>
          <ac:spMkLst>
            <pc:docMk/>
            <pc:sldMk cId="2171084529" sldId="293"/>
            <ac:spMk id="46" creationId="{7EAA3C4B-54B4-4E1C-5040-315E699910D8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73" creationId="{920E35CD-99A4-856D-A27B-07E42418C27D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74" creationId="{82BD639E-784A-C516-6DC9-04CDA7708689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75" creationId="{31F5AA97-E2D4-2E18-D062-76DDD828ACE8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76" creationId="{2B6E8590-1194-AAD2-D5A4-6155A572DCFB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77" creationId="{6B6BA0CC-F999-ACD6-479D-3F0E94A41D45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78" creationId="{AE413D41-BDA7-01FD-6FA5-C81EE87C5D47}"/>
          </ac:spMkLst>
        </pc:spChg>
        <pc:spChg chg="mod">
          <ac:chgData name="Luiz Alberto Ferreira Gomes" userId="bc531018-f902-4d26-b3af-7ca03fb059d6" providerId="ADAL" clId="{8B3C50D5-6036-44F9-AC4A-9A8B6EE54F30}" dt="2024-01-12T23:48:00.571" v="2630" actId="1076"/>
          <ac:spMkLst>
            <pc:docMk/>
            <pc:sldMk cId="2171084529" sldId="293"/>
            <ac:spMk id="82" creationId="{168D54BF-4946-1B45-12A0-5509021F0551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84" creationId="{9F090C5C-F5E9-11B1-B2BA-023B854A535F}"/>
          </ac:spMkLst>
        </pc:spChg>
        <pc:spChg chg="mod">
          <ac:chgData name="Luiz Alberto Ferreira Gomes" userId="bc531018-f902-4d26-b3af-7ca03fb059d6" providerId="ADAL" clId="{8B3C50D5-6036-44F9-AC4A-9A8B6EE54F30}" dt="2024-01-12T23:48:11.668" v="2631" actId="1076"/>
          <ac:spMkLst>
            <pc:docMk/>
            <pc:sldMk cId="2171084529" sldId="293"/>
            <ac:spMk id="89" creationId="{F87B289B-26C6-CD73-B62A-498A51328CB9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0" creationId="{68F50215-D252-A4A5-309D-6D1C3169C067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1" creationId="{BFF331CE-FB3D-F85D-C4DF-501A4DAEF0DE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2" creationId="{13FAE3A9-8FE3-3CE6-40AB-4D2D4675EC88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3" creationId="{4CA1802C-56D1-4370-C707-4733FE2A5955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4" creationId="{F0C096AE-E732-0EBC-A9E1-DF5055E41294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5" creationId="{0C3E5C35-3B89-5951-A581-DCCCA52DDDD2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6" creationId="{101CB92F-73FA-EC30-E643-AE753CC84924}"/>
          </ac:spMkLst>
        </pc:spChg>
        <pc:spChg chg="mod">
          <ac:chgData name="Luiz Alberto Ferreira Gomes" userId="bc531018-f902-4d26-b3af-7ca03fb059d6" providerId="ADAL" clId="{8B3C50D5-6036-44F9-AC4A-9A8B6EE54F30}" dt="2024-01-12T00:19:47.753" v="999" actId="207"/>
          <ac:spMkLst>
            <pc:docMk/>
            <pc:sldMk cId="2171084529" sldId="293"/>
            <ac:spMk id="97" creationId="{77F2719B-9C32-3964-7177-4138904BBFB9}"/>
          </ac:spMkLst>
        </pc:spChg>
        <pc:spChg chg="add del mod ord">
          <ac:chgData name="Luiz Alberto Ferreira Gomes" userId="bc531018-f902-4d26-b3af-7ca03fb059d6" providerId="ADAL" clId="{8B3C50D5-6036-44F9-AC4A-9A8B6EE54F30}" dt="2024-01-12T00:19:58.776" v="1000" actId="478"/>
          <ac:spMkLst>
            <pc:docMk/>
            <pc:sldMk cId="2171084529" sldId="293"/>
            <ac:spMk id="121" creationId="{B07BA779-78E0-9745-A1C6-AF182C445E5E}"/>
          </ac:spMkLst>
        </pc:spChg>
        <pc:spChg chg="add mod ord">
          <ac:chgData name="Luiz Alberto Ferreira Gomes" userId="bc531018-f902-4d26-b3af-7ca03fb059d6" providerId="ADAL" clId="{8B3C50D5-6036-44F9-AC4A-9A8B6EE54F30}" dt="2024-01-20T17:54:25.057" v="2692" actId="20577"/>
          <ac:spMkLst>
            <pc:docMk/>
            <pc:sldMk cId="2171084529" sldId="293"/>
            <ac:spMk id="122" creationId="{9A36CF1C-155A-8616-EC0C-4D26E148554D}"/>
          </ac:spMkLst>
        </pc:spChg>
        <pc:grpChg chg="add mod">
          <ac:chgData name="Luiz Alberto Ferreira Gomes" userId="bc531018-f902-4d26-b3af-7ca03fb059d6" providerId="ADAL" clId="{8B3C50D5-6036-44F9-AC4A-9A8B6EE54F30}" dt="2024-01-12T17:43:26.586" v="1595" actId="1076"/>
          <ac:grpSpMkLst>
            <pc:docMk/>
            <pc:sldMk cId="2171084529" sldId="293"/>
            <ac:grpSpMk id="4" creationId="{D7A8F9FD-E309-8B2D-F053-113AA31630C5}"/>
          </ac:grpSpMkLst>
        </pc:grpChg>
        <pc:grpChg chg="add del mod">
          <ac:chgData name="Luiz Alberto Ferreira Gomes" userId="bc531018-f902-4d26-b3af-7ca03fb059d6" providerId="ADAL" clId="{8B3C50D5-6036-44F9-AC4A-9A8B6EE54F30}" dt="2024-01-11T23:15:39.666" v="310" actId="165"/>
          <ac:grpSpMkLst>
            <pc:docMk/>
            <pc:sldMk cId="2171084529" sldId="293"/>
            <ac:grpSpMk id="6" creationId="{538D4515-6863-EAC3-5AD7-4EF5D1B7A654}"/>
          </ac:grpSpMkLst>
        </pc:grpChg>
        <pc:grpChg chg="del mod topLvl">
          <ac:chgData name="Luiz Alberto Ferreira Gomes" userId="bc531018-f902-4d26-b3af-7ca03fb059d6" providerId="ADAL" clId="{8B3C50D5-6036-44F9-AC4A-9A8B6EE54F30}" dt="2024-01-11T23:21:09.617" v="478" actId="478"/>
          <ac:grpSpMkLst>
            <pc:docMk/>
            <pc:sldMk cId="2171084529" sldId="293"/>
            <ac:grpSpMk id="8" creationId="{79973AA0-ADBB-92B3-FBEF-214E96450D9F}"/>
          </ac:grpSpMkLst>
        </pc:grpChg>
        <pc:grpChg chg="del">
          <ac:chgData name="Luiz Alberto Ferreira Gomes" userId="bc531018-f902-4d26-b3af-7ca03fb059d6" providerId="ADAL" clId="{8B3C50D5-6036-44F9-AC4A-9A8B6EE54F30}" dt="2024-01-11T15:54:46.821" v="36" actId="478"/>
          <ac:grpSpMkLst>
            <pc:docMk/>
            <pc:sldMk cId="2171084529" sldId="293"/>
            <ac:grpSpMk id="18" creationId="{4236B4E9-8289-A9D5-2327-4F4F5D989CF0}"/>
          </ac:grpSpMkLst>
        </pc:grpChg>
        <pc:grpChg chg="del mod">
          <ac:chgData name="Luiz Alberto Ferreira Gomes" userId="bc531018-f902-4d26-b3af-7ca03fb059d6" providerId="ADAL" clId="{8B3C50D5-6036-44F9-AC4A-9A8B6EE54F30}" dt="2024-01-12T17:40:03.720" v="1569" actId="478"/>
          <ac:grpSpMkLst>
            <pc:docMk/>
            <pc:sldMk cId="2171084529" sldId="293"/>
            <ac:grpSpMk id="19" creationId="{C047EE08-9FCA-9BCD-670E-E531C2F7AD7E}"/>
          </ac:grpSpMkLst>
        </pc:grpChg>
        <pc:grpChg chg="add mod">
          <ac:chgData name="Luiz Alberto Ferreira Gomes" userId="bc531018-f902-4d26-b3af-7ca03fb059d6" providerId="ADAL" clId="{8B3C50D5-6036-44F9-AC4A-9A8B6EE54F30}" dt="2024-01-20T17:58:40.745" v="2702" actId="1076"/>
          <ac:grpSpMkLst>
            <pc:docMk/>
            <pc:sldMk cId="2171084529" sldId="293"/>
            <ac:grpSpMk id="70" creationId="{2FA6E3A7-2376-E191-8A77-6229221E3E14}"/>
          </ac:grpSpMkLst>
        </pc:grpChg>
        <pc:grpChg chg="mod">
          <ac:chgData name="Luiz Alberto Ferreira Gomes" userId="bc531018-f902-4d26-b3af-7ca03fb059d6" providerId="ADAL" clId="{8B3C50D5-6036-44F9-AC4A-9A8B6EE54F30}" dt="2024-01-12T00:19:47.753" v="999" actId="207"/>
          <ac:grpSpMkLst>
            <pc:docMk/>
            <pc:sldMk cId="2171084529" sldId="293"/>
            <ac:grpSpMk id="71" creationId="{6B72D15F-36FE-4944-E855-D7C49F1F66E8}"/>
          </ac:grpSpMkLst>
        </pc:grpChg>
        <pc:picChg chg="add mod modCrop">
          <ac:chgData name="Luiz Alberto Ferreira Gomes" userId="bc531018-f902-4d26-b3af-7ca03fb059d6" providerId="ADAL" clId="{8B3C50D5-6036-44F9-AC4A-9A8B6EE54F30}" dt="2024-01-20T17:54:31.714" v="2693" actId="14100"/>
          <ac:picMkLst>
            <pc:docMk/>
            <pc:sldMk cId="2171084529" sldId="293"/>
            <ac:picMk id="3" creationId="{43009387-2242-2035-8145-EFC4AB7C7AFB}"/>
          </ac:picMkLst>
        </pc:picChg>
        <pc:picChg chg="del mod topLvl">
          <ac:chgData name="Luiz Alberto Ferreira Gomes" userId="bc531018-f902-4d26-b3af-7ca03fb059d6" providerId="ADAL" clId="{8B3C50D5-6036-44F9-AC4A-9A8B6EE54F30}" dt="2024-01-11T23:21:09.617" v="478" actId="478"/>
          <ac:picMkLst>
            <pc:docMk/>
            <pc:sldMk cId="2171084529" sldId="293"/>
            <ac:picMk id="9" creationId="{B971A474-E340-0C76-2869-16A6EC0B80C5}"/>
          </ac:picMkLst>
        </pc:picChg>
        <pc:picChg chg="mod">
          <ac:chgData name="Luiz Alberto Ferreira Gomes" userId="bc531018-f902-4d26-b3af-7ca03fb059d6" providerId="ADAL" clId="{8B3C50D5-6036-44F9-AC4A-9A8B6EE54F30}" dt="2024-01-12T00:19:47.753" v="999" actId="207"/>
          <ac:picMkLst>
            <pc:docMk/>
            <pc:sldMk cId="2171084529" sldId="293"/>
            <ac:picMk id="72" creationId="{5FF1D3B8-D387-AFFA-DFAD-719E4CBF8852}"/>
          </ac:picMkLst>
        </pc:picChg>
        <pc:cxnChg chg="add mod">
          <ac:chgData name="Luiz Alberto Ferreira Gomes" userId="bc531018-f902-4d26-b3af-7ca03fb059d6" providerId="ADAL" clId="{8B3C50D5-6036-44F9-AC4A-9A8B6EE54F30}" dt="2024-01-12T23:49:30.094" v="2683" actId="1076"/>
          <ac:cxnSpMkLst>
            <pc:docMk/>
            <pc:sldMk cId="2171084529" sldId="293"/>
            <ac:cxnSpMk id="2" creationId="{5593485B-8554-F97D-3ECB-53C592770192}"/>
          </ac:cxnSpMkLst>
        </pc:cxnChg>
        <pc:cxnChg chg="add del mod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4" creationId="{D7BA7698-620E-BC01-232C-51C35300C265}"/>
          </ac:cxnSpMkLst>
        </pc:cxnChg>
        <pc:cxnChg chg="del">
          <ac:chgData name="Luiz Alberto Ferreira Gomes" userId="bc531018-f902-4d26-b3af-7ca03fb059d6" providerId="ADAL" clId="{8B3C50D5-6036-44F9-AC4A-9A8B6EE54F30}" dt="2024-01-11T15:54:46.821" v="36" actId="478"/>
          <ac:cxnSpMkLst>
            <pc:docMk/>
            <pc:sldMk cId="2171084529" sldId="293"/>
            <ac:cxnSpMk id="5" creationId="{83DADF0C-6EA8-2586-0C26-E6B11ADB4DB4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28" creationId="{E7BBA18C-85EC-0CB9-F16E-59F7C3A53EFC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29" creationId="{E46F5134-ABA1-A610-6F43-2908A52247D0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30" creationId="{FA0EC3A4-A1AC-10F6-F179-7773E488EF33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32" creationId="{CFC2EC5E-9202-4B1C-B0A3-3F5FA1A4F5E2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34" creationId="{EB544937-1DDC-35EB-F280-914B78AB6911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35" creationId="{53DDB92E-3A59-0E3F-7F26-50124278BEB2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36" creationId="{0A8453B9-FB67-839B-FCB7-AEE2148F5119}"/>
          </ac:cxnSpMkLst>
        </pc:cxnChg>
        <pc:cxnChg chg="del mod topLvl">
          <ac:chgData name="Luiz Alberto Ferreira Gomes" userId="bc531018-f902-4d26-b3af-7ca03fb059d6" providerId="ADAL" clId="{8B3C50D5-6036-44F9-AC4A-9A8B6EE54F30}" dt="2024-01-11T23:21:09.617" v="478" actId="478"/>
          <ac:cxnSpMkLst>
            <pc:docMk/>
            <pc:sldMk cId="2171084529" sldId="293"/>
            <ac:cxnSpMk id="37" creationId="{8CE86916-2191-040D-1231-933BD7A1B299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79" creationId="{FD8E32F2-3C8D-AC6B-E64D-32ABC0D52156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80" creationId="{D429ED72-2C4F-B20B-1D67-929E62345BAD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81" creationId="{E1E5EA00-07B2-8653-E1E3-EE77BE4A08C4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83" creationId="{7E4FC681-773E-BB98-8022-98FA7DAE9567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85" creationId="{79AF4555-60B2-A21D-20A3-AD292D9D8368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86" creationId="{494F975B-838B-F7FA-7B45-DB2422E18E01}"/>
          </ac:cxnSpMkLst>
        </pc:cxnChg>
        <pc:cxnChg chg="mod">
          <ac:chgData name="Luiz Alberto Ferreira Gomes" userId="bc531018-f902-4d26-b3af-7ca03fb059d6" providerId="ADAL" clId="{8B3C50D5-6036-44F9-AC4A-9A8B6EE54F30}" dt="2024-01-12T00:19:47.753" v="999" actId="207"/>
          <ac:cxnSpMkLst>
            <pc:docMk/>
            <pc:sldMk cId="2171084529" sldId="293"/>
            <ac:cxnSpMk id="87" creationId="{6C459611-FD62-50D6-EA3B-681BBD92E03C}"/>
          </ac:cxnSpMkLst>
        </pc:cxnChg>
        <pc:cxnChg chg="del mod">
          <ac:chgData name="Luiz Alberto Ferreira Gomes" userId="bc531018-f902-4d26-b3af-7ca03fb059d6" providerId="ADAL" clId="{8B3C50D5-6036-44F9-AC4A-9A8B6EE54F30}" dt="2024-01-12T00:11:17.369" v="954" actId="478"/>
          <ac:cxnSpMkLst>
            <pc:docMk/>
            <pc:sldMk cId="2171084529" sldId="293"/>
            <ac:cxnSpMk id="88" creationId="{1AD97A96-2596-590B-639D-924BA378652B}"/>
          </ac:cxnSpMkLst>
        </pc:cxnChg>
        <pc:cxnChg chg="add mod">
          <ac:chgData name="Luiz Alberto Ferreira Gomes" userId="bc531018-f902-4d26-b3af-7ca03fb059d6" providerId="ADAL" clId="{8B3C50D5-6036-44F9-AC4A-9A8B6EE54F30}" dt="2024-01-20T17:58:40.745" v="2702" actId="1076"/>
          <ac:cxnSpMkLst>
            <pc:docMk/>
            <pc:sldMk cId="2171084529" sldId="293"/>
            <ac:cxnSpMk id="103" creationId="{441F3733-B0D5-0CFC-A405-B36C841B370C}"/>
          </ac:cxnSpMkLst>
        </pc:cxnChg>
      </pc:sldChg>
      <pc:sldChg chg="del">
        <pc:chgData name="Luiz Alberto Ferreira Gomes" userId="bc531018-f902-4d26-b3af-7ca03fb059d6" providerId="ADAL" clId="{8B3C50D5-6036-44F9-AC4A-9A8B6EE54F30}" dt="2024-01-11T15:59:38.126" v="82" actId="47"/>
        <pc:sldMkLst>
          <pc:docMk/>
          <pc:sldMk cId="488989345" sldId="294"/>
        </pc:sldMkLst>
      </pc:sldChg>
      <pc:sldChg chg="addSp delSp modSp add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1349070433" sldId="294"/>
        </pc:sldMkLst>
        <pc:spChg chg="del mod">
          <ac:chgData name="Luiz Alberto Ferreira Gomes" userId="bc531018-f902-4d26-b3af-7ca03fb059d6" providerId="ADAL" clId="{8B3C50D5-6036-44F9-AC4A-9A8B6EE54F30}" dt="2024-01-11T23:50:03.742" v="700" actId="478"/>
          <ac:spMkLst>
            <pc:docMk/>
            <pc:sldMk cId="1349070433" sldId="294"/>
            <ac:spMk id="3" creationId="{1B5E9F60-5094-64B1-A5B3-400ADBCBB1B1}"/>
          </ac:spMkLst>
        </pc:spChg>
        <pc:spChg chg="del">
          <ac:chgData name="Luiz Alberto Ferreira Gomes" userId="bc531018-f902-4d26-b3af-7ca03fb059d6" providerId="ADAL" clId="{8B3C50D5-6036-44F9-AC4A-9A8B6EE54F30}" dt="2024-01-12T00:26:32.442" v="1098" actId="478"/>
          <ac:spMkLst>
            <pc:docMk/>
            <pc:sldMk cId="1349070433" sldId="294"/>
            <ac:spMk id="4" creationId="{736AAA16-0567-B0F4-0CE3-98BCB94EF8D4}"/>
          </ac:spMkLst>
        </pc:spChg>
        <pc:spChg chg="del">
          <ac:chgData name="Luiz Alberto Ferreira Gomes" userId="bc531018-f902-4d26-b3af-7ca03fb059d6" providerId="ADAL" clId="{8B3C50D5-6036-44F9-AC4A-9A8B6EE54F30}" dt="2024-01-11T23:50:03.742" v="700" actId="478"/>
          <ac:spMkLst>
            <pc:docMk/>
            <pc:sldMk cId="1349070433" sldId="294"/>
            <ac:spMk id="5" creationId="{0CB46A0D-2445-6656-B88F-D62E2355ED8A}"/>
          </ac:spMkLst>
        </pc:spChg>
        <pc:spChg chg="add mod">
          <ac:chgData name="Luiz Alberto Ferreira Gomes" userId="bc531018-f902-4d26-b3af-7ca03fb059d6" providerId="ADAL" clId="{8B3C50D5-6036-44F9-AC4A-9A8B6EE54F30}" dt="2024-01-11T23:45:58.844" v="686"/>
          <ac:spMkLst>
            <pc:docMk/>
            <pc:sldMk cId="1349070433" sldId="294"/>
            <ac:spMk id="9" creationId="{5DC24F7A-12F5-93DF-B35A-54815726B320}"/>
          </ac:spMkLst>
        </pc:spChg>
        <pc:spChg chg="add mod">
          <ac:chgData name="Luiz Alberto Ferreira Gomes" userId="bc531018-f902-4d26-b3af-7ca03fb059d6" providerId="ADAL" clId="{8B3C50D5-6036-44F9-AC4A-9A8B6EE54F30}" dt="2024-01-11T23:48:43.042" v="695" actId="114"/>
          <ac:spMkLst>
            <pc:docMk/>
            <pc:sldMk cId="1349070433" sldId="294"/>
            <ac:spMk id="10" creationId="{9FFBF0AD-DA4E-4C33-A6F5-34D21E4135F4}"/>
          </ac:spMkLst>
        </pc:spChg>
        <pc:spChg chg="del mod">
          <ac:chgData name="Luiz Alberto Ferreira Gomes" userId="bc531018-f902-4d26-b3af-7ca03fb059d6" providerId="ADAL" clId="{8B3C50D5-6036-44F9-AC4A-9A8B6EE54F30}" dt="2024-01-11T23:45:44.614" v="684" actId="478"/>
          <ac:spMkLst>
            <pc:docMk/>
            <pc:sldMk cId="1349070433" sldId="294"/>
            <ac:spMk id="11" creationId="{C66FE6D3-08DC-E893-0242-9A4F71A85DF8}"/>
          </ac:spMkLst>
        </pc:spChg>
        <pc:spChg chg="mod">
          <ac:chgData name="Luiz Alberto Ferreira Gomes" userId="bc531018-f902-4d26-b3af-7ca03fb059d6" providerId="ADAL" clId="{8B3C50D5-6036-44F9-AC4A-9A8B6EE54F30}" dt="2024-01-11T23:50:05.042" v="701"/>
          <ac:spMkLst>
            <pc:docMk/>
            <pc:sldMk cId="1349070433" sldId="294"/>
            <ac:spMk id="14" creationId="{B0AB1862-C43A-26B9-BE50-806BD91F9A4A}"/>
          </ac:spMkLst>
        </pc:spChg>
        <pc:spChg chg="mod">
          <ac:chgData name="Luiz Alberto Ferreira Gomes" userId="bc531018-f902-4d26-b3af-7ca03fb059d6" providerId="ADAL" clId="{8B3C50D5-6036-44F9-AC4A-9A8B6EE54F30}" dt="2024-01-11T23:50:05.042" v="701"/>
          <ac:spMkLst>
            <pc:docMk/>
            <pc:sldMk cId="1349070433" sldId="294"/>
            <ac:spMk id="15" creationId="{38F0F2B7-7622-216E-2F0F-4ED7D74E3EC3}"/>
          </ac:spMkLst>
        </pc:spChg>
        <pc:spChg chg="mod">
          <ac:chgData name="Luiz Alberto Ferreira Gomes" userId="bc531018-f902-4d26-b3af-7ca03fb059d6" providerId="ADAL" clId="{8B3C50D5-6036-44F9-AC4A-9A8B6EE54F30}" dt="2024-01-11T23:52:42.380" v="716"/>
          <ac:spMkLst>
            <pc:docMk/>
            <pc:sldMk cId="1349070433" sldId="294"/>
            <ac:spMk id="18" creationId="{B8CF2B62-5E7F-13F1-C28C-49C07E20BC28}"/>
          </ac:spMkLst>
        </pc:spChg>
        <pc:spChg chg="mod">
          <ac:chgData name="Luiz Alberto Ferreira Gomes" userId="bc531018-f902-4d26-b3af-7ca03fb059d6" providerId="ADAL" clId="{8B3C50D5-6036-44F9-AC4A-9A8B6EE54F30}" dt="2024-01-11T23:52:42.380" v="716"/>
          <ac:spMkLst>
            <pc:docMk/>
            <pc:sldMk cId="1349070433" sldId="294"/>
            <ac:spMk id="19" creationId="{B73D147A-C82E-E9D7-8A83-A6EAA69AED8C}"/>
          </ac:spMkLst>
        </pc:spChg>
        <pc:spChg chg="add mod">
          <ac:chgData name="Luiz Alberto Ferreira Gomes" userId="bc531018-f902-4d26-b3af-7ca03fb059d6" providerId="ADAL" clId="{8B3C50D5-6036-44F9-AC4A-9A8B6EE54F30}" dt="2024-01-12T00:26:33.597" v="1099"/>
          <ac:spMkLst>
            <pc:docMk/>
            <pc:sldMk cId="1349070433" sldId="294"/>
            <ac:spMk id="21" creationId="{41197B40-B355-0228-D388-8BD5E1E2D114}"/>
          </ac:spMkLst>
        </pc:spChg>
        <pc:spChg chg="mod">
          <ac:chgData name="Luiz Alberto Ferreira Gomes" userId="bc531018-f902-4d26-b3af-7ca03fb059d6" providerId="ADAL" clId="{8B3C50D5-6036-44F9-AC4A-9A8B6EE54F30}" dt="2024-01-11T16:02:45.533" v="162" actId="20577"/>
          <ac:spMkLst>
            <pc:docMk/>
            <pc:sldMk cId="1349070433" sldId="294"/>
            <ac:spMk id="32" creationId="{1FBB1CFC-5CD7-7525-F8AA-5D8465605879}"/>
          </ac:spMkLst>
        </pc:spChg>
        <pc:spChg chg="mod">
          <ac:chgData name="Luiz Alberto Ferreira Gomes" userId="bc531018-f902-4d26-b3af-7ca03fb059d6" providerId="ADAL" clId="{8B3C50D5-6036-44F9-AC4A-9A8B6EE54F30}" dt="2024-01-11T16:02:48.224" v="163" actId="20577"/>
          <ac:spMkLst>
            <pc:docMk/>
            <pc:sldMk cId="1349070433" sldId="294"/>
            <ac:spMk id="35" creationId="{9AF42645-C70A-26D1-B0F1-318374F45656}"/>
          </ac:spMkLst>
        </pc:spChg>
        <pc:spChg chg="del">
          <ac:chgData name="Luiz Alberto Ferreira Gomes" userId="bc531018-f902-4d26-b3af-7ca03fb059d6" providerId="ADAL" clId="{8B3C50D5-6036-44F9-AC4A-9A8B6EE54F30}" dt="2024-01-11T23:45:44.614" v="684" actId="478"/>
          <ac:spMkLst>
            <pc:docMk/>
            <pc:sldMk cId="1349070433" sldId="294"/>
            <ac:spMk id="36" creationId="{F408AF6E-D8A5-C9FB-7309-A3FCD0A5D648}"/>
          </ac:spMkLst>
        </pc:spChg>
        <pc:grpChg chg="add mod">
          <ac:chgData name="Luiz Alberto Ferreira Gomes" userId="bc531018-f902-4d26-b3af-7ca03fb059d6" providerId="ADAL" clId="{8B3C50D5-6036-44F9-AC4A-9A8B6EE54F30}" dt="2024-01-11T23:50:05.042" v="701"/>
          <ac:grpSpMkLst>
            <pc:docMk/>
            <pc:sldMk cId="1349070433" sldId="294"/>
            <ac:grpSpMk id="13" creationId="{6A22A7F3-4AC4-79BD-B640-7437CE0136C5}"/>
          </ac:grpSpMkLst>
        </pc:grpChg>
        <pc:grpChg chg="add mod">
          <ac:chgData name="Luiz Alberto Ferreira Gomes" userId="bc531018-f902-4d26-b3af-7ca03fb059d6" providerId="ADAL" clId="{8B3C50D5-6036-44F9-AC4A-9A8B6EE54F30}" dt="2024-01-11T23:52:42.380" v="716"/>
          <ac:grpSpMkLst>
            <pc:docMk/>
            <pc:sldMk cId="1349070433" sldId="294"/>
            <ac:grpSpMk id="17" creationId="{4F97F3F6-FFC4-0B54-6D09-7B25ADBD1239}"/>
          </ac:grpSpMkLst>
        </pc:grpChg>
        <pc:cxnChg chg="add del mod">
          <ac:chgData name="Luiz Alberto Ferreira Gomes" userId="bc531018-f902-4d26-b3af-7ca03fb059d6" providerId="ADAL" clId="{8B3C50D5-6036-44F9-AC4A-9A8B6EE54F30}" dt="2024-01-11T23:26:43.236" v="580" actId="21"/>
          <ac:cxnSpMkLst>
            <pc:docMk/>
            <pc:sldMk cId="1349070433" sldId="294"/>
            <ac:cxnSpMk id="6" creationId="{73120ADA-CAE1-D5CB-9099-E8DD62ABA4ED}"/>
          </ac:cxnSpMkLst>
        </pc:cxnChg>
        <pc:cxnChg chg="add del mod">
          <ac:chgData name="Luiz Alberto Ferreira Gomes" userId="bc531018-f902-4d26-b3af-7ca03fb059d6" providerId="ADAL" clId="{8B3C50D5-6036-44F9-AC4A-9A8B6EE54F30}" dt="2024-01-11T23:45:44.614" v="684" actId="478"/>
          <ac:cxnSpMkLst>
            <pc:docMk/>
            <pc:sldMk cId="1349070433" sldId="294"/>
            <ac:cxnSpMk id="8" creationId="{4A2D0B3F-5A8E-ACBF-48E5-B9434E7E4056}"/>
          </ac:cxnSpMkLst>
        </pc:cxnChg>
        <pc:cxnChg chg="add mod">
          <ac:chgData name="Luiz Alberto Ferreira Gomes" userId="bc531018-f902-4d26-b3af-7ca03fb059d6" providerId="ADAL" clId="{8B3C50D5-6036-44F9-AC4A-9A8B6EE54F30}" dt="2024-01-11T23:45:45.690" v="685"/>
          <ac:cxnSpMkLst>
            <pc:docMk/>
            <pc:sldMk cId="1349070433" sldId="294"/>
            <ac:cxnSpMk id="12" creationId="{4BC031FC-4789-4F73-B74F-B675E6776245}"/>
          </ac:cxnSpMkLst>
        </pc:cxnChg>
        <pc:cxnChg chg="mod">
          <ac:chgData name="Luiz Alberto Ferreira Gomes" userId="bc531018-f902-4d26-b3af-7ca03fb059d6" providerId="ADAL" clId="{8B3C50D5-6036-44F9-AC4A-9A8B6EE54F30}" dt="2024-01-11T23:50:05.042" v="701"/>
          <ac:cxnSpMkLst>
            <pc:docMk/>
            <pc:sldMk cId="1349070433" sldId="294"/>
            <ac:cxnSpMk id="16" creationId="{A9E5AE29-C51D-829D-A501-36EE61A56EC7}"/>
          </ac:cxnSpMkLst>
        </pc:cxnChg>
        <pc:cxnChg chg="del mod">
          <ac:chgData name="Luiz Alberto Ferreira Gomes" userId="bc531018-f902-4d26-b3af-7ca03fb059d6" providerId="ADAL" clId="{8B3C50D5-6036-44F9-AC4A-9A8B6EE54F30}" dt="2024-01-11T23:52:47.152" v="717" actId="478"/>
          <ac:cxnSpMkLst>
            <pc:docMk/>
            <pc:sldMk cId="1349070433" sldId="294"/>
            <ac:cxnSpMk id="20" creationId="{E059FF4B-F8DD-052E-6E40-7D8B5E5DE87A}"/>
          </ac:cxnSpMkLst>
        </pc:cxnChg>
        <pc:cxnChg chg="del">
          <ac:chgData name="Luiz Alberto Ferreira Gomes" userId="bc531018-f902-4d26-b3af-7ca03fb059d6" providerId="ADAL" clId="{8B3C50D5-6036-44F9-AC4A-9A8B6EE54F30}" dt="2024-01-11T16:03:14.708" v="181" actId="478"/>
          <ac:cxnSpMkLst>
            <pc:docMk/>
            <pc:sldMk cId="1349070433" sldId="294"/>
            <ac:cxnSpMk id="49" creationId="{EECF487D-CD5C-68CA-0BF7-5E1268488052}"/>
          </ac:cxnSpMkLst>
        </pc:cxnChg>
      </pc:sldChg>
      <pc:sldChg chg="addSp delSp modSp add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1996651757" sldId="295"/>
        </pc:sldMkLst>
        <pc:spChg chg="del mod">
          <ac:chgData name="Luiz Alberto Ferreira Gomes" userId="bc531018-f902-4d26-b3af-7ca03fb059d6" providerId="ADAL" clId="{8B3C50D5-6036-44F9-AC4A-9A8B6EE54F30}" dt="2024-01-12T00:16:15.722" v="989" actId="478"/>
          <ac:spMkLst>
            <pc:docMk/>
            <pc:sldMk cId="1996651757" sldId="295"/>
            <ac:spMk id="3" creationId="{1B5E9F60-5094-64B1-A5B3-400ADBCBB1B1}"/>
          </ac:spMkLst>
        </pc:spChg>
        <pc:spChg chg="del">
          <ac:chgData name="Luiz Alberto Ferreira Gomes" userId="bc531018-f902-4d26-b3af-7ca03fb059d6" providerId="ADAL" clId="{8B3C50D5-6036-44F9-AC4A-9A8B6EE54F30}" dt="2024-01-12T00:16:15.722" v="989" actId="478"/>
          <ac:spMkLst>
            <pc:docMk/>
            <pc:sldMk cId="1996651757" sldId="295"/>
            <ac:spMk id="5" creationId="{0CB46A0D-2445-6656-B88F-D62E2355ED8A}"/>
          </ac:spMkLst>
        </pc:spChg>
        <pc:spChg chg="add mod">
          <ac:chgData name="Luiz Alberto Ferreira Gomes" userId="bc531018-f902-4d26-b3af-7ca03fb059d6" providerId="ADAL" clId="{8B3C50D5-6036-44F9-AC4A-9A8B6EE54F30}" dt="2024-01-11T23:54:56.453" v="767" actId="20577"/>
          <ac:spMkLst>
            <pc:docMk/>
            <pc:sldMk cId="1996651757" sldId="295"/>
            <ac:spMk id="8" creationId="{F9025D79-C4E5-707A-DCCA-773372615229}"/>
          </ac:spMkLst>
        </pc:spChg>
        <pc:spChg chg="add mod">
          <ac:chgData name="Luiz Alberto Ferreira Gomes" userId="bc531018-f902-4d26-b3af-7ca03fb059d6" providerId="ADAL" clId="{8B3C50D5-6036-44F9-AC4A-9A8B6EE54F30}" dt="2024-01-11T23:55:14.244" v="817" actId="20577"/>
          <ac:spMkLst>
            <pc:docMk/>
            <pc:sldMk cId="1996651757" sldId="295"/>
            <ac:spMk id="9" creationId="{D0C76075-9A9E-39B5-C16E-7115AD389CF4}"/>
          </ac:spMkLst>
        </pc:spChg>
        <pc:spChg chg="del mod">
          <ac:chgData name="Luiz Alberto Ferreira Gomes" userId="bc531018-f902-4d26-b3af-7ca03fb059d6" providerId="ADAL" clId="{8B3C50D5-6036-44F9-AC4A-9A8B6EE54F30}" dt="2024-01-11T23:54:41.493" v="757" actId="478"/>
          <ac:spMkLst>
            <pc:docMk/>
            <pc:sldMk cId="1996651757" sldId="295"/>
            <ac:spMk id="11" creationId="{C66FE6D3-08DC-E893-0242-9A4F71A85DF8}"/>
          </ac:spMkLst>
        </pc:spChg>
        <pc:spChg chg="mod">
          <ac:chgData name="Luiz Alberto Ferreira Gomes" userId="bc531018-f902-4d26-b3af-7ca03fb059d6" providerId="ADAL" clId="{8B3C50D5-6036-44F9-AC4A-9A8B6EE54F30}" dt="2024-01-12T00:16:16.831" v="990"/>
          <ac:spMkLst>
            <pc:docMk/>
            <pc:sldMk cId="1996651757" sldId="295"/>
            <ac:spMk id="13" creationId="{E9CCC7DE-5FED-82F1-AE8E-45DBEFFB177D}"/>
          </ac:spMkLst>
        </pc:spChg>
        <pc:spChg chg="mod">
          <ac:chgData name="Luiz Alberto Ferreira Gomes" userId="bc531018-f902-4d26-b3af-7ca03fb059d6" providerId="ADAL" clId="{8B3C50D5-6036-44F9-AC4A-9A8B6EE54F30}" dt="2024-01-12T00:16:16.831" v="990"/>
          <ac:spMkLst>
            <pc:docMk/>
            <pc:sldMk cId="1996651757" sldId="295"/>
            <ac:spMk id="14" creationId="{73575EB6-79A7-28A5-2E95-E7783ED7D2B0}"/>
          </ac:spMkLst>
        </pc:spChg>
        <pc:spChg chg="mod">
          <ac:chgData name="Luiz Alberto Ferreira Gomes" userId="bc531018-f902-4d26-b3af-7ca03fb059d6" providerId="ADAL" clId="{8B3C50D5-6036-44F9-AC4A-9A8B6EE54F30}" dt="2024-01-11T16:05:26.386" v="236" actId="20577"/>
          <ac:spMkLst>
            <pc:docMk/>
            <pc:sldMk cId="1996651757" sldId="295"/>
            <ac:spMk id="32" creationId="{1FBB1CFC-5CD7-7525-F8AA-5D8465605879}"/>
          </ac:spMkLst>
        </pc:spChg>
        <pc:spChg chg="mod">
          <ac:chgData name="Luiz Alberto Ferreira Gomes" userId="bc531018-f902-4d26-b3af-7ca03fb059d6" providerId="ADAL" clId="{8B3C50D5-6036-44F9-AC4A-9A8B6EE54F30}" dt="2024-01-11T16:05:30.313" v="238" actId="20577"/>
          <ac:spMkLst>
            <pc:docMk/>
            <pc:sldMk cId="1996651757" sldId="295"/>
            <ac:spMk id="35" creationId="{9AF42645-C70A-26D1-B0F1-318374F45656}"/>
          </ac:spMkLst>
        </pc:spChg>
        <pc:spChg chg="del mod">
          <ac:chgData name="Luiz Alberto Ferreira Gomes" userId="bc531018-f902-4d26-b3af-7ca03fb059d6" providerId="ADAL" clId="{8B3C50D5-6036-44F9-AC4A-9A8B6EE54F30}" dt="2024-01-11T23:54:41.493" v="757" actId="478"/>
          <ac:spMkLst>
            <pc:docMk/>
            <pc:sldMk cId="1996651757" sldId="295"/>
            <ac:spMk id="36" creationId="{F408AF6E-D8A5-C9FB-7309-A3FCD0A5D648}"/>
          </ac:spMkLst>
        </pc:spChg>
        <pc:grpChg chg="add mod">
          <ac:chgData name="Luiz Alberto Ferreira Gomes" userId="bc531018-f902-4d26-b3af-7ca03fb059d6" providerId="ADAL" clId="{8B3C50D5-6036-44F9-AC4A-9A8B6EE54F30}" dt="2024-01-12T00:16:16.831" v="990"/>
          <ac:grpSpMkLst>
            <pc:docMk/>
            <pc:sldMk cId="1996651757" sldId="295"/>
            <ac:grpSpMk id="12" creationId="{FDC2B40C-BB64-995A-FFFA-C4494748949F}"/>
          </ac:grpSpMkLst>
        </pc:grpChg>
        <pc:cxnChg chg="add del mod">
          <ac:chgData name="Luiz Alberto Ferreira Gomes" userId="bc531018-f902-4d26-b3af-7ca03fb059d6" providerId="ADAL" clId="{8B3C50D5-6036-44F9-AC4A-9A8B6EE54F30}" dt="2024-01-11T23:54:41.493" v="757" actId="478"/>
          <ac:cxnSpMkLst>
            <pc:docMk/>
            <pc:sldMk cId="1996651757" sldId="295"/>
            <ac:cxnSpMk id="6" creationId="{B8E408DF-671D-EA5E-8FE4-19EEF9AC1AAF}"/>
          </ac:cxnSpMkLst>
        </pc:cxnChg>
        <pc:cxnChg chg="add mod">
          <ac:chgData name="Luiz Alberto Ferreira Gomes" userId="bc531018-f902-4d26-b3af-7ca03fb059d6" providerId="ADAL" clId="{8B3C50D5-6036-44F9-AC4A-9A8B6EE54F30}" dt="2024-01-11T23:54:42.572" v="758"/>
          <ac:cxnSpMkLst>
            <pc:docMk/>
            <pc:sldMk cId="1996651757" sldId="295"/>
            <ac:cxnSpMk id="10" creationId="{69C9449E-CF55-D11B-8046-8404A80E098B}"/>
          </ac:cxnSpMkLst>
        </pc:cxnChg>
        <pc:cxnChg chg="del mod">
          <ac:chgData name="Luiz Alberto Ferreira Gomes" userId="bc531018-f902-4d26-b3af-7ca03fb059d6" providerId="ADAL" clId="{8B3C50D5-6036-44F9-AC4A-9A8B6EE54F30}" dt="2024-01-12T00:16:44.877" v="991" actId="478"/>
          <ac:cxnSpMkLst>
            <pc:docMk/>
            <pc:sldMk cId="1996651757" sldId="295"/>
            <ac:cxnSpMk id="15" creationId="{E07D7994-FEFF-604C-B9A6-F3CE7910607D}"/>
          </ac:cxnSpMkLst>
        </pc:cxnChg>
      </pc:sldChg>
      <pc:sldChg chg="addSp delSp modSp add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2665346317" sldId="296"/>
        </pc:sldMkLst>
        <pc:spChg chg="del">
          <ac:chgData name="Luiz Alberto Ferreira Gomes" userId="bc531018-f902-4d26-b3af-7ca03fb059d6" providerId="ADAL" clId="{8B3C50D5-6036-44F9-AC4A-9A8B6EE54F30}" dt="2024-01-11T16:06:08.489" v="257" actId="478"/>
          <ac:spMkLst>
            <pc:docMk/>
            <pc:sldMk cId="2665346317" sldId="296"/>
            <ac:spMk id="3" creationId="{1B5E9F60-5094-64B1-A5B3-400ADBCBB1B1}"/>
          </ac:spMkLst>
        </pc:spChg>
        <pc:spChg chg="del">
          <ac:chgData name="Luiz Alberto Ferreira Gomes" userId="bc531018-f902-4d26-b3af-7ca03fb059d6" providerId="ADAL" clId="{8B3C50D5-6036-44F9-AC4A-9A8B6EE54F30}" dt="2024-01-12T00:26:58.028" v="1104" actId="478"/>
          <ac:spMkLst>
            <pc:docMk/>
            <pc:sldMk cId="2665346317" sldId="296"/>
            <ac:spMk id="4" creationId="{736AAA16-0567-B0F4-0CE3-98BCB94EF8D4}"/>
          </ac:spMkLst>
        </pc:spChg>
        <pc:spChg chg="del">
          <ac:chgData name="Luiz Alberto Ferreira Gomes" userId="bc531018-f902-4d26-b3af-7ca03fb059d6" providerId="ADAL" clId="{8B3C50D5-6036-44F9-AC4A-9A8B6EE54F30}" dt="2024-01-11T16:06:08.489" v="257" actId="478"/>
          <ac:spMkLst>
            <pc:docMk/>
            <pc:sldMk cId="2665346317" sldId="296"/>
            <ac:spMk id="5" creationId="{0CB46A0D-2445-6656-B88F-D62E2355ED8A}"/>
          </ac:spMkLst>
        </pc:spChg>
        <pc:spChg chg="add mod">
          <ac:chgData name="Luiz Alberto Ferreira Gomes" userId="bc531018-f902-4d26-b3af-7ca03fb059d6" providerId="ADAL" clId="{8B3C50D5-6036-44F9-AC4A-9A8B6EE54F30}" dt="2024-01-12T00:00:59.290" v="875" actId="20577"/>
          <ac:spMkLst>
            <pc:docMk/>
            <pc:sldMk cId="2665346317" sldId="296"/>
            <ac:spMk id="5" creationId="{9B26C74E-A925-BAF2-16E4-4CE88E6C427C}"/>
          </ac:spMkLst>
        </pc:spChg>
        <pc:spChg chg="add mod">
          <ac:chgData name="Luiz Alberto Ferreira Gomes" userId="bc531018-f902-4d26-b3af-7ca03fb059d6" providerId="ADAL" clId="{8B3C50D5-6036-44F9-AC4A-9A8B6EE54F30}" dt="2024-01-12T00:01:45.531" v="885" actId="20577"/>
          <ac:spMkLst>
            <pc:docMk/>
            <pc:sldMk cId="2665346317" sldId="296"/>
            <ac:spMk id="6" creationId="{520AF29D-66E0-1551-B50D-23A62E2EF534}"/>
          </ac:spMkLst>
        </pc:spChg>
        <pc:spChg chg="add mod">
          <ac:chgData name="Luiz Alberto Ferreira Gomes" userId="bc531018-f902-4d26-b3af-7ca03fb059d6" providerId="ADAL" clId="{8B3C50D5-6036-44F9-AC4A-9A8B6EE54F30}" dt="2024-01-12T00:26:59.004" v="1105"/>
          <ac:spMkLst>
            <pc:docMk/>
            <pc:sldMk cId="2665346317" sldId="296"/>
            <ac:spMk id="9" creationId="{3329E714-2ACA-D200-3912-77A4EC3E1E94}"/>
          </ac:spMkLst>
        </pc:spChg>
        <pc:spChg chg="del mod">
          <ac:chgData name="Luiz Alberto Ferreira Gomes" userId="bc531018-f902-4d26-b3af-7ca03fb059d6" providerId="ADAL" clId="{8B3C50D5-6036-44F9-AC4A-9A8B6EE54F30}" dt="2024-01-12T00:00:13.519" v="863" actId="478"/>
          <ac:spMkLst>
            <pc:docMk/>
            <pc:sldMk cId="2665346317" sldId="296"/>
            <ac:spMk id="11" creationId="{C66FE6D3-08DC-E893-0242-9A4F71A85DF8}"/>
          </ac:spMkLst>
        </pc:spChg>
        <pc:spChg chg="mod">
          <ac:chgData name="Luiz Alberto Ferreira Gomes" userId="bc531018-f902-4d26-b3af-7ca03fb059d6" providerId="ADAL" clId="{8B3C50D5-6036-44F9-AC4A-9A8B6EE54F30}" dt="2024-01-11T16:05:56.506" v="241" actId="20577"/>
          <ac:spMkLst>
            <pc:docMk/>
            <pc:sldMk cId="2665346317" sldId="296"/>
            <ac:spMk id="32" creationId="{1FBB1CFC-5CD7-7525-F8AA-5D8465605879}"/>
          </ac:spMkLst>
        </pc:spChg>
        <pc:spChg chg="del">
          <ac:chgData name="Luiz Alberto Ferreira Gomes" userId="bc531018-f902-4d26-b3af-7ca03fb059d6" providerId="ADAL" clId="{8B3C50D5-6036-44F9-AC4A-9A8B6EE54F30}" dt="2024-01-11T16:06:08.489" v="257" actId="478"/>
          <ac:spMkLst>
            <pc:docMk/>
            <pc:sldMk cId="2665346317" sldId="296"/>
            <ac:spMk id="35" creationId="{9AF42645-C70A-26D1-B0F1-318374F45656}"/>
          </ac:spMkLst>
        </pc:spChg>
        <pc:spChg chg="del">
          <ac:chgData name="Luiz Alberto Ferreira Gomes" userId="bc531018-f902-4d26-b3af-7ca03fb059d6" providerId="ADAL" clId="{8B3C50D5-6036-44F9-AC4A-9A8B6EE54F30}" dt="2024-01-12T00:00:13.519" v="863" actId="478"/>
          <ac:spMkLst>
            <pc:docMk/>
            <pc:sldMk cId="2665346317" sldId="296"/>
            <ac:spMk id="36" creationId="{F408AF6E-D8A5-C9FB-7309-A3FCD0A5D648}"/>
          </ac:spMkLst>
        </pc:spChg>
        <pc:cxnChg chg="add del mod">
          <ac:chgData name="Luiz Alberto Ferreira Gomes" userId="bc531018-f902-4d26-b3af-7ca03fb059d6" providerId="ADAL" clId="{8B3C50D5-6036-44F9-AC4A-9A8B6EE54F30}" dt="2024-01-12T00:00:13.519" v="863" actId="478"/>
          <ac:cxnSpMkLst>
            <pc:docMk/>
            <pc:sldMk cId="2665346317" sldId="296"/>
            <ac:cxnSpMk id="3" creationId="{3DFAA463-7C79-1A6B-C24B-93C2E095D988}"/>
          </ac:cxnSpMkLst>
        </pc:cxnChg>
        <pc:cxnChg chg="add mod">
          <ac:chgData name="Luiz Alberto Ferreira Gomes" userId="bc531018-f902-4d26-b3af-7ca03fb059d6" providerId="ADAL" clId="{8B3C50D5-6036-44F9-AC4A-9A8B6EE54F30}" dt="2024-01-12T00:00:14.537" v="864"/>
          <ac:cxnSpMkLst>
            <pc:docMk/>
            <pc:sldMk cId="2665346317" sldId="296"/>
            <ac:cxnSpMk id="8" creationId="{17E40C82-6FCF-0B72-D938-A5A520C51806}"/>
          </ac:cxnSpMkLst>
        </pc:cxnChg>
      </pc:sldChg>
      <pc:sldChg chg="addSp delSp modSp add del mod">
        <pc:chgData name="Luiz Alberto Ferreira Gomes" userId="bc531018-f902-4d26-b3af-7ca03fb059d6" providerId="ADAL" clId="{8B3C50D5-6036-44F9-AC4A-9A8B6EE54F30}" dt="2024-01-11T16:20:35.817" v="291" actId="2696"/>
        <pc:sldMkLst>
          <pc:docMk/>
          <pc:sldMk cId="657439331" sldId="297"/>
        </pc:sldMkLst>
        <pc:spChg chg="add mod">
          <ac:chgData name="Luiz Alberto Ferreira Gomes" userId="bc531018-f902-4d26-b3af-7ca03fb059d6" providerId="ADAL" clId="{8B3C50D5-6036-44F9-AC4A-9A8B6EE54F30}" dt="2024-01-11T16:07:16.733" v="264"/>
          <ac:spMkLst>
            <pc:docMk/>
            <pc:sldMk cId="657439331" sldId="297"/>
            <ac:spMk id="3" creationId="{59C484FB-8A8C-630A-9165-3B0BE706B93A}"/>
          </ac:spMkLst>
        </pc:spChg>
        <pc:spChg chg="add mod">
          <ac:chgData name="Luiz Alberto Ferreira Gomes" userId="bc531018-f902-4d26-b3af-7ca03fb059d6" providerId="ADAL" clId="{8B3C50D5-6036-44F9-AC4A-9A8B6EE54F30}" dt="2024-01-11T16:07:16.733" v="264"/>
          <ac:spMkLst>
            <pc:docMk/>
            <pc:sldMk cId="657439331" sldId="297"/>
            <ac:spMk id="5" creationId="{5E36335A-5852-5575-3645-5F73FAE5F8C7}"/>
          </ac:spMkLst>
        </pc:spChg>
        <pc:spChg chg="del">
          <ac:chgData name="Luiz Alberto Ferreira Gomes" userId="bc531018-f902-4d26-b3af-7ca03fb059d6" providerId="ADAL" clId="{8B3C50D5-6036-44F9-AC4A-9A8B6EE54F30}" dt="2024-01-11T16:07:15.843" v="263" actId="478"/>
          <ac:spMkLst>
            <pc:docMk/>
            <pc:sldMk cId="657439331" sldId="297"/>
            <ac:spMk id="9" creationId="{A92D6A95-812C-51D5-93F6-29CB775355D4}"/>
          </ac:spMkLst>
        </pc:spChg>
        <pc:spChg chg="del">
          <ac:chgData name="Luiz Alberto Ferreira Gomes" userId="bc531018-f902-4d26-b3af-7ca03fb059d6" providerId="ADAL" clId="{8B3C50D5-6036-44F9-AC4A-9A8B6EE54F30}" dt="2024-01-11T16:07:15.843" v="263" actId="478"/>
          <ac:spMkLst>
            <pc:docMk/>
            <pc:sldMk cId="657439331" sldId="297"/>
            <ac:spMk id="10" creationId="{91B528DB-7D4A-B8FF-27DB-C49F7BDADBC8}"/>
          </ac:spMkLst>
        </pc:spChg>
        <pc:spChg chg="del">
          <ac:chgData name="Luiz Alberto Ferreira Gomes" userId="bc531018-f902-4d26-b3af-7ca03fb059d6" providerId="ADAL" clId="{8B3C50D5-6036-44F9-AC4A-9A8B6EE54F30}" dt="2024-01-11T16:07:13.317" v="262" actId="478"/>
          <ac:spMkLst>
            <pc:docMk/>
            <pc:sldMk cId="657439331" sldId="297"/>
            <ac:spMk id="12" creationId="{0850E89B-AD30-15DD-082E-3DE7968716B5}"/>
          </ac:spMkLst>
        </pc:spChg>
        <pc:spChg chg="del">
          <ac:chgData name="Luiz Alberto Ferreira Gomes" userId="bc531018-f902-4d26-b3af-7ca03fb059d6" providerId="ADAL" clId="{8B3C50D5-6036-44F9-AC4A-9A8B6EE54F30}" dt="2024-01-11T16:07:13.317" v="262" actId="478"/>
          <ac:spMkLst>
            <pc:docMk/>
            <pc:sldMk cId="657439331" sldId="297"/>
            <ac:spMk id="13" creationId="{DE83F9BC-FD9E-9FE1-D3D2-6CB2DF44482B}"/>
          </ac:spMkLst>
        </pc:spChg>
        <pc:spChg chg="mod">
          <ac:chgData name="Luiz Alberto Ferreira Gomes" userId="bc531018-f902-4d26-b3af-7ca03fb059d6" providerId="ADAL" clId="{8B3C50D5-6036-44F9-AC4A-9A8B6EE54F30}" dt="2024-01-11T16:06:59.848" v="260" actId="20577"/>
          <ac:spMkLst>
            <pc:docMk/>
            <pc:sldMk cId="657439331" sldId="297"/>
            <ac:spMk id="32" creationId="{1FBB1CFC-5CD7-7525-F8AA-5D8465605879}"/>
          </ac:spMkLst>
        </pc:spChg>
        <pc:spChg chg="del">
          <ac:chgData name="Luiz Alberto Ferreira Gomes" userId="bc531018-f902-4d26-b3af-7ca03fb059d6" providerId="ADAL" clId="{8B3C50D5-6036-44F9-AC4A-9A8B6EE54F30}" dt="2024-01-11T16:07:13.317" v="262" actId="478"/>
          <ac:spMkLst>
            <pc:docMk/>
            <pc:sldMk cId="657439331" sldId="297"/>
            <ac:spMk id="35" creationId="{9AF42645-C70A-26D1-B0F1-318374F45656}"/>
          </ac:spMkLst>
        </pc:spChg>
        <pc:cxnChg chg="del">
          <ac:chgData name="Luiz Alberto Ferreira Gomes" userId="bc531018-f902-4d26-b3af-7ca03fb059d6" providerId="ADAL" clId="{8B3C50D5-6036-44F9-AC4A-9A8B6EE54F30}" dt="2024-01-11T16:07:02.957" v="261" actId="478"/>
          <ac:cxnSpMkLst>
            <pc:docMk/>
            <pc:sldMk cId="657439331" sldId="297"/>
            <ac:cxnSpMk id="14" creationId="{581E66AD-F7B4-415B-C9C8-FA105D1A2C15}"/>
          </ac:cxnSpMkLst>
        </pc:cxnChg>
      </pc:sldChg>
      <pc:sldChg chg="addSp delSp modSp add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2118875657" sldId="297"/>
        </pc:sldMkLst>
        <pc:spChg chg="del mod">
          <ac:chgData name="Luiz Alberto Ferreira Gomes" userId="bc531018-f902-4d26-b3af-7ca03fb059d6" providerId="ADAL" clId="{8B3C50D5-6036-44F9-AC4A-9A8B6EE54F30}" dt="2024-01-11T23:41:32.205" v="642" actId="478"/>
          <ac:spMkLst>
            <pc:docMk/>
            <pc:sldMk cId="2118875657" sldId="297"/>
            <ac:spMk id="3" creationId="{1B5E9F60-5094-64B1-A5B3-400ADBCBB1B1}"/>
          </ac:spMkLst>
        </pc:spChg>
        <pc:spChg chg="del">
          <ac:chgData name="Luiz Alberto Ferreira Gomes" userId="bc531018-f902-4d26-b3af-7ca03fb059d6" providerId="ADAL" clId="{8B3C50D5-6036-44F9-AC4A-9A8B6EE54F30}" dt="2024-01-12T00:26:25.866" v="1096" actId="478"/>
          <ac:spMkLst>
            <pc:docMk/>
            <pc:sldMk cId="2118875657" sldId="297"/>
            <ac:spMk id="4" creationId="{736AAA16-0567-B0F4-0CE3-98BCB94EF8D4}"/>
          </ac:spMkLst>
        </pc:spChg>
        <pc:spChg chg="del mod">
          <ac:chgData name="Luiz Alberto Ferreira Gomes" userId="bc531018-f902-4d26-b3af-7ca03fb059d6" providerId="ADAL" clId="{8B3C50D5-6036-44F9-AC4A-9A8B6EE54F30}" dt="2024-01-11T23:41:32.205" v="642" actId="478"/>
          <ac:spMkLst>
            <pc:docMk/>
            <pc:sldMk cId="2118875657" sldId="297"/>
            <ac:spMk id="5" creationId="{0CB46A0D-2445-6656-B88F-D62E2355ED8A}"/>
          </ac:spMkLst>
        </pc:spChg>
        <pc:spChg chg="add mod">
          <ac:chgData name="Luiz Alberto Ferreira Gomes" userId="bc531018-f902-4d26-b3af-7ca03fb059d6" providerId="ADAL" clId="{8B3C50D5-6036-44F9-AC4A-9A8B6EE54F30}" dt="2024-01-11T23:41:39.712" v="643" actId="164"/>
          <ac:spMkLst>
            <pc:docMk/>
            <pc:sldMk cId="2118875657" sldId="297"/>
            <ac:spMk id="6" creationId="{8EC1B291-5BE0-554B-EE92-1DF5CF5EF013}"/>
          </ac:spMkLst>
        </pc:spChg>
        <pc:spChg chg="add mod">
          <ac:chgData name="Luiz Alberto Ferreira Gomes" userId="bc531018-f902-4d26-b3af-7ca03fb059d6" providerId="ADAL" clId="{8B3C50D5-6036-44F9-AC4A-9A8B6EE54F30}" dt="2024-01-11T23:41:39.712" v="643" actId="164"/>
          <ac:spMkLst>
            <pc:docMk/>
            <pc:sldMk cId="2118875657" sldId="297"/>
            <ac:spMk id="8" creationId="{0D2CA3D2-1CAF-6F29-1F59-105210A34DD0}"/>
          </ac:spMkLst>
        </pc:spChg>
        <pc:spChg chg="del">
          <ac:chgData name="Luiz Alberto Ferreira Gomes" userId="bc531018-f902-4d26-b3af-7ca03fb059d6" providerId="ADAL" clId="{8B3C50D5-6036-44F9-AC4A-9A8B6EE54F30}" dt="2024-01-11T23:40:54.498" v="640" actId="478"/>
          <ac:spMkLst>
            <pc:docMk/>
            <pc:sldMk cId="2118875657" sldId="297"/>
            <ac:spMk id="11" creationId="{C66FE6D3-08DC-E893-0242-9A4F71A85DF8}"/>
          </ac:spMkLst>
        </pc:spChg>
        <pc:spChg chg="mod">
          <ac:chgData name="Luiz Alberto Ferreira Gomes" userId="bc531018-f902-4d26-b3af-7ca03fb059d6" providerId="ADAL" clId="{8B3C50D5-6036-44F9-AC4A-9A8B6EE54F30}" dt="2024-01-11T23:42:32.470" v="674" actId="20577"/>
          <ac:spMkLst>
            <pc:docMk/>
            <pc:sldMk cId="2118875657" sldId="297"/>
            <ac:spMk id="13" creationId="{5ED57DB5-99B8-E633-5D31-8BA2E491A285}"/>
          </ac:spMkLst>
        </pc:spChg>
        <pc:spChg chg="mod">
          <ac:chgData name="Luiz Alberto Ferreira Gomes" userId="bc531018-f902-4d26-b3af-7ca03fb059d6" providerId="ADAL" clId="{8B3C50D5-6036-44F9-AC4A-9A8B6EE54F30}" dt="2024-01-11T23:44:28.365" v="679" actId="114"/>
          <ac:spMkLst>
            <pc:docMk/>
            <pc:sldMk cId="2118875657" sldId="297"/>
            <ac:spMk id="14" creationId="{A7872315-CBA0-2053-1679-999B5A648005}"/>
          </ac:spMkLst>
        </pc:spChg>
        <pc:spChg chg="add mod">
          <ac:chgData name="Luiz Alberto Ferreira Gomes" userId="bc531018-f902-4d26-b3af-7ca03fb059d6" providerId="ADAL" clId="{8B3C50D5-6036-44F9-AC4A-9A8B6EE54F30}" dt="2024-01-12T00:26:22.241" v="1095"/>
          <ac:spMkLst>
            <pc:docMk/>
            <pc:sldMk cId="2118875657" sldId="297"/>
            <ac:spMk id="16" creationId="{8A119153-8DC6-E816-7CE5-10966E160D79}"/>
          </ac:spMkLst>
        </pc:spChg>
        <pc:spChg chg="add mod">
          <ac:chgData name="Luiz Alberto Ferreira Gomes" userId="bc531018-f902-4d26-b3af-7ca03fb059d6" providerId="ADAL" clId="{8B3C50D5-6036-44F9-AC4A-9A8B6EE54F30}" dt="2024-01-12T00:26:26.989" v="1097"/>
          <ac:spMkLst>
            <pc:docMk/>
            <pc:sldMk cId="2118875657" sldId="297"/>
            <ac:spMk id="17" creationId="{1FB3D314-BC02-FB48-34DD-E744F40645EF}"/>
          </ac:spMkLst>
        </pc:spChg>
        <pc:spChg chg="mod">
          <ac:chgData name="Luiz Alberto Ferreira Gomes" userId="bc531018-f902-4d26-b3af-7ca03fb059d6" providerId="ADAL" clId="{8B3C50D5-6036-44F9-AC4A-9A8B6EE54F30}" dt="2024-01-11T23:25:07.312" v="574" actId="552"/>
          <ac:spMkLst>
            <pc:docMk/>
            <pc:sldMk cId="2118875657" sldId="297"/>
            <ac:spMk id="35" creationId="{9AF42645-C70A-26D1-B0F1-318374F45656}"/>
          </ac:spMkLst>
        </pc:spChg>
        <pc:spChg chg="del">
          <ac:chgData name="Luiz Alberto Ferreira Gomes" userId="bc531018-f902-4d26-b3af-7ca03fb059d6" providerId="ADAL" clId="{8B3C50D5-6036-44F9-AC4A-9A8B6EE54F30}" dt="2024-01-11T23:40:54.498" v="640" actId="478"/>
          <ac:spMkLst>
            <pc:docMk/>
            <pc:sldMk cId="2118875657" sldId="297"/>
            <ac:spMk id="36" creationId="{F408AF6E-D8A5-C9FB-7309-A3FCD0A5D648}"/>
          </ac:spMkLst>
        </pc:spChg>
        <pc:grpChg chg="add mod">
          <ac:chgData name="Luiz Alberto Ferreira Gomes" userId="bc531018-f902-4d26-b3af-7ca03fb059d6" providerId="ADAL" clId="{8B3C50D5-6036-44F9-AC4A-9A8B6EE54F30}" dt="2024-01-11T23:41:39.712" v="643" actId="164"/>
          <ac:grpSpMkLst>
            <pc:docMk/>
            <pc:sldMk cId="2118875657" sldId="297"/>
            <ac:grpSpMk id="10" creationId="{7C377C07-AEBE-4D9A-D847-F8B90C8B9AC4}"/>
          </ac:grpSpMkLst>
        </pc:grpChg>
        <pc:grpChg chg="add mod">
          <ac:chgData name="Luiz Alberto Ferreira Gomes" userId="bc531018-f902-4d26-b3af-7ca03fb059d6" providerId="ADAL" clId="{8B3C50D5-6036-44F9-AC4A-9A8B6EE54F30}" dt="2024-01-11T23:42:12.021" v="646" actId="1076"/>
          <ac:grpSpMkLst>
            <pc:docMk/>
            <pc:sldMk cId="2118875657" sldId="297"/>
            <ac:grpSpMk id="12" creationId="{41218A88-E52F-9A66-28DE-09657E5BCD9E}"/>
          </ac:grpSpMkLst>
        </pc:grpChg>
        <pc:cxnChg chg="add del mod">
          <ac:chgData name="Luiz Alberto Ferreira Gomes" userId="bc531018-f902-4d26-b3af-7ca03fb059d6" providerId="ADAL" clId="{8B3C50D5-6036-44F9-AC4A-9A8B6EE54F30}" dt="2024-01-11T23:44:50.011" v="680" actId="478"/>
          <ac:cxnSpMkLst>
            <pc:docMk/>
            <pc:sldMk cId="2118875657" sldId="297"/>
            <ac:cxnSpMk id="9" creationId="{2CCA7FC8-18B6-10BB-8062-ED6AC82EB29B}"/>
          </ac:cxnSpMkLst>
        </pc:cxnChg>
        <pc:cxnChg chg="mod">
          <ac:chgData name="Luiz Alberto Ferreira Gomes" userId="bc531018-f902-4d26-b3af-7ca03fb059d6" providerId="ADAL" clId="{8B3C50D5-6036-44F9-AC4A-9A8B6EE54F30}" dt="2024-01-11T23:41:43.289" v="644"/>
          <ac:cxnSpMkLst>
            <pc:docMk/>
            <pc:sldMk cId="2118875657" sldId="297"/>
            <ac:cxnSpMk id="15" creationId="{10366A45-5579-5BDF-8078-0186AC056D97}"/>
          </ac:cxnSpMkLst>
        </pc:cxnChg>
        <pc:cxnChg chg="del mod">
          <ac:chgData name="Luiz Alberto Ferreira Gomes" userId="bc531018-f902-4d26-b3af-7ca03fb059d6" providerId="ADAL" clId="{8B3C50D5-6036-44F9-AC4A-9A8B6EE54F30}" dt="2024-01-11T23:41:32.205" v="642" actId="478"/>
          <ac:cxnSpMkLst>
            <pc:docMk/>
            <pc:sldMk cId="2118875657" sldId="297"/>
            <ac:cxnSpMk id="49" creationId="{EECF487D-CD5C-68CA-0BF7-5E1268488052}"/>
          </ac:cxnSpMkLst>
        </pc:cxnChg>
      </pc:sldChg>
      <pc:sldChg chg="add del">
        <pc:chgData name="Luiz Alberto Ferreira Gomes" userId="bc531018-f902-4d26-b3af-7ca03fb059d6" providerId="ADAL" clId="{8B3C50D5-6036-44F9-AC4A-9A8B6EE54F30}" dt="2024-01-11T16:18:16.232" v="273" actId="2890"/>
        <pc:sldMkLst>
          <pc:docMk/>
          <pc:sldMk cId="1197126612" sldId="298"/>
        </pc:sldMkLst>
      </pc:sldChg>
      <pc:sldChg chg="addSp delSp modSp add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3402532383" sldId="298"/>
        </pc:sldMkLst>
        <pc:spChg chg="del">
          <ac:chgData name="Luiz Alberto Ferreira Gomes" userId="bc531018-f902-4d26-b3af-7ca03fb059d6" providerId="ADAL" clId="{8B3C50D5-6036-44F9-AC4A-9A8B6EE54F30}" dt="2024-01-11T23:49:27.276" v="699" actId="478"/>
          <ac:spMkLst>
            <pc:docMk/>
            <pc:sldMk cId="3402532383" sldId="298"/>
            <ac:spMk id="3" creationId="{1B5E9F60-5094-64B1-A5B3-400ADBCBB1B1}"/>
          </ac:spMkLst>
        </pc:spChg>
        <pc:spChg chg="del">
          <ac:chgData name="Luiz Alberto Ferreira Gomes" userId="bc531018-f902-4d26-b3af-7ca03fb059d6" providerId="ADAL" clId="{8B3C50D5-6036-44F9-AC4A-9A8B6EE54F30}" dt="2024-01-12T00:26:42.140" v="1100" actId="478"/>
          <ac:spMkLst>
            <pc:docMk/>
            <pc:sldMk cId="3402532383" sldId="298"/>
            <ac:spMk id="4" creationId="{736AAA16-0567-B0F4-0CE3-98BCB94EF8D4}"/>
          </ac:spMkLst>
        </pc:spChg>
        <pc:spChg chg="del">
          <ac:chgData name="Luiz Alberto Ferreira Gomes" userId="bc531018-f902-4d26-b3af-7ca03fb059d6" providerId="ADAL" clId="{8B3C50D5-6036-44F9-AC4A-9A8B6EE54F30}" dt="2024-01-11T23:49:27.276" v="699" actId="478"/>
          <ac:spMkLst>
            <pc:docMk/>
            <pc:sldMk cId="3402532383" sldId="298"/>
            <ac:spMk id="5" creationId="{0CB46A0D-2445-6656-B88F-D62E2355ED8A}"/>
          </ac:spMkLst>
        </pc:spChg>
        <pc:spChg chg="add mod">
          <ac:chgData name="Luiz Alberto Ferreira Gomes" userId="bc531018-f902-4d26-b3af-7ca03fb059d6" providerId="ADAL" clId="{8B3C50D5-6036-44F9-AC4A-9A8B6EE54F30}" dt="2024-01-11T23:48:56.962" v="697"/>
          <ac:spMkLst>
            <pc:docMk/>
            <pc:sldMk cId="3402532383" sldId="298"/>
            <ac:spMk id="8" creationId="{A150A480-E211-9418-5ADA-0CD9C5274E02}"/>
          </ac:spMkLst>
        </pc:spChg>
        <pc:spChg chg="add mod">
          <ac:chgData name="Luiz Alberto Ferreira Gomes" userId="bc531018-f902-4d26-b3af-7ca03fb059d6" providerId="ADAL" clId="{8B3C50D5-6036-44F9-AC4A-9A8B6EE54F30}" dt="2024-01-11T23:48:56.962" v="697"/>
          <ac:spMkLst>
            <pc:docMk/>
            <pc:sldMk cId="3402532383" sldId="298"/>
            <ac:spMk id="9" creationId="{5DE8D92B-1B48-1424-AFA1-2B04BACD109B}"/>
          </ac:spMkLst>
        </pc:spChg>
        <pc:spChg chg="del">
          <ac:chgData name="Luiz Alberto Ferreira Gomes" userId="bc531018-f902-4d26-b3af-7ca03fb059d6" providerId="ADAL" clId="{8B3C50D5-6036-44F9-AC4A-9A8B6EE54F30}" dt="2024-01-11T23:48:55.293" v="696" actId="478"/>
          <ac:spMkLst>
            <pc:docMk/>
            <pc:sldMk cId="3402532383" sldId="298"/>
            <ac:spMk id="11" creationId="{C66FE6D3-08DC-E893-0242-9A4F71A85DF8}"/>
          </ac:spMkLst>
        </pc:spChg>
        <pc:spChg chg="mod">
          <ac:chgData name="Luiz Alberto Ferreira Gomes" userId="bc531018-f902-4d26-b3af-7ca03fb059d6" providerId="ADAL" clId="{8B3C50D5-6036-44F9-AC4A-9A8B6EE54F30}" dt="2024-01-11T23:50:38.460" v="704" actId="14100"/>
          <ac:spMkLst>
            <pc:docMk/>
            <pc:sldMk cId="3402532383" sldId="298"/>
            <ac:spMk id="13" creationId="{519ADF51-E14E-5F95-F824-17A2E839E269}"/>
          </ac:spMkLst>
        </pc:spChg>
        <pc:spChg chg="mod">
          <ac:chgData name="Luiz Alberto Ferreira Gomes" userId="bc531018-f902-4d26-b3af-7ca03fb059d6" providerId="ADAL" clId="{8B3C50D5-6036-44F9-AC4A-9A8B6EE54F30}" dt="2024-01-11T23:52:21.283" v="715" actId="20577"/>
          <ac:spMkLst>
            <pc:docMk/>
            <pc:sldMk cId="3402532383" sldId="298"/>
            <ac:spMk id="14" creationId="{359125C0-1DFB-6304-0E9F-357D5F6FB7BD}"/>
          </ac:spMkLst>
        </pc:spChg>
        <pc:spChg chg="add mod">
          <ac:chgData name="Luiz Alberto Ferreira Gomes" userId="bc531018-f902-4d26-b3af-7ca03fb059d6" providerId="ADAL" clId="{8B3C50D5-6036-44F9-AC4A-9A8B6EE54F30}" dt="2024-01-12T00:26:43.794" v="1101"/>
          <ac:spMkLst>
            <pc:docMk/>
            <pc:sldMk cId="3402532383" sldId="298"/>
            <ac:spMk id="16" creationId="{0147E7E4-99E3-5EBC-28CC-69FA5ACA9101}"/>
          </ac:spMkLst>
        </pc:spChg>
        <pc:spChg chg="del">
          <ac:chgData name="Luiz Alberto Ferreira Gomes" userId="bc531018-f902-4d26-b3af-7ca03fb059d6" providerId="ADAL" clId="{8B3C50D5-6036-44F9-AC4A-9A8B6EE54F30}" dt="2024-01-11T23:48:55.293" v="696" actId="478"/>
          <ac:spMkLst>
            <pc:docMk/>
            <pc:sldMk cId="3402532383" sldId="298"/>
            <ac:spMk id="36" creationId="{F408AF6E-D8A5-C9FB-7309-A3FCD0A5D648}"/>
          </ac:spMkLst>
        </pc:spChg>
        <pc:grpChg chg="add mod">
          <ac:chgData name="Luiz Alberto Ferreira Gomes" userId="bc531018-f902-4d26-b3af-7ca03fb059d6" providerId="ADAL" clId="{8B3C50D5-6036-44F9-AC4A-9A8B6EE54F30}" dt="2024-01-11T23:50:16.441" v="702"/>
          <ac:grpSpMkLst>
            <pc:docMk/>
            <pc:sldMk cId="3402532383" sldId="298"/>
            <ac:grpSpMk id="12" creationId="{4E593F0C-4681-C87A-0D3F-04A3E9BA56AE}"/>
          </ac:grpSpMkLst>
        </pc:grpChg>
        <pc:cxnChg chg="add del mod">
          <ac:chgData name="Luiz Alberto Ferreira Gomes" userId="bc531018-f902-4d26-b3af-7ca03fb059d6" providerId="ADAL" clId="{8B3C50D5-6036-44F9-AC4A-9A8B6EE54F30}" dt="2024-01-11T23:49:22.908" v="698" actId="478"/>
          <ac:cxnSpMkLst>
            <pc:docMk/>
            <pc:sldMk cId="3402532383" sldId="298"/>
            <ac:cxnSpMk id="6" creationId="{AEC54747-0529-AE7B-45CE-62EA8504E526}"/>
          </ac:cxnSpMkLst>
        </pc:cxnChg>
        <pc:cxnChg chg="add del mod">
          <ac:chgData name="Luiz Alberto Ferreira Gomes" userId="bc531018-f902-4d26-b3af-7ca03fb059d6" providerId="ADAL" clId="{8B3C50D5-6036-44F9-AC4A-9A8B6EE54F30}" dt="2024-01-11T23:51:26.547" v="712" actId="478"/>
          <ac:cxnSpMkLst>
            <pc:docMk/>
            <pc:sldMk cId="3402532383" sldId="298"/>
            <ac:cxnSpMk id="10" creationId="{BBC3F93F-B514-7FF9-9225-856B35DFD72C}"/>
          </ac:cxnSpMkLst>
        </pc:cxnChg>
        <pc:cxnChg chg="mod">
          <ac:chgData name="Luiz Alberto Ferreira Gomes" userId="bc531018-f902-4d26-b3af-7ca03fb059d6" providerId="ADAL" clId="{8B3C50D5-6036-44F9-AC4A-9A8B6EE54F30}" dt="2024-01-11T23:51:12.470" v="711" actId="14100"/>
          <ac:cxnSpMkLst>
            <pc:docMk/>
            <pc:sldMk cId="3402532383" sldId="298"/>
            <ac:cxnSpMk id="15" creationId="{1354100B-3561-09F0-88A4-98280B298E7C}"/>
          </ac:cxnSpMkLst>
        </pc:cxnChg>
      </pc:sldChg>
      <pc:sldChg chg="addSp delSp modSp add del mod modNotesTx">
        <pc:chgData name="Luiz Alberto Ferreira Gomes" userId="bc531018-f902-4d26-b3af-7ca03fb059d6" providerId="ADAL" clId="{8B3C50D5-6036-44F9-AC4A-9A8B6EE54F30}" dt="2024-01-12T23:13:44.487" v="2256" actId="47"/>
        <pc:sldMkLst>
          <pc:docMk/>
          <pc:sldMk cId="2714005495" sldId="299"/>
        </pc:sldMkLst>
        <pc:spChg chg="del">
          <ac:chgData name="Luiz Alberto Ferreira Gomes" userId="bc531018-f902-4d26-b3af-7ca03fb059d6" providerId="ADAL" clId="{8B3C50D5-6036-44F9-AC4A-9A8B6EE54F30}" dt="2024-01-11T23:58:27.427" v="820" actId="478"/>
          <ac:spMkLst>
            <pc:docMk/>
            <pc:sldMk cId="2714005495" sldId="299"/>
            <ac:spMk id="3" creationId="{1B5E9F60-5094-64B1-A5B3-400ADBCBB1B1}"/>
          </ac:spMkLst>
        </pc:spChg>
        <pc:spChg chg="del">
          <ac:chgData name="Luiz Alberto Ferreira Gomes" userId="bc531018-f902-4d26-b3af-7ca03fb059d6" providerId="ADAL" clId="{8B3C50D5-6036-44F9-AC4A-9A8B6EE54F30}" dt="2024-01-12T00:26:51.150" v="1102" actId="478"/>
          <ac:spMkLst>
            <pc:docMk/>
            <pc:sldMk cId="2714005495" sldId="299"/>
            <ac:spMk id="4" creationId="{736AAA16-0567-B0F4-0CE3-98BCB94EF8D4}"/>
          </ac:spMkLst>
        </pc:spChg>
        <pc:spChg chg="del">
          <ac:chgData name="Luiz Alberto Ferreira Gomes" userId="bc531018-f902-4d26-b3af-7ca03fb059d6" providerId="ADAL" clId="{8B3C50D5-6036-44F9-AC4A-9A8B6EE54F30}" dt="2024-01-11T23:58:27.427" v="820" actId="478"/>
          <ac:spMkLst>
            <pc:docMk/>
            <pc:sldMk cId="2714005495" sldId="299"/>
            <ac:spMk id="5" creationId="{0CB46A0D-2445-6656-B88F-D62E2355ED8A}"/>
          </ac:spMkLst>
        </pc:spChg>
        <pc:spChg chg="add mod">
          <ac:chgData name="Luiz Alberto Ferreira Gomes" userId="bc531018-f902-4d26-b3af-7ca03fb059d6" providerId="ADAL" clId="{8B3C50D5-6036-44F9-AC4A-9A8B6EE54F30}" dt="2024-01-11T23:55:32.251" v="819"/>
          <ac:spMkLst>
            <pc:docMk/>
            <pc:sldMk cId="2714005495" sldId="299"/>
            <ac:spMk id="9" creationId="{DA1CFEF4-C76A-552B-C9B4-58510B930BE2}"/>
          </ac:spMkLst>
        </pc:spChg>
        <pc:spChg chg="add mod">
          <ac:chgData name="Luiz Alberto Ferreira Gomes" userId="bc531018-f902-4d26-b3af-7ca03fb059d6" providerId="ADAL" clId="{8B3C50D5-6036-44F9-AC4A-9A8B6EE54F30}" dt="2024-01-11T23:55:32.251" v="819"/>
          <ac:spMkLst>
            <pc:docMk/>
            <pc:sldMk cId="2714005495" sldId="299"/>
            <ac:spMk id="10" creationId="{23203092-B976-6019-C62C-54CDE6A5ED7F}"/>
          </ac:spMkLst>
        </pc:spChg>
        <pc:spChg chg="del">
          <ac:chgData name="Luiz Alberto Ferreira Gomes" userId="bc531018-f902-4d26-b3af-7ca03fb059d6" providerId="ADAL" clId="{8B3C50D5-6036-44F9-AC4A-9A8B6EE54F30}" dt="2024-01-11T23:55:31.166" v="818" actId="478"/>
          <ac:spMkLst>
            <pc:docMk/>
            <pc:sldMk cId="2714005495" sldId="299"/>
            <ac:spMk id="11" creationId="{C66FE6D3-08DC-E893-0242-9A4F71A85DF8}"/>
          </ac:spMkLst>
        </pc:spChg>
        <pc:spChg chg="mod">
          <ac:chgData name="Luiz Alberto Ferreira Gomes" userId="bc531018-f902-4d26-b3af-7ca03fb059d6" providerId="ADAL" clId="{8B3C50D5-6036-44F9-AC4A-9A8B6EE54F30}" dt="2024-01-11T23:58:43.823" v="831" actId="20577"/>
          <ac:spMkLst>
            <pc:docMk/>
            <pc:sldMk cId="2714005495" sldId="299"/>
            <ac:spMk id="14" creationId="{83CCC9F0-CD5C-95E2-A144-8DC65D5DA210}"/>
          </ac:spMkLst>
        </pc:spChg>
        <pc:spChg chg="mod">
          <ac:chgData name="Luiz Alberto Ferreira Gomes" userId="bc531018-f902-4d26-b3af-7ca03fb059d6" providerId="ADAL" clId="{8B3C50D5-6036-44F9-AC4A-9A8B6EE54F30}" dt="2024-01-11T23:59:31.817" v="862" actId="20577"/>
          <ac:spMkLst>
            <pc:docMk/>
            <pc:sldMk cId="2714005495" sldId="299"/>
            <ac:spMk id="15" creationId="{FC02DE8E-2DAF-4296-953B-7896B1A49E09}"/>
          </ac:spMkLst>
        </pc:spChg>
        <pc:spChg chg="add mod">
          <ac:chgData name="Luiz Alberto Ferreira Gomes" userId="bc531018-f902-4d26-b3af-7ca03fb059d6" providerId="ADAL" clId="{8B3C50D5-6036-44F9-AC4A-9A8B6EE54F30}" dt="2024-01-12T00:26:52.130" v="1103"/>
          <ac:spMkLst>
            <pc:docMk/>
            <pc:sldMk cId="2714005495" sldId="299"/>
            <ac:spMk id="17" creationId="{B14A8538-8608-C9DF-6CC1-7CC9049DB5B4}"/>
          </ac:spMkLst>
        </pc:spChg>
        <pc:spChg chg="del">
          <ac:chgData name="Luiz Alberto Ferreira Gomes" userId="bc531018-f902-4d26-b3af-7ca03fb059d6" providerId="ADAL" clId="{8B3C50D5-6036-44F9-AC4A-9A8B6EE54F30}" dt="2024-01-11T23:55:31.166" v="818" actId="478"/>
          <ac:spMkLst>
            <pc:docMk/>
            <pc:sldMk cId="2714005495" sldId="299"/>
            <ac:spMk id="36" creationId="{F408AF6E-D8A5-C9FB-7309-A3FCD0A5D648}"/>
          </ac:spMkLst>
        </pc:spChg>
        <pc:grpChg chg="add mod">
          <ac:chgData name="Luiz Alberto Ferreira Gomes" userId="bc531018-f902-4d26-b3af-7ca03fb059d6" providerId="ADAL" clId="{8B3C50D5-6036-44F9-AC4A-9A8B6EE54F30}" dt="2024-01-11T23:58:29.011" v="821"/>
          <ac:grpSpMkLst>
            <pc:docMk/>
            <pc:sldMk cId="2714005495" sldId="299"/>
            <ac:grpSpMk id="13" creationId="{BB3ADA37-CF66-9038-84A4-56E592B7AC12}"/>
          </ac:grpSpMkLst>
        </pc:grpChg>
        <pc:cxnChg chg="del">
          <ac:chgData name="Luiz Alberto Ferreira Gomes" userId="bc531018-f902-4d26-b3af-7ca03fb059d6" providerId="ADAL" clId="{8B3C50D5-6036-44F9-AC4A-9A8B6EE54F30}" dt="2024-01-11T23:29:22.874" v="588" actId="478"/>
          <ac:cxnSpMkLst>
            <pc:docMk/>
            <pc:sldMk cId="2714005495" sldId="299"/>
            <ac:cxnSpMk id="6" creationId="{B8E408DF-671D-EA5E-8FE4-19EEF9AC1AAF}"/>
          </ac:cxnSpMkLst>
        </pc:cxnChg>
        <pc:cxnChg chg="add del mod">
          <ac:chgData name="Luiz Alberto Ferreira Gomes" userId="bc531018-f902-4d26-b3af-7ca03fb059d6" providerId="ADAL" clId="{8B3C50D5-6036-44F9-AC4A-9A8B6EE54F30}" dt="2024-01-11T23:58:27.427" v="820" actId="478"/>
          <ac:cxnSpMkLst>
            <pc:docMk/>
            <pc:sldMk cId="2714005495" sldId="299"/>
            <ac:cxnSpMk id="8" creationId="{8CD6B37D-26EC-32B4-6CB5-AA24B7BF49F4}"/>
          </ac:cxnSpMkLst>
        </pc:cxnChg>
        <pc:cxnChg chg="add del mod">
          <ac:chgData name="Luiz Alberto Ferreira Gomes" userId="bc531018-f902-4d26-b3af-7ca03fb059d6" providerId="ADAL" clId="{8B3C50D5-6036-44F9-AC4A-9A8B6EE54F30}" dt="2024-01-11T23:58:34.196" v="822" actId="478"/>
          <ac:cxnSpMkLst>
            <pc:docMk/>
            <pc:sldMk cId="2714005495" sldId="299"/>
            <ac:cxnSpMk id="12" creationId="{5B64AE0D-1452-5477-5ABF-083A978C4A01}"/>
          </ac:cxnSpMkLst>
        </pc:cxnChg>
        <pc:cxnChg chg="mod">
          <ac:chgData name="Luiz Alberto Ferreira Gomes" userId="bc531018-f902-4d26-b3af-7ca03fb059d6" providerId="ADAL" clId="{8B3C50D5-6036-44F9-AC4A-9A8B6EE54F30}" dt="2024-01-11T23:58:29.011" v="821"/>
          <ac:cxnSpMkLst>
            <pc:docMk/>
            <pc:sldMk cId="2714005495" sldId="299"/>
            <ac:cxnSpMk id="16" creationId="{BEB000F2-4788-7DFC-E2F2-69FFE8BDCCF0}"/>
          </ac:cxnSpMkLst>
        </pc:cxnChg>
      </pc:sldChg>
      <pc:sldChg chg="delSp add del mod ord modShow">
        <pc:chgData name="Luiz Alberto Ferreira Gomes" userId="bc531018-f902-4d26-b3af-7ca03fb059d6" providerId="ADAL" clId="{8B3C50D5-6036-44F9-AC4A-9A8B6EE54F30}" dt="2024-01-12T23:40:35.231" v="2363" actId="47"/>
        <pc:sldMkLst>
          <pc:docMk/>
          <pc:sldMk cId="2616009127" sldId="300"/>
        </pc:sldMkLst>
        <pc:spChg chg="del">
          <ac:chgData name="Luiz Alberto Ferreira Gomes" userId="bc531018-f902-4d26-b3af-7ca03fb059d6" providerId="ADAL" clId="{8B3C50D5-6036-44F9-AC4A-9A8B6EE54F30}" dt="2024-01-12T17:47:11.365" v="1633" actId="478"/>
          <ac:spMkLst>
            <pc:docMk/>
            <pc:sldMk cId="2616009127" sldId="300"/>
            <ac:spMk id="8" creationId="{6E172681-429B-42F5-61FD-296A1624B114}"/>
          </ac:spMkLst>
        </pc:spChg>
      </pc:sldChg>
      <pc:sldChg chg="add del">
        <pc:chgData name="Luiz Alberto Ferreira Gomes" userId="bc531018-f902-4d26-b3af-7ca03fb059d6" providerId="ADAL" clId="{8B3C50D5-6036-44F9-AC4A-9A8B6EE54F30}" dt="2024-01-12T01:18:19.257" v="1474" actId="47"/>
        <pc:sldMkLst>
          <pc:docMk/>
          <pc:sldMk cId="2660248665" sldId="301"/>
        </pc:sldMkLst>
      </pc:sldChg>
      <pc:sldChg chg="addSp delSp modSp add del mod modNotesTx">
        <pc:chgData name="Luiz Alberto Ferreira Gomes" userId="bc531018-f902-4d26-b3af-7ca03fb059d6" providerId="ADAL" clId="{8B3C50D5-6036-44F9-AC4A-9A8B6EE54F30}" dt="2024-01-20T18:29:22.336" v="3071" actId="47"/>
        <pc:sldMkLst>
          <pc:docMk/>
          <pc:sldMk cId="3880571059" sldId="301"/>
        </pc:sldMkLst>
        <pc:spChg chg="add del mod">
          <ac:chgData name="Luiz Alberto Ferreira Gomes" userId="bc531018-f902-4d26-b3af-7ca03fb059d6" providerId="ADAL" clId="{8B3C50D5-6036-44F9-AC4A-9A8B6EE54F30}" dt="2024-01-20T18:12:03.665" v="2883" actId="478"/>
          <ac:spMkLst>
            <pc:docMk/>
            <pc:sldMk cId="3880571059" sldId="301"/>
            <ac:spMk id="6" creationId="{0C57997D-CF09-6A20-A68D-D9ACB0A3E162}"/>
          </ac:spMkLst>
        </pc:spChg>
        <pc:spChg chg="add del mod">
          <ac:chgData name="Luiz Alberto Ferreira Gomes" userId="bc531018-f902-4d26-b3af-7ca03fb059d6" providerId="ADAL" clId="{8B3C50D5-6036-44F9-AC4A-9A8B6EE54F30}" dt="2024-01-20T18:12:03.665" v="2883" actId="478"/>
          <ac:spMkLst>
            <pc:docMk/>
            <pc:sldMk cId="3880571059" sldId="301"/>
            <ac:spMk id="13" creationId="{05401FA8-718F-B703-AD10-9323C1B3641A}"/>
          </ac:spMkLst>
        </pc:spChg>
        <pc:spChg chg="add mod">
          <ac:chgData name="Luiz Alberto Ferreira Gomes" userId="bc531018-f902-4d26-b3af-7ca03fb059d6" providerId="ADAL" clId="{8B3C50D5-6036-44F9-AC4A-9A8B6EE54F30}" dt="2024-01-20T18:12:48.348" v="2892" actId="12788"/>
          <ac:spMkLst>
            <pc:docMk/>
            <pc:sldMk cId="3880571059" sldId="301"/>
            <ac:spMk id="19" creationId="{F53C2D2D-18AC-FF58-AA44-88FFC7F3DB32}"/>
          </ac:spMkLst>
        </pc:spChg>
        <pc:spChg chg="add mod">
          <ac:chgData name="Luiz Alberto Ferreira Gomes" userId="bc531018-f902-4d26-b3af-7ca03fb059d6" providerId="ADAL" clId="{8B3C50D5-6036-44F9-AC4A-9A8B6EE54F30}" dt="2024-01-20T18:12:04.679" v="2884"/>
          <ac:spMkLst>
            <pc:docMk/>
            <pc:sldMk cId="3880571059" sldId="301"/>
            <ac:spMk id="21" creationId="{1D345126-4598-B244-F051-27902F29C551}"/>
          </ac:spMkLst>
        </pc:spChg>
        <pc:spChg chg="mod">
          <ac:chgData name="Luiz Alberto Ferreira Gomes" userId="bc531018-f902-4d26-b3af-7ca03fb059d6" providerId="ADAL" clId="{8B3C50D5-6036-44F9-AC4A-9A8B6EE54F30}" dt="2024-01-20T18:01:29.518" v="2734" actId="207"/>
          <ac:spMkLst>
            <pc:docMk/>
            <pc:sldMk cId="3880571059" sldId="301"/>
            <ac:spMk id="35" creationId="{ABBA4F4E-EA83-1E03-2DFD-6B4C0BEE1743}"/>
          </ac:spMkLst>
        </pc:spChg>
        <pc:spChg chg="del mod">
          <ac:chgData name="Luiz Alberto Ferreira Gomes" userId="bc531018-f902-4d26-b3af-7ca03fb059d6" providerId="ADAL" clId="{8B3C50D5-6036-44F9-AC4A-9A8B6EE54F30}" dt="2024-01-20T17:57:55.861" v="2699" actId="478"/>
          <ac:spMkLst>
            <pc:docMk/>
            <pc:sldMk cId="3880571059" sldId="301"/>
            <ac:spMk id="37" creationId="{884913F3-A537-388B-CEB4-87B7678B7473}"/>
          </ac:spMkLst>
        </pc:spChg>
        <pc:grpChg chg="add mod">
          <ac:chgData name="Luiz Alberto Ferreira Gomes" userId="bc531018-f902-4d26-b3af-7ca03fb059d6" providerId="ADAL" clId="{8B3C50D5-6036-44F9-AC4A-9A8B6EE54F30}" dt="2024-01-20T18:13:07.652" v="2893" actId="1076"/>
          <ac:grpSpMkLst>
            <pc:docMk/>
            <pc:sldMk cId="3880571059" sldId="301"/>
            <ac:grpSpMk id="14" creationId="{A21FEBCB-34B6-FF06-4BB4-1D4C5926980F}"/>
          </ac:grpSpMkLst>
        </pc:grpChg>
        <pc:picChg chg="add del mod">
          <ac:chgData name="Luiz Alberto Ferreira Gomes" userId="bc531018-f902-4d26-b3af-7ca03fb059d6" providerId="ADAL" clId="{8B3C50D5-6036-44F9-AC4A-9A8B6EE54F30}" dt="2024-01-20T18:12:03.665" v="2883" actId="478"/>
          <ac:picMkLst>
            <pc:docMk/>
            <pc:sldMk cId="3880571059" sldId="301"/>
            <ac:picMk id="2" creationId="{A0850180-C08C-7AB0-4C65-70EACDC18F0D}"/>
          </ac:picMkLst>
        </pc:picChg>
        <pc:picChg chg="add del mod">
          <ac:chgData name="Luiz Alberto Ferreira Gomes" userId="bc531018-f902-4d26-b3af-7ca03fb059d6" providerId="ADAL" clId="{8B3C50D5-6036-44F9-AC4A-9A8B6EE54F30}" dt="2024-01-20T18:12:03.665" v="2883" actId="478"/>
          <ac:picMkLst>
            <pc:docMk/>
            <pc:sldMk cId="3880571059" sldId="301"/>
            <ac:picMk id="3" creationId="{7DBEA492-CF59-C24F-07C8-DF8B5F6A84AA}"/>
          </ac:picMkLst>
        </pc:picChg>
        <pc:picChg chg="add del mod">
          <ac:chgData name="Luiz Alberto Ferreira Gomes" userId="bc531018-f902-4d26-b3af-7ca03fb059d6" providerId="ADAL" clId="{8B3C50D5-6036-44F9-AC4A-9A8B6EE54F30}" dt="2024-01-20T18:12:03.665" v="2883" actId="478"/>
          <ac:picMkLst>
            <pc:docMk/>
            <pc:sldMk cId="3880571059" sldId="301"/>
            <ac:picMk id="4" creationId="{E21AC6F5-0D7F-2DE9-40C2-63506FA9BB52}"/>
          </ac:picMkLst>
        </pc:picChg>
        <pc:picChg chg="add del mod">
          <ac:chgData name="Luiz Alberto Ferreira Gomes" userId="bc531018-f902-4d26-b3af-7ca03fb059d6" providerId="ADAL" clId="{8B3C50D5-6036-44F9-AC4A-9A8B6EE54F30}" dt="2024-01-20T18:12:03.665" v="2883" actId="478"/>
          <ac:picMkLst>
            <pc:docMk/>
            <pc:sldMk cId="3880571059" sldId="301"/>
            <ac:picMk id="5" creationId="{E1E09A0F-53EB-9F1F-E6CD-1918C55A3467}"/>
          </ac:picMkLst>
        </pc:picChg>
        <pc:picChg chg="add del mod">
          <ac:chgData name="Luiz Alberto Ferreira Gomes" userId="bc531018-f902-4d26-b3af-7ca03fb059d6" providerId="ADAL" clId="{8B3C50D5-6036-44F9-AC4A-9A8B6EE54F30}" dt="2024-01-20T18:01:44.758" v="2738" actId="478"/>
          <ac:picMkLst>
            <pc:docMk/>
            <pc:sldMk cId="3880571059" sldId="301"/>
            <ac:picMk id="8" creationId="{6F379619-9D27-3D6A-C3A7-3042B623D710}"/>
          </ac:picMkLst>
        </pc:picChg>
        <pc:picChg chg="add del mod">
          <ac:chgData name="Luiz Alberto Ferreira Gomes" userId="bc531018-f902-4d26-b3af-7ca03fb059d6" providerId="ADAL" clId="{8B3C50D5-6036-44F9-AC4A-9A8B6EE54F30}" dt="2024-01-20T18:03:11.912" v="2791" actId="478"/>
          <ac:picMkLst>
            <pc:docMk/>
            <pc:sldMk cId="3880571059" sldId="301"/>
            <ac:picMk id="9" creationId="{6CC5904B-5D4E-EDC7-F1E7-8AC5CE3CFF49}"/>
          </ac:picMkLst>
        </pc:picChg>
        <pc:picChg chg="add del mod">
          <ac:chgData name="Luiz Alberto Ferreira Gomes" userId="bc531018-f902-4d26-b3af-7ca03fb059d6" providerId="ADAL" clId="{8B3C50D5-6036-44F9-AC4A-9A8B6EE54F30}" dt="2024-01-20T18:03:13.889" v="2792" actId="478"/>
          <ac:picMkLst>
            <pc:docMk/>
            <pc:sldMk cId="3880571059" sldId="301"/>
            <ac:picMk id="10" creationId="{4F450856-AE4F-8CC1-C23F-F23E6537B07A}"/>
          </ac:picMkLst>
        </pc:picChg>
        <pc:picChg chg="add del mod">
          <ac:chgData name="Luiz Alberto Ferreira Gomes" userId="bc531018-f902-4d26-b3af-7ca03fb059d6" providerId="ADAL" clId="{8B3C50D5-6036-44F9-AC4A-9A8B6EE54F30}" dt="2024-01-20T18:03:10.016" v="2790" actId="478"/>
          <ac:picMkLst>
            <pc:docMk/>
            <pc:sldMk cId="3880571059" sldId="301"/>
            <ac:picMk id="11" creationId="{52757E67-36BF-2468-0CCE-B5ABB6851E96}"/>
          </ac:picMkLst>
        </pc:picChg>
        <pc:picChg chg="add del mod">
          <ac:chgData name="Luiz Alberto Ferreira Gomes" userId="bc531018-f902-4d26-b3af-7ca03fb059d6" providerId="ADAL" clId="{8B3C50D5-6036-44F9-AC4A-9A8B6EE54F30}" dt="2024-01-20T18:12:03.665" v="2883" actId="478"/>
          <ac:picMkLst>
            <pc:docMk/>
            <pc:sldMk cId="3880571059" sldId="301"/>
            <ac:picMk id="12" creationId="{88A62A25-74B0-2530-708A-C29C63FAB20E}"/>
          </ac:picMkLst>
        </pc:picChg>
        <pc:picChg chg="mod">
          <ac:chgData name="Luiz Alberto Ferreira Gomes" userId="bc531018-f902-4d26-b3af-7ca03fb059d6" providerId="ADAL" clId="{8B3C50D5-6036-44F9-AC4A-9A8B6EE54F30}" dt="2024-01-20T18:12:04.679" v="2884"/>
          <ac:picMkLst>
            <pc:docMk/>
            <pc:sldMk cId="3880571059" sldId="301"/>
            <ac:picMk id="15" creationId="{05D2B45C-F37F-507D-CECE-B64223FF1978}"/>
          </ac:picMkLst>
        </pc:picChg>
        <pc:picChg chg="mod">
          <ac:chgData name="Luiz Alberto Ferreira Gomes" userId="bc531018-f902-4d26-b3af-7ca03fb059d6" providerId="ADAL" clId="{8B3C50D5-6036-44F9-AC4A-9A8B6EE54F30}" dt="2024-01-20T18:12:04.679" v="2884"/>
          <ac:picMkLst>
            <pc:docMk/>
            <pc:sldMk cId="3880571059" sldId="301"/>
            <ac:picMk id="16" creationId="{55EB4BC2-9E27-51E3-09B8-9891520C43F1}"/>
          </ac:picMkLst>
        </pc:picChg>
        <pc:picChg chg="mod">
          <ac:chgData name="Luiz Alberto Ferreira Gomes" userId="bc531018-f902-4d26-b3af-7ca03fb059d6" providerId="ADAL" clId="{8B3C50D5-6036-44F9-AC4A-9A8B6EE54F30}" dt="2024-01-20T18:12:04.679" v="2884"/>
          <ac:picMkLst>
            <pc:docMk/>
            <pc:sldMk cId="3880571059" sldId="301"/>
            <ac:picMk id="17" creationId="{B1477B07-D343-9C03-65EE-2C42149C934B}"/>
          </ac:picMkLst>
        </pc:picChg>
        <pc:picChg chg="mod">
          <ac:chgData name="Luiz Alberto Ferreira Gomes" userId="bc531018-f902-4d26-b3af-7ca03fb059d6" providerId="ADAL" clId="{8B3C50D5-6036-44F9-AC4A-9A8B6EE54F30}" dt="2024-01-20T18:12:04.679" v="2884"/>
          <ac:picMkLst>
            <pc:docMk/>
            <pc:sldMk cId="3880571059" sldId="301"/>
            <ac:picMk id="18" creationId="{E2E97F9B-A653-E49B-CB1E-C1ACF7909106}"/>
          </ac:picMkLst>
        </pc:picChg>
        <pc:picChg chg="add mod">
          <ac:chgData name="Luiz Alberto Ferreira Gomes" userId="bc531018-f902-4d26-b3af-7ca03fb059d6" providerId="ADAL" clId="{8B3C50D5-6036-44F9-AC4A-9A8B6EE54F30}" dt="2024-01-20T18:12:04.679" v="2884"/>
          <ac:picMkLst>
            <pc:docMk/>
            <pc:sldMk cId="3880571059" sldId="301"/>
            <ac:picMk id="20" creationId="{5E7BC9B0-DE67-FDF5-F835-FFCB0FD36A7F}"/>
          </ac:picMkLst>
        </pc:picChg>
        <pc:picChg chg="del mod modCrop">
          <ac:chgData name="Luiz Alberto Ferreira Gomes" userId="bc531018-f902-4d26-b3af-7ca03fb059d6" providerId="ADAL" clId="{8B3C50D5-6036-44F9-AC4A-9A8B6EE54F30}" dt="2024-01-20T17:57:57.425" v="2700" actId="478"/>
          <ac:picMkLst>
            <pc:docMk/>
            <pc:sldMk cId="3880571059" sldId="301"/>
            <ac:picMk id="39" creationId="{B634D308-771E-41D7-0CF5-A9B1CBAB8EEF}"/>
          </ac:picMkLst>
        </pc:picChg>
        <pc:picChg chg="add mod">
          <ac:chgData name="Luiz Alberto Ferreira Gomes" userId="bc531018-f902-4d26-b3af-7ca03fb059d6" providerId="ADAL" clId="{8B3C50D5-6036-44F9-AC4A-9A8B6EE54F30}" dt="2024-01-20T18:15:54.772" v="2897" actId="1076"/>
          <ac:picMkLst>
            <pc:docMk/>
            <pc:sldMk cId="3880571059" sldId="301"/>
            <ac:picMk id="1026" creationId="{E443DBD7-E5BF-C56D-E7BF-BA1FDF5B0C25}"/>
          </ac:picMkLst>
        </pc:picChg>
        <pc:picChg chg="add">
          <ac:chgData name="Luiz Alberto Ferreira Gomes" userId="bc531018-f902-4d26-b3af-7ca03fb059d6" providerId="ADAL" clId="{8B3C50D5-6036-44F9-AC4A-9A8B6EE54F30}" dt="2024-01-20T18:15:56.412" v="2898"/>
          <ac:picMkLst>
            <pc:docMk/>
            <pc:sldMk cId="3880571059" sldId="301"/>
            <ac:picMk id="1028" creationId="{ACD0278D-EBAC-5D14-A234-042643912A35}"/>
          </ac:picMkLst>
        </pc:picChg>
        <pc:cxnChg chg="add mod">
          <ac:chgData name="Luiz Alberto Ferreira Gomes" userId="bc531018-f902-4d26-b3af-7ca03fb059d6" providerId="ADAL" clId="{8B3C50D5-6036-44F9-AC4A-9A8B6EE54F30}" dt="2024-01-20T18:12:48.348" v="2892" actId="12788"/>
          <ac:cxnSpMkLst>
            <pc:docMk/>
            <pc:sldMk cId="3880571059" sldId="301"/>
            <ac:cxnSpMk id="22" creationId="{6D58A3EE-6D02-D405-DB78-8CCF9722F06F}"/>
          </ac:cxnSpMkLst>
        </pc:cxnChg>
      </pc:sldChg>
      <pc:sldChg chg="addSp delSp modSp add del mod modShow modNotesTx">
        <pc:chgData name="Luiz Alberto Ferreira Gomes" userId="bc531018-f902-4d26-b3af-7ca03fb059d6" providerId="ADAL" clId="{8B3C50D5-6036-44F9-AC4A-9A8B6EE54F30}" dt="2024-01-12T17:46:59.015" v="1632" actId="2696"/>
        <pc:sldMkLst>
          <pc:docMk/>
          <pc:sldMk cId="2236911449" sldId="302"/>
        </pc:sldMkLst>
        <pc:spChg chg="mod">
          <ac:chgData name="Luiz Alberto Ferreira Gomes" userId="bc531018-f902-4d26-b3af-7ca03fb059d6" providerId="ADAL" clId="{8B3C50D5-6036-44F9-AC4A-9A8B6EE54F30}" dt="2024-01-12T01:38:53.053" v="1564" actId="1076"/>
          <ac:spMkLst>
            <pc:docMk/>
            <pc:sldMk cId="2236911449" sldId="302"/>
            <ac:spMk id="3" creationId="{59CFEB2C-7A8F-7D9F-7EB8-E2138A8BBF38}"/>
          </ac:spMkLst>
        </pc:spChg>
        <pc:spChg chg="mod">
          <ac:chgData name="Luiz Alberto Ferreira Gomes" userId="bc531018-f902-4d26-b3af-7ca03fb059d6" providerId="ADAL" clId="{8B3C50D5-6036-44F9-AC4A-9A8B6EE54F30}" dt="2024-01-12T01:21:54.909" v="1524"/>
          <ac:spMkLst>
            <pc:docMk/>
            <pc:sldMk cId="2236911449" sldId="302"/>
            <ac:spMk id="4" creationId="{B9C08036-6F20-A507-9A41-BF33864C5A23}"/>
          </ac:spMkLst>
        </pc:spChg>
        <pc:spChg chg="mod">
          <ac:chgData name="Luiz Alberto Ferreira Gomes" userId="bc531018-f902-4d26-b3af-7ca03fb059d6" providerId="ADAL" clId="{8B3C50D5-6036-44F9-AC4A-9A8B6EE54F30}" dt="2024-01-12T01:35:28.952" v="1534" actId="14100"/>
          <ac:spMkLst>
            <pc:docMk/>
            <pc:sldMk cId="2236911449" sldId="302"/>
            <ac:spMk id="5" creationId="{FDF7EDA3-F448-3902-F083-6112AFA3D59F}"/>
          </ac:spMkLst>
        </pc:spChg>
        <pc:spChg chg="mod">
          <ac:chgData name="Luiz Alberto Ferreira Gomes" userId="bc531018-f902-4d26-b3af-7ca03fb059d6" providerId="ADAL" clId="{8B3C50D5-6036-44F9-AC4A-9A8B6EE54F30}" dt="2024-01-12T01:21:54.909" v="1524"/>
          <ac:spMkLst>
            <pc:docMk/>
            <pc:sldMk cId="2236911449" sldId="302"/>
            <ac:spMk id="8" creationId="{1700D119-86BA-0421-1EC7-AD6D570FFA63}"/>
          </ac:spMkLst>
        </pc:spChg>
        <pc:spChg chg="mod">
          <ac:chgData name="Luiz Alberto Ferreira Gomes" userId="bc531018-f902-4d26-b3af-7ca03fb059d6" providerId="ADAL" clId="{8B3C50D5-6036-44F9-AC4A-9A8B6EE54F30}" dt="2024-01-12T01:21:54.909" v="1524"/>
          <ac:spMkLst>
            <pc:docMk/>
            <pc:sldMk cId="2236911449" sldId="302"/>
            <ac:spMk id="9" creationId="{37992F74-26FA-41FA-6B14-05F06570E4C3}"/>
          </ac:spMkLst>
        </pc:spChg>
        <pc:spChg chg="mod">
          <ac:chgData name="Luiz Alberto Ferreira Gomes" userId="bc531018-f902-4d26-b3af-7ca03fb059d6" providerId="ADAL" clId="{8B3C50D5-6036-44F9-AC4A-9A8B6EE54F30}" dt="2024-01-12T01:21:54.909" v="1524"/>
          <ac:spMkLst>
            <pc:docMk/>
            <pc:sldMk cId="2236911449" sldId="302"/>
            <ac:spMk id="10" creationId="{5D962A59-112D-DBF6-983B-45EEEE805B30}"/>
          </ac:spMkLst>
        </pc:spChg>
        <pc:spChg chg="mod">
          <ac:chgData name="Luiz Alberto Ferreira Gomes" userId="bc531018-f902-4d26-b3af-7ca03fb059d6" providerId="ADAL" clId="{8B3C50D5-6036-44F9-AC4A-9A8B6EE54F30}" dt="2024-01-12T01:21:54.909" v="1524"/>
          <ac:spMkLst>
            <pc:docMk/>
            <pc:sldMk cId="2236911449" sldId="302"/>
            <ac:spMk id="11" creationId="{FF044A82-F65F-90A8-228E-18BD6A3A6C8D}"/>
          </ac:spMkLst>
        </pc:spChg>
        <pc:spChg chg="del mod">
          <ac:chgData name="Luiz Alberto Ferreira Gomes" userId="bc531018-f902-4d26-b3af-7ca03fb059d6" providerId="ADAL" clId="{8B3C50D5-6036-44F9-AC4A-9A8B6EE54F30}" dt="2024-01-12T01:20:32.337" v="1513" actId="478"/>
          <ac:spMkLst>
            <pc:docMk/>
            <pc:sldMk cId="2236911449" sldId="302"/>
            <ac:spMk id="13" creationId="{F323318D-F68E-C036-EE20-27A9BAAF15D9}"/>
          </ac:spMkLst>
        </pc:spChg>
        <pc:grpChg chg="add mod">
          <ac:chgData name="Luiz Alberto Ferreira Gomes" userId="bc531018-f902-4d26-b3af-7ca03fb059d6" providerId="ADAL" clId="{8B3C50D5-6036-44F9-AC4A-9A8B6EE54F30}" dt="2024-01-12T01:36:04.823" v="1539" actId="1076"/>
          <ac:grpSpMkLst>
            <pc:docMk/>
            <pc:sldMk cId="2236911449" sldId="302"/>
            <ac:grpSpMk id="2" creationId="{ABC60E68-7495-3F46-4DF1-A296772E2B84}"/>
          </ac:grpSpMkLst>
        </pc:grpChg>
        <pc:grpChg chg="del mod">
          <ac:chgData name="Luiz Alberto Ferreira Gomes" userId="bc531018-f902-4d26-b3af-7ca03fb059d6" providerId="ADAL" clId="{8B3C50D5-6036-44F9-AC4A-9A8B6EE54F30}" dt="2024-01-12T01:21:45.174" v="1523" actId="478"/>
          <ac:grpSpMkLst>
            <pc:docMk/>
            <pc:sldMk cId="2236911449" sldId="302"/>
            <ac:grpSpMk id="6" creationId="{3C1BD4C6-BE4E-3180-1DE3-56962A5EC851}"/>
          </ac:grpSpMkLst>
        </pc:grpChg>
        <pc:picChg chg="mod">
          <ac:chgData name="Luiz Alberto Ferreira Gomes" userId="bc531018-f902-4d26-b3af-7ca03fb059d6" providerId="ADAL" clId="{8B3C50D5-6036-44F9-AC4A-9A8B6EE54F30}" dt="2024-01-12T01:37:33.972" v="1540" actId="14826"/>
          <ac:picMkLst>
            <pc:docMk/>
            <pc:sldMk cId="2236911449" sldId="302"/>
            <ac:picMk id="2050" creationId="{9663DE7D-04A6-E296-EB7F-19EAAA21FC29}"/>
          </ac:picMkLst>
        </pc:picChg>
      </pc:sldChg>
      <pc:sldChg chg="addSp delSp modSp add mod modNotesTx">
        <pc:chgData name="Luiz Alberto Ferreira Gomes" userId="bc531018-f902-4d26-b3af-7ca03fb059d6" providerId="ADAL" clId="{8B3C50D5-6036-44F9-AC4A-9A8B6EE54F30}" dt="2024-01-20T18:08:03.052" v="2848" actId="20577"/>
        <pc:sldMkLst>
          <pc:docMk/>
          <pc:sldMk cId="2528153229" sldId="302"/>
        </pc:sldMkLst>
        <pc:spChg chg="mod">
          <ac:chgData name="Luiz Alberto Ferreira Gomes" userId="bc531018-f902-4d26-b3af-7ca03fb059d6" providerId="ADAL" clId="{8B3C50D5-6036-44F9-AC4A-9A8B6EE54F30}" dt="2024-01-12T22:44:00.925" v="1977" actId="14100"/>
          <ac:spMkLst>
            <pc:docMk/>
            <pc:sldMk cId="2528153229" sldId="302"/>
            <ac:spMk id="2" creationId="{E18EC8FC-D73F-E268-1FFD-74F7EF5B3BA5}"/>
          </ac:spMkLst>
        </pc:spChg>
        <pc:spChg chg="mod">
          <ac:chgData name="Luiz Alberto Ferreira Gomes" userId="bc531018-f902-4d26-b3af-7ca03fb059d6" providerId="ADAL" clId="{8B3C50D5-6036-44F9-AC4A-9A8B6EE54F30}" dt="2024-01-20T18:06:22.840" v="2834" actId="207"/>
          <ac:spMkLst>
            <pc:docMk/>
            <pc:sldMk cId="2528153229" sldId="302"/>
            <ac:spMk id="4" creationId="{736AAA16-0567-B0F4-0CE3-98BCB94EF8D4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5" creationId="{764A677A-27CE-3718-ECC9-68D7BE20EAE2}"/>
          </ac:spMkLst>
        </pc:spChg>
        <pc:spChg chg="add del">
          <ac:chgData name="Luiz Alberto Ferreira Gomes" userId="bc531018-f902-4d26-b3af-7ca03fb059d6" providerId="ADAL" clId="{8B3C50D5-6036-44F9-AC4A-9A8B6EE54F30}" dt="2024-01-12T22:46:33.909" v="1995" actId="11529"/>
          <ac:spMkLst>
            <pc:docMk/>
            <pc:sldMk cId="2528153229" sldId="302"/>
            <ac:spMk id="6" creationId="{43D3860F-DBB8-9993-4AAE-23C2A3FE91FA}"/>
          </ac:spMkLst>
        </pc:spChg>
        <pc:spChg chg="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7" creationId="{7731224B-34CE-96E3-3D42-DA3F42E5AD8F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8" creationId="{22B937AD-2BEF-478E-480F-6ECB2F01EE1C}"/>
          </ac:spMkLst>
        </pc:spChg>
        <pc:spChg chg="add del mod ord">
          <ac:chgData name="Luiz Alberto Ferreira Gomes" userId="bc531018-f902-4d26-b3af-7ca03fb059d6" providerId="ADAL" clId="{8B3C50D5-6036-44F9-AC4A-9A8B6EE54F30}" dt="2024-01-12T22:51:20.113" v="2027"/>
          <ac:spMkLst>
            <pc:docMk/>
            <pc:sldMk cId="2528153229" sldId="302"/>
            <ac:spMk id="8" creationId="{FAB5452F-BD31-36DA-F8D0-DC4E26C14A11}"/>
          </ac:spMkLst>
        </pc:spChg>
        <pc:spChg chg="mod">
          <ac:chgData name="Luiz Alberto Ferreira Gomes" userId="bc531018-f902-4d26-b3af-7ca03fb059d6" providerId="ADAL" clId="{8B3C50D5-6036-44F9-AC4A-9A8B6EE54F30}" dt="2024-01-12T22:48:44.934" v="2006"/>
          <ac:spMkLst>
            <pc:docMk/>
            <pc:sldMk cId="2528153229" sldId="302"/>
            <ac:spMk id="9" creationId="{9A551D6F-B6F9-136F-2591-C493E3F8DFD4}"/>
          </ac:spMkLst>
        </pc:spChg>
        <pc:spChg chg="mod">
          <ac:chgData name="Luiz Alberto Ferreira Gomes" userId="bc531018-f902-4d26-b3af-7ca03fb059d6" providerId="ADAL" clId="{8B3C50D5-6036-44F9-AC4A-9A8B6EE54F30}" dt="2024-01-12T22:48:44.934" v="2006"/>
          <ac:spMkLst>
            <pc:docMk/>
            <pc:sldMk cId="2528153229" sldId="302"/>
            <ac:spMk id="10" creationId="{E640858D-73DF-4BD7-7C96-F4CCBE56C76C}"/>
          </ac:spMkLst>
        </pc:spChg>
        <pc:spChg chg="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11" creationId="{C66FE6D3-08DC-E893-0242-9A4F71A85DF8}"/>
          </ac:spMkLst>
        </pc:spChg>
        <pc:spChg chg="add del mod">
          <ac:chgData name="Luiz Alberto Ferreira Gomes" userId="bc531018-f902-4d26-b3af-7ca03fb059d6" providerId="ADAL" clId="{8B3C50D5-6036-44F9-AC4A-9A8B6EE54F30}" dt="2024-01-12T22:48:44.934" v="2006"/>
          <ac:spMkLst>
            <pc:docMk/>
            <pc:sldMk cId="2528153229" sldId="302"/>
            <ac:spMk id="12" creationId="{6B2E1D51-B9D4-915E-BF6F-BA30017529EA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19" creationId="{F7C93D8E-F405-8464-3F20-2B92509A7D4F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20" creationId="{2CDD82FF-4FD0-6298-913C-0021EB9389E8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21" creationId="{051F8ECA-EB9E-52F1-14AD-DC59076116D4}"/>
          </ac:spMkLst>
        </pc:spChg>
        <pc:spChg chg="add del mod ord">
          <ac:chgData name="Luiz Alberto Ferreira Gomes" userId="bc531018-f902-4d26-b3af-7ca03fb059d6" providerId="ADAL" clId="{8B3C50D5-6036-44F9-AC4A-9A8B6EE54F30}" dt="2024-01-12T22:51:20.113" v="2027"/>
          <ac:spMkLst>
            <pc:docMk/>
            <pc:sldMk cId="2528153229" sldId="302"/>
            <ac:spMk id="21" creationId="{98019036-2B71-DA9D-E9AA-CD284B8A2636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22" creationId="{90F1FBDB-6AFE-5DA3-11CD-3671B7222FDA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23" creationId="{3A0C7678-6FFC-0BDB-E1D6-57E45ED0B93C}"/>
          </ac:spMkLst>
        </pc:spChg>
        <pc:spChg chg="add mod topLvl">
          <ac:chgData name="Luiz Alberto Ferreira Gomes" userId="bc531018-f902-4d26-b3af-7ca03fb059d6" providerId="ADAL" clId="{8B3C50D5-6036-44F9-AC4A-9A8B6EE54F30}" dt="2024-01-12T23:38:07.417" v="2321" actId="165"/>
          <ac:spMkLst>
            <pc:docMk/>
            <pc:sldMk cId="2528153229" sldId="302"/>
            <ac:spMk id="25" creationId="{3A72C66B-D038-DBB7-A83C-889932C5AB18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25" creationId="{BABEB477-7495-DA1F-0EA3-B5ED525ED715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26" creationId="{3640FF1C-89F9-BEA6-C55C-24832AF9A026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29" creationId="{6C2B5B8B-EDF7-0748-76FA-56D9922A5636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30" creationId="{64150D29-4251-C95D-A4F2-F626282E2B4C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31" creationId="{48C25282-6ADE-F0F8-E27E-59276DEA479A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33" creationId="{53FEB828-249E-E52A-0408-D7845506743F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34" creationId="{421A1FC1-2311-806D-1234-BA4172C5A303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35" creationId="{84D61A63-468B-66E7-F377-C44BBB0AC05F}"/>
          </ac:spMkLst>
        </pc:spChg>
        <pc:spChg chg="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36" creationId="{F408AF6E-D8A5-C9FB-7309-A3FCD0A5D648}"/>
          </ac:spMkLst>
        </pc:spChg>
        <pc:spChg chg="add mod topLvl">
          <ac:chgData name="Luiz Alberto Ferreira Gomes" userId="bc531018-f902-4d26-b3af-7ca03fb059d6" providerId="ADAL" clId="{8B3C50D5-6036-44F9-AC4A-9A8B6EE54F30}" dt="2024-01-20T18:06:28.058" v="2835" actId="207"/>
          <ac:spMkLst>
            <pc:docMk/>
            <pc:sldMk cId="2528153229" sldId="302"/>
            <ac:spMk id="37" creationId="{3F485089-46C7-15FB-50AA-310898286F7D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37" creationId="{A878A16D-FFAF-D7A0-4049-89A5F4D6E78D}"/>
          </ac:spMkLst>
        </pc:spChg>
        <pc:spChg chg="add del mod">
          <ac:chgData name="Luiz Alberto Ferreira Gomes" userId="bc531018-f902-4d26-b3af-7ca03fb059d6" providerId="ADAL" clId="{8B3C50D5-6036-44F9-AC4A-9A8B6EE54F30}" dt="2024-01-12T23:00:08.299" v="2103" actId="478"/>
          <ac:spMkLst>
            <pc:docMk/>
            <pc:sldMk cId="2528153229" sldId="302"/>
            <ac:spMk id="38" creationId="{280CDC67-8800-33C4-EBE3-1E85A009042D}"/>
          </ac:spMkLst>
        </pc:spChg>
        <pc:spChg chg="del mod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38" creationId="{E60ECC63-6F9B-0602-FF5D-DD22C386AA48}"/>
          </ac:spMkLst>
        </pc:spChg>
        <pc:spChg chg="add del mod">
          <ac:chgData name="Luiz Alberto Ferreira Gomes" userId="bc531018-f902-4d26-b3af-7ca03fb059d6" providerId="ADAL" clId="{8B3C50D5-6036-44F9-AC4A-9A8B6EE54F30}" dt="2024-01-12T22:43:37.864" v="1971" actId="478"/>
          <ac:spMkLst>
            <pc:docMk/>
            <pc:sldMk cId="2528153229" sldId="302"/>
            <ac:spMk id="40" creationId="{E9EADE17-35E7-EC7A-7B9F-9E502F8F85E5}"/>
          </ac:spMkLst>
        </pc:spChg>
        <pc:spChg chg="add del mod">
          <ac:chgData name="Luiz Alberto Ferreira Gomes" userId="bc531018-f902-4d26-b3af-7ca03fb059d6" providerId="ADAL" clId="{8B3C50D5-6036-44F9-AC4A-9A8B6EE54F30}" dt="2024-01-12T23:00:08.299" v="2103" actId="478"/>
          <ac:spMkLst>
            <pc:docMk/>
            <pc:sldMk cId="2528153229" sldId="302"/>
            <ac:spMk id="41" creationId="{127E71D3-5E5B-4130-EBBA-F071B1C83E15}"/>
          </ac:spMkLst>
        </pc:spChg>
        <pc:spChg chg="del">
          <ac:chgData name="Luiz Alberto Ferreira Gomes" userId="bc531018-f902-4d26-b3af-7ca03fb059d6" providerId="ADAL" clId="{8B3C50D5-6036-44F9-AC4A-9A8B6EE54F30}" dt="2024-01-12T18:16:16.448" v="1747" actId="478"/>
          <ac:spMkLst>
            <pc:docMk/>
            <pc:sldMk cId="2528153229" sldId="302"/>
            <ac:spMk id="41" creationId="{A49C47BA-C9B7-CA7E-E618-F8A56ED813C2}"/>
          </ac:spMkLst>
        </pc:spChg>
        <pc:spChg chg="del">
          <ac:chgData name="Luiz Alberto Ferreira Gomes" userId="bc531018-f902-4d26-b3af-7ca03fb059d6" providerId="ADAL" clId="{8B3C50D5-6036-44F9-AC4A-9A8B6EE54F30}" dt="2024-01-12T18:16:21.479" v="1748" actId="478"/>
          <ac:spMkLst>
            <pc:docMk/>
            <pc:sldMk cId="2528153229" sldId="302"/>
            <ac:spMk id="42" creationId="{56FBD1D9-3924-D3C5-F3D6-12A1212AB8C6}"/>
          </ac:spMkLst>
        </pc:spChg>
        <pc:spChg chg="add del mod">
          <ac:chgData name="Luiz Alberto Ferreira Gomes" userId="bc531018-f902-4d26-b3af-7ca03fb059d6" providerId="ADAL" clId="{8B3C50D5-6036-44F9-AC4A-9A8B6EE54F30}" dt="2024-01-12T23:00:08.299" v="2103" actId="478"/>
          <ac:spMkLst>
            <pc:docMk/>
            <pc:sldMk cId="2528153229" sldId="302"/>
            <ac:spMk id="42" creationId="{B78A48DC-A79F-466B-6509-8551EB507C68}"/>
          </ac:spMkLst>
        </pc:spChg>
        <pc:spChg chg="add del mod">
          <ac:chgData name="Luiz Alberto Ferreira Gomes" userId="bc531018-f902-4d26-b3af-7ca03fb059d6" providerId="ADAL" clId="{8B3C50D5-6036-44F9-AC4A-9A8B6EE54F30}" dt="2024-01-12T23:00:08.299" v="2103" actId="478"/>
          <ac:spMkLst>
            <pc:docMk/>
            <pc:sldMk cId="2528153229" sldId="302"/>
            <ac:spMk id="43" creationId="{C0728958-39F7-3F6C-5096-7BB5C7DC7B03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45" creationId="{386B7490-B234-68D0-CA3F-5635FA005343}"/>
          </ac:spMkLst>
        </pc:spChg>
        <pc:spChg chg="mod">
          <ac:chgData name="Luiz Alberto Ferreira Gomes" userId="bc531018-f902-4d26-b3af-7ca03fb059d6" providerId="ADAL" clId="{8B3C50D5-6036-44F9-AC4A-9A8B6EE54F30}" dt="2024-01-12T23:01:23.270" v="2135" actId="14100"/>
          <ac:spMkLst>
            <pc:docMk/>
            <pc:sldMk cId="2528153229" sldId="302"/>
            <ac:spMk id="46" creationId="{4A273897-9558-D28A-23F4-052F359C961D}"/>
          </ac:spMkLst>
        </pc:spChg>
        <pc:spChg chg="del">
          <ac:chgData name="Luiz Alberto Ferreira Gomes" userId="bc531018-f902-4d26-b3af-7ca03fb059d6" providerId="ADAL" clId="{8B3C50D5-6036-44F9-AC4A-9A8B6EE54F30}" dt="2024-01-12T18:16:25.230" v="1749" actId="478"/>
          <ac:spMkLst>
            <pc:docMk/>
            <pc:sldMk cId="2528153229" sldId="302"/>
            <ac:spMk id="46" creationId="{E00C80D0-72EC-1A94-6CBB-77A13AC97D71}"/>
          </ac:spMkLst>
        </pc:spChg>
        <pc:spChg chg="mod">
          <ac:chgData name="Luiz Alberto Ferreira Gomes" userId="bc531018-f902-4d26-b3af-7ca03fb059d6" providerId="ADAL" clId="{8B3C50D5-6036-44F9-AC4A-9A8B6EE54F30}" dt="2024-01-12T23:01:27.670" v="2136" actId="14100"/>
          <ac:spMkLst>
            <pc:docMk/>
            <pc:sldMk cId="2528153229" sldId="302"/>
            <ac:spMk id="47" creationId="{AE803ED9-8075-1651-5805-77EEB6385897}"/>
          </ac:spMkLst>
        </pc:spChg>
        <pc:spChg chg="mod">
          <ac:chgData name="Luiz Alberto Ferreira Gomes" userId="bc531018-f902-4d26-b3af-7ca03fb059d6" providerId="ADAL" clId="{8B3C50D5-6036-44F9-AC4A-9A8B6EE54F30}" dt="2024-01-12T23:00:24.557" v="2106"/>
          <ac:spMkLst>
            <pc:docMk/>
            <pc:sldMk cId="2528153229" sldId="302"/>
            <ac:spMk id="50" creationId="{2EC7CC5D-2106-3BBD-7723-96D630195625}"/>
          </ac:spMkLst>
        </pc:spChg>
        <pc:spChg chg="mod">
          <ac:chgData name="Luiz Alberto Ferreira Gomes" userId="bc531018-f902-4d26-b3af-7ca03fb059d6" providerId="ADAL" clId="{8B3C50D5-6036-44F9-AC4A-9A8B6EE54F30}" dt="2024-01-12T23:00:24.557" v="2106"/>
          <ac:spMkLst>
            <pc:docMk/>
            <pc:sldMk cId="2528153229" sldId="302"/>
            <ac:spMk id="51" creationId="{EFF4167C-3EF3-E639-80EA-A3F7AD56017B}"/>
          </ac:spMkLst>
        </pc:spChg>
        <pc:spChg chg="mod">
          <ac:chgData name="Luiz Alberto Ferreira Gomes" userId="bc531018-f902-4d26-b3af-7ca03fb059d6" providerId="ADAL" clId="{8B3C50D5-6036-44F9-AC4A-9A8B6EE54F30}" dt="2024-01-12T23:01:04.430" v="2113" actId="207"/>
          <ac:spMkLst>
            <pc:docMk/>
            <pc:sldMk cId="2528153229" sldId="302"/>
            <ac:spMk id="53" creationId="{7ACCB496-670D-666A-E612-B3402427F1A9}"/>
          </ac:spMkLst>
        </pc:spChg>
        <pc:spChg chg="mod">
          <ac:chgData name="Luiz Alberto Ferreira Gomes" userId="bc531018-f902-4d26-b3af-7ca03fb059d6" providerId="ADAL" clId="{8B3C50D5-6036-44F9-AC4A-9A8B6EE54F30}" dt="2024-01-12T23:00:32.901" v="2108"/>
          <ac:spMkLst>
            <pc:docMk/>
            <pc:sldMk cId="2528153229" sldId="302"/>
            <ac:spMk id="54" creationId="{35631C17-E16E-EA3D-126F-3DC1E2B6501C}"/>
          </ac:spMkLst>
        </pc:spChg>
        <pc:spChg chg="mod topLvl">
          <ac:chgData name="Luiz Alberto Ferreira Gomes" userId="bc531018-f902-4d26-b3af-7ca03fb059d6" providerId="ADAL" clId="{8B3C50D5-6036-44F9-AC4A-9A8B6EE54F30}" dt="2024-01-20T18:06:31.482" v="2836" actId="207"/>
          <ac:spMkLst>
            <pc:docMk/>
            <pc:sldMk cId="2528153229" sldId="302"/>
            <ac:spMk id="56" creationId="{46406A5A-9FD5-10A4-EF56-3C4B2B80523F}"/>
          </ac:spMkLst>
        </pc:spChg>
        <pc:spChg chg="mod topLvl">
          <ac:chgData name="Luiz Alberto Ferreira Gomes" userId="bc531018-f902-4d26-b3af-7ca03fb059d6" providerId="ADAL" clId="{8B3C50D5-6036-44F9-AC4A-9A8B6EE54F30}" dt="2024-01-20T18:06:35.161" v="2837" actId="207"/>
          <ac:spMkLst>
            <pc:docMk/>
            <pc:sldMk cId="2528153229" sldId="302"/>
            <ac:spMk id="57" creationId="{D2666852-5B4D-A5D0-E033-B8B1CB872A7F}"/>
          </ac:spMkLst>
        </pc:spChg>
        <pc:spChg chg="mod topLvl">
          <ac:chgData name="Luiz Alberto Ferreira Gomes" userId="bc531018-f902-4d26-b3af-7ca03fb059d6" providerId="ADAL" clId="{8B3C50D5-6036-44F9-AC4A-9A8B6EE54F30}" dt="2024-01-12T23:38:21.263" v="2323" actId="165"/>
          <ac:spMkLst>
            <pc:docMk/>
            <pc:sldMk cId="2528153229" sldId="302"/>
            <ac:spMk id="59" creationId="{A9549CC8-41C5-CCA7-4308-5B0D8F55CAF8}"/>
          </ac:spMkLst>
        </pc:spChg>
        <pc:spChg chg="mod topLvl">
          <ac:chgData name="Luiz Alberto Ferreira Gomes" userId="bc531018-f902-4d26-b3af-7ca03fb059d6" providerId="ADAL" clId="{8B3C50D5-6036-44F9-AC4A-9A8B6EE54F30}" dt="2024-01-20T18:06:40.223" v="2838" actId="207"/>
          <ac:spMkLst>
            <pc:docMk/>
            <pc:sldMk cId="2528153229" sldId="302"/>
            <ac:spMk id="60" creationId="{668B6278-18FF-A204-8F09-0913EF5E37CC}"/>
          </ac:spMkLst>
        </pc:spChg>
        <pc:spChg chg="mod">
          <ac:chgData name="Luiz Alberto Ferreira Gomes" userId="bc531018-f902-4d26-b3af-7ca03fb059d6" providerId="ADAL" clId="{8B3C50D5-6036-44F9-AC4A-9A8B6EE54F30}" dt="2024-01-12T23:08:04.011" v="2182"/>
          <ac:spMkLst>
            <pc:docMk/>
            <pc:sldMk cId="2528153229" sldId="302"/>
            <ac:spMk id="62" creationId="{33D392E9-895F-CCF4-ACFA-0AF5955FA4B4}"/>
          </ac:spMkLst>
        </pc:spChg>
        <pc:spChg chg="mod">
          <ac:chgData name="Luiz Alberto Ferreira Gomes" userId="bc531018-f902-4d26-b3af-7ca03fb059d6" providerId="ADAL" clId="{8B3C50D5-6036-44F9-AC4A-9A8B6EE54F30}" dt="2024-01-12T23:08:04.011" v="2182"/>
          <ac:spMkLst>
            <pc:docMk/>
            <pc:sldMk cId="2528153229" sldId="302"/>
            <ac:spMk id="63" creationId="{07F34AB8-44C5-55A5-8D5A-920A1B20DEC3}"/>
          </ac:spMkLst>
        </pc:spChg>
        <pc:spChg chg="mod">
          <ac:chgData name="Luiz Alberto Ferreira Gomes" userId="bc531018-f902-4d26-b3af-7ca03fb059d6" providerId="ADAL" clId="{8B3C50D5-6036-44F9-AC4A-9A8B6EE54F30}" dt="2024-01-12T23:08:11.891" v="2185"/>
          <ac:spMkLst>
            <pc:docMk/>
            <pc:sldMk cId="2528153229" sldId="302"/>
            <ac:spMk id="65" creationId="{5B2901C8-4185-FF8E-CC25-2AF8DD146028}"/>
          </ac:spMkLst>
        </pc:spChg>
        <pc:spChg chg="mod">
          <ac:chgData name="Luiz Alberto Ferreira Gomes" userId="bc531018-f902-4d26-b3af-7ca03fb059d6" providerId="ADAL" clId="{8B3C50D5-6036-44F9-AC4A-9A8B6EE54F30}" dt="2024-01-12T23:08:11.891" v="2185"/>
          <ac:spMkLst>
            <pc:docMk/>
            <pc:sldMk cId="2528153229" sldId="302"/>
            <ac:spMk id="66" creationId="{E5AC6986-B2F0-2FA6-3FFC-3BA956F848D4}"/>
          </ac:spMkLst>
        </pc:spChg>
        <pc:spChg chg="mod topLvl">
          <ac:chgData name="Luiz Alberto Ferreira Gomes" userId="bc531018-f902-4d26-b3af-7ca03fb059d6" providerId="ADAL" clId="{8B3C50D5-6036-44F9-AC4A-9A8B6EE54F30}" dt="2024-01-12T23:38:26.693" v="2324" actId="165"/>
          <ac:spMkLst>
            <pc:docMk/>
            <pc:sldMk cId="2528153229" sldId="302"/>
            <ac:spMk id="68" creationId="{6360195A-B0A0-4C0E-D0D7-AB2738489102}"/>
          </ac:spMkLst>
        </pc:spChg>
        <pc:spChg chg="mod topLvl">
          <ac:chgData name="Luiz Alberto Ferreira Gomes" userId="bc531018-f902-4d26-b3af-7ca03fb059d6" providerId="ADAL" clId="{8B3C50D5-6036-44F9-AC4A-9A8B6EE54F30}" dt="2024-01-20T18:06:44.080" v="2839" actId="207"/>
          <ac:spMkLst>
            <pc:docMk/>
            <pc:sldMk cId="2528153229" sldId="302"/>
            <ac:spMk id="69" creationId="{8F688A44-F027-E868-DDA8-0E3770146CD2}"/>
          </ac:spMkLst>
        </pc:spChg>
        <pc:grpChg chg="del">
          <ac:chgData name="Luiz Alberto Ferreira Gomes" userId="bc531018-f902-4d26-b3af-7ca03fb059d6" providerId="ADAL" clId="{8B3C50D5-6036-44F9-AC4A-9A8B6EE54F30}" dt="2024-01-12T18:16:16.448" v="1747" actId="478"/>
          <ac:grpSpMkLst>
            <pc:docMk/>
            <pc:sldMk cId="2528153229" sldId="302"/>
            <ac:grpSpMk id="6" creationId="{DBFA1DD6-BED8-13A0-AD5D-5ED0461F4743}"/>
          </ac:grpSpMkLst>
        </pc:grpChg>
        <pc:grpChg chg="del mod">
          <ac:chgData name="Luiz Alberto Ferreira Gomes" userId="bc531018-f902-4d26-b3af-7ca03fb059d6" providerId="ADAL" clId="{8B3C50D5-6036-44F9-AC4A-9A8B6EE54F30}" dt="2024-01-12T23:03:09.862" v="2142" actId="478"/>
          <ac:grpSpMkLst>
            <pc:docMk/>
            <pc:sldMk cId="2528153229" sldId="302"/>
            <ac:grpSpMk id="14" creationId="{089BD99E-14FB-71F1-2A8D-594336F8F42B}"/>
          </ac:grpSpMkLst>
        </pc:grpChg>
        <pc:grpChg chg="add del mod">
          <ac:chgData name="Luiz Alberto Ferreira Gomes" userId="bc531018-f902-4d26-b3af-7ca03fb059d6" providerId="ADAL" clId="{8B3C50D5-6036-44F9-AC4A-9A8B6EE54F30}" dt="2024-01-12T23:09:58.234" v="2214" actId="165"/>
          <ac:grpSpMkLst>
            <pc:docMk/>
            <pc:sldMk cId="2528153229" sldId="302"/>
            <ac:grpSpMk id="44" creationId="{53968C06-0E0F-01C7-3625-AA1EB7A9A4A3}"/>
          </ac:grpSpMkLst>
        </pc:grpChg>
        <pc:grpChg chg="add del mod">
          <ac:chgData name="Luiz Alberto Ferreira Gomes" userId="bc531018-f902-4d26-b3af-7ca03fb059d6" providerId="ADAL" clId="{8B3C50D5-6036-44F9-AC4A-9A8B6EE54F30}" dt="2024-01-12T23:03:26.962" v="2145" actId="478"/>
          <ac:grpSpMkLst>
            <pc:docMk/>
            <pc:sldMk cId="2528153229" sldId="302"/>
            <ac:grpSpMk id="45" creationId="{6CBD1833-51BD-B256-DD12-699FA96FA839}"/>
          </ac:grpSpMkLst>
        </pc:grpChg>
        <pc:grpChg chg="add del mod">
          <ac:chgData name="Luiz Alberto Ferreira Gomes" userId="bc531018-f902-4d26-b3af-7ca03fb059d6" providerId="ADAL" clId="{8B3C50D5-6036-44F9-AC4A-9A8B6EE54F30}" dt="2024-01-12T23:03:02.686" v="2141" actId="478"/>
          <ac:grpSpMkLst>
            <pc:docMk/>
            <pc:sldMk cId="2528153229" sldId="302"/>
            <ac:grpSpMk id="48" creationId="{F2CFE4F4-7557-DC4C-F4F5-09ABD1747E30}"/>
          </ac:grpSpMkLst>
        </pc:grpChg>
        <pc:grpChg chg="add del mod">
          <ac:chgData name="Luiz Alberto Ferreira Gomes" userId="bc531018-f902-4d26-b3af-7ca03fb059d6" providerId="ADAL" clId="{8B3C50D5-6036-44F9-AC4A-9A8B6EE54F30}" dt="2024-01-12T23:03:02.686" v="2141" actId="478"/>
          <ac:grpSpMkLst>
            <pc:docMk/>
            <pc:sldMk cId="2528153229" sldId="302"/>
            <ac:grpSpMk id="52" creationId="{FE428908-F4DE-138E-1877-107B83A3E6C6}"/>
          </ac:grpSpMkLst>
        </pc:grpChg>
        <pc:grpChg chg="add del mod">
          <ac:chgData name="Luiz Alberto Ferreira Gomes" userId="bc531018-f902-4d26-b3af-7ca03fb059d6" providerId="ADAL" clId="{8B3C50D5-6036-44F9-AC4A-9A8B6EE54F30}" dt="2024-01-12T23:10:07.747" v="2215" actId="165"/>
          <ac:grpSpMkLst>
            <pc:docMk/>
            <pc:sldMk cId="2528153229" sldId="302"/>
            <ac:grpSpMk id="55" creationId="{17076A0B-E842-F9BA-B898-AE29B680EA80}"/>
          </ac:grpSpMkLst>
        </pc:grpChg>
        <pc:grpChg chg="add del mod">
          <ac:chgData name="Luiz Alberto Ferreira Gomes" userId="bc531018-f902-4d26-b3af-7ca03fb059d6" providerId="ADAL" clId="{8B3C50D5-6036-44F9-AC4A-9A8B6EE54F30}" dt="2024-01-12T23:10:14.797" v="2216" actId="165"/>
          <ac:grpSpMkLst>
            <pc:docMk/>
            <pc:sldMk cId="2528153229" sldId="302"/>
            <ac:grpSpMk id="58" creationId="{0ED98E5C-6ABB-7BC6-F2E9-5DB93E8BC9B8}"/>
          </ac:grpSpMkLst>
        </pc:grpChg>
        <pc:grpChg chg="add del mod">
          <ac:chgData name="Luiz Alberto Ferreira Gomes" userId="bc531018-f902-4d26-b3af-7ca03fb059d6" providerId="ADAL" clId="{8B3C50D5-6036-44F9-AC4A-9A8B6EE54F30}" dt="2024-01-12T23:08:07.404" v="2184" actId="478"/>
          <ac:grpSpMkLst>
            <pc:docMk/>
            <pc:sldMk cId="2528153229" sldId="302"/>
            <ac:grpSpMk id="61" creationId="{8332FE79-6173-522F-58B7-28E963C68CA0}"/>
          </ac:grpSpMkLst>
        </pc:grpChg>
        <pc:grpChg chg="add mod">
          <ac:chgData name="Luiz Alberto Ferreira Gomes" userId="bc531018-f902-4d26-b3af-7ca03fb059d6" providerId="ADAL" clId="{8B3C50D5-6036-44F9-AC4A-9A8B6EE54F30}" dt="2024-01-12T23:08:11.891" v="2185"/>
          <ac:grpSpMkLst>
            <pc:docMk/>
            <pc:sldMk cId="2528153229" sldId="302"/>
            <ac:grpSpMk id="64" creationId="{C04B465F-D7A7-9B45-8F47-373AA659591B}"/>
          </ac:grpSpMkLst>
        </pc:grpChg>
        <pc:grpChg chg="add del mod">
          <ac:chgData name="Luiz Alberto Ferreira Gomes" userId="bc531018-f902-4d26-b3af-7ca03fb059d6" providerId="ADAL" clId="{8B3C50D5-6036-44F9-AC4A-9A8B6EE54F30}" dt="2024-01-12T23:10:44.421" v="2217" actId="165"/>
          <ac:grpSpMkLst>
            <pc:docMk/>
            <pc:sldMk cId="2528153229" sldId="302"/>
            <ac:grpSpMk id="67" creationId="{F22B6037-23D2-EFD9-0DFF-7DF3E5D15A92}"/>
          </ac:grpSpMkLst>
        </pc:grpChg>
        <pc:grpChg chg="add del mod">
          <ac:chgData name="Luiz Alberto Ferreira Gomes" userId="bc531018-f902-4d26-b3af-7ca03fb059d6" providerId="ADAL" clId="{8B3C50D5-6036-44F9-AC4A-9A8B6EE54F30}" dt="2024-01-12T23:38:07.417" v="2321" actId="165"/>
          <ac:grpSpMkLst>
            <pc:docMk/>
            <pc:sldMk cId="2528153229" sldId="302"/>
            <ac:grpSpMk id="70" creationId="{DEA3F3EF-B185-668C-2039-36E095C05726}"/>
          </ac:grpSpMkLst>
        </pc:grpChg>
        <pc:grpChg chg="add del mod">
          <ac:chgData name="Luiz Alberto Ferreira Gomes" userId="bc531018-f902-4d26-b3af-7ca03fb059d6" providerId="ADAL" clId="{8B3C50D5-6036-44F9-AC4A-9A8B6EE54F30}" dt="2024-01-12T23:38:13.911" v="2322" actId="165"/>
          <ac:grpSpMkLst>
            <pc:docMk/>
            <pc:sldMk cId="2528153229" sldId="302"/>
            <ac:grpSpMk id="71" creationId="{291B07DA-44B8-082D-CB77-84AABC075EA2}"/>
          </ac:grpSpMkLst>
        </pc:grpChg>
        <pc:grpChg chg="add del mod">
          <ac:chgData name="Luiz Alberto Ferreira Gomes" userId="bc531018-f902-4d26-b3af-7ca03fb059d6" providerId="ADAL" clId="{8B3C50D5-6036-44F9-AC4A-9A8B6EE54F30}" dt="2024-01-12T23:38:21.263" v="2323" actId="165"/>
          <ac:grpSpMkLst>
            <pc:docMk/>
            <pc:sldMk cId="2528153229" sldId="302"/>
            <ac:grpSpMk id="72" creationId="{63E4F423-BAC2-F118-A508-06CC4FB99CE8}"/>
          </ac:grpSpMkLst>
        </pc:grpChg>
        <pc:grpChg chg="add del mod">
          <ac:chgData name="Luiz Alberto Ferreira Gomes" userId="bc531018-f902-4d26-b3af-7ca03fb059d6" providerId="ADAL" clId="{8B3C50D5-6036-44F9-AC4A-9A8B6EE54F30}" dt="2024-01-12T23:38:26.693" v="2324" actId="165"/>
          <ac:grpSpMkLst>
            <pc:docMk/>
            <pc:sldMk cId="2528153229" sldId="302"/>
            <ac:grpSpMk id="73" creationId="{3AA2DC62-F921-A834-7325-EB3EE4FFF277}"/>
          </ac:grpSpMkLst>
        </pc:grpChg>
        <pc:picChg chg="add del mod ord">
          <ac:chgData name="Luiz Alberto Ferreira Gomes" userId="bc531018-f902-4d26-b3af-7ca03fb059d6" providerId="ADAL" clId="{8B3C50D5-6036-44F9-AC4A-9A8B6EE54F30}" dt="2024-01-12T22:51:20.113" v="2027"/>
          <ac:picMkLst>
            <pc:docMk/>
            <pc:sldMk cId="2528153229" sldId="302"/>
            <ac:picMk id="5" creationId="{ECEFC227-274C-36E5-E64C-E44575FBD325}"/>
          </ac:picMkLst>
        </pc:picChg>
        <pc:picChg chg="mod modCrop">
          <ac:chgData name="Luiz Alberto Ferreira Gomes" userId="bc531018-f902-4d26-b3af-7ca03fb059d6" providerId="ADAL" clId="{8B3C50D5-6036-44F9-AC4A-9A8B6EE54F30}" dt="2024-01-12T22:49:53.382" v="2017"/>
          <ac:picMkLst>
            <pc:docMk/>
            <pc:sldMk cId="2528153229" sldId="302"/>
            <ac:picMk id="13" creationId="{A40E75D9-CAF6-3B09-357B-470A3DB53215}"/>
          </ac:picMkLst>
        </pc:picChg>
        <pc:picChg chg="mod">
          <ac:chgData name="Luiz Alberto Ferreira Gomes" userId="bc531018-f902-4d26-b3af-7ca03fb059d6" providerId="ADAL" clId="{8B3C50D5-6036-44F9-AC4A-9A8B6EE54F30}" dt="2024-01-12T22:49:53.382" v="2017"/>
          <ac:picMkLst>
            <pc:docMk/>
            <pc:sldMk cId="2528153229" sldId="302"/>
            <ac:picMk id="19" creationId="{5E63C3EE-FEC5-B1F7-572E-1BC4DDCF2311}"/>
          </ac:picMkLst>
        </pc:picChg>
        <pc:picChg chg="add del mod">
          <ac:chgData name="Luiz Alberto Ferreira Gomes" userId="bc531018-f902-4d26-b3af-7ca03fb059d6" providerId="ADAL" clId="{8B3C50D5-6036-44F9-AC4A-9A8B6EE54F30}" dt="2024-01-12T22:49:53.382" v="2017"/>
          <ac:picMkLst>
            <pc:docMk/>
            <pc:sldMk cId="2528153229" sldId="302"/>
            <ac:picMk id="20" creationId="{F25BDF3F-B942-5BD7-BA05-84DAD641027A}"/>
          </ac:picMkLst>
        </pc:picChg>
        <pc:picChg chg="mod modCrop">
          <ac:chgData name="Luiz Alberto Ferreira Gomes" userId="bc531018-f902-4d26-b3af-7ca03fb059d6" providerId="ADAL" clId="{8B3C50D5-6036-44F9-AC4A-9A8B6EE54F30}" dt="2024-01-12T23:11:33.105" v="2240" actId="1036"/>
          <ac:picMkLst>
            <pc:docMk/>
            <pc:sldMk cId="2528153229" sldId="302"/>
            <ac:picMk id="23" creationId="{70C3FA41-BCD1-EF45-02FD-3BC7C2F6E91D}"/>
          </ac:picMkLst>
        </pc:picChg>
        <pc:picChg chg="del">
          <ac:chgData name="Luiz Alberto Ferreira Gomes" userId="bc531018-f902-4d26-b3af-7ca03fb059d6" providerId="ADAL" clId="{8B3C50D5-6036-44F9-AC4A-9A8B6EE54F30}" dt="2024-01-12T18:16:25.230" v="1749" actId="478"/>
          <ac:picMkLst>
            <pc:docMk/>
            <pc:sldMk cId="2528153229" sldId="302"/>
            <ac:picMk id="24" creationId="{76BDE12F-430A-9C32-DCE5-23C133607725}"/>
          </ac:picMkLst>
        </pc:picChg>
        <pc:picChg chg="mod modCrop">
          <ac:chgData name="Luiz Alberto Ferreira Gomes" userId="bc531018-f902-4d26-b3af-7ca03fb059d6" providerId="ADAL" clId="{8B3C50D5-6036-44F9-AC4A-9A8B6EE54F30}" dt="2024-01-12T23:11:33.105" v="2240" actId="1036"/>
          <ac:picMkLst>
            <pc:docMk/>
            <pc:sldMk cId="2528153229" sldId="302"/>
            <ac:picMk id="24" creationId="{E9CAF0B9-514B-D45C-59FF-A792A06BF335}"/>
          </ac:picMkLst>
        </pc:picChg>
        <pc:picChg chg="del mod">
          <ac:chgData name="Luiz Alberto Ferreira Gomes" userId="bc531018-f902-4d26-b3af-7ca03fb059d6" providerId="ADAL" clId="{8B3C50D5-6036-44F9-AC4A-9A8B6EE54F30}" dt="2024-01-12T22:43:54.257" v="1975" actId="478"/>
          <ac:picMkLst>
            <pc:docMk/>
            <pc:sldMk cId="2528153229" sldId="302"/>
            <ac:picMk id="27" creationId="{F3AC4AFE-0802-9349-5B61-AB9687B76C63}"/>
          </ac:picMkLst>
        </pc:picChg>
        <pc:picChg chg="add del mod">
          <ac:chgData name="Luiz Alberto Ferreira Gomes" userId="bc531018-f902-4d26-b3af-7ca03fb059d6" providerId="ADAL" clId="{8B3C50D5-6036-44F9-AC4A-9A8B6EE54F30}" dt="2024-01-12T18:56:25.675" v="1849" actId="21"/>
          <ac:picMkLst>
            <pc:docMk/>
            <pc:sldMk cId="2528153229" sldId="302"/>
            <ac:picMk id="44" creationId="{755BA5D2-4A33-0678-FBFB-39E2C32ED8E2}"/>
          </ac:picMkLst>
        </pc:picChg>
        <pc:picChg chg="add del mod">
          <ac:chgData name="Luiz Alberto Ferreira Gomes" userId="bc531018-f902-4d26-b3af-7ca03fb059d6" providerId="ADAL" clId="{8B3C50D5-6036-44F9-AC4A-9A8B6EE54F30}" dt="2024-01-12T18:56:01.674" v="1845" actId="478"/>
          <ac:picMkLst>
            <pc:docMk/>
            <pc:sldMk cId="2528153229" sldId="302"/>
            <ac:picMk id="48" creationId="{8037A8EC-1C62-EDE3-8C2A-D0723FF24B37}"/>
          </ac:picMkLst>
        </pc:picChg>
        <pc:picChg chg="add del mod modCrop">
          <ac:chgData name="Luiz Alberto Ferreira Gomes" userId="bc531018-f902-4d26-b3af-7ca03fb059d6" providerId="ADAL" clId="{8B3C50D5-6036-44F9-AC4A-9A8B6EE54F30}" dt="2024-01-12T22:43:52.261" v="1974" actId="478"/>
          <ac:picMkLst>
            <pc:docMk/>
            <pc:sldMk cId="2528153229" sldId="302"/>
            <ac:picMk id="49" creationId="{755BA5D2-4A33-0678-FBFB-39E2C32ED8E2}"/>
          </ac:picMkLst>
        </pc:picChg>
        <pc:cxnChg chg="del mod">
          <ac:chgData name="Luiz Alberto Ferreira Gomes" userId="bc531018-f902-4d26-b3af-7ca03fb059d6" providerId="ADAL" clId="{8B3C50D5-6036-44F9-AC4A-9A8B6EE54F30}" dt="2024-01-12T22:43:37.864" v="1971" actId="478"/>
          <ac:cxnSpMkLst>
            <pc:docMk/>
            <pc:sldMk cId="2528153229" sldId="302"/>
            <ac:cxnSpMk id="3" creationId="{3216D708-871C-9A0E-DB80-94B70BC8428A}"/>
          </ac:cxnSpMkLst>
        </pc:cxnChg>
        <pc:cxnChg chg="add del mod">
          <ac:chgData name="Luiz Alberto Ferreira Gomes" userId="bc531018-f902-4d26-b3af-7ca03fb059d6" providerId="ADAL" clId="{8B3C50D5-6036-44F9-AC4A-9A8B6EE54F30}" dt="2024-01-12T22:43:37.864" v="1971" actId="478"/>
          <ac:cxnSpMkLst>
            <pc:docMk/>
            <pc:sldMk cId="2528153229" sldId="302"/>
            <ac:cxnSpMk id="28" creationId="{E8AECF27-4AA6-B065-F594-D1A26EEEE35C}"/>
          </ac:cxnSpMkLst>
        </pc:cxnChg>
        <pc:cxnChg chg="add del mod">
          <ac:chgData name="Luiz Alberto Ferreira Gomes" userId="bc531018-f902-4d26-b3af-7ca03fb059d6" providerId="ADAL" clId="{8B3C50D5-6036-44F9-AC4A-9A8B6EE54F30}" dt="2024-01-12T22:43:37.864" v="1971" actId="478"/>
          <ac:cxnSpMkLst>
            <pc:docMk/>
            <pc:sldMk cId="2528153229" sldId="302"/>
            <ac:cxnSpMk id="32" creationId="{A39873B9-6051-C772-3700-30C0B3F00C07}"/>
          </ac:cxnSpMkLst>
        </pc:cxnChg>
        <pc:cxnChg chg="add del mod">
          <ac:chgData name="Luiz Alberto Ferreira Gomes" userId="bc531018-f902-4d26-b3af-7ca03fb059d6" providerId="ADAL" clId="{8B3C50D5-6036-44F9-AC4A-9A8B6EE54F30}" dt="2024-01-12T22:43:37.864" v="1971" actId="478"/>
          <ac:cxnSpMkLst>
            <pc:docMk/>
            <pc:sldMk cId="2528153229" sldId="302"/>
            <ac:cxnSpMk id="39" creationId="{79081601-1E47-D1B5-6072-BD3D1F5ABFFB}"/>
          </ac:cxnSpMkLst>
        </pc:cxnChg>
        <pc:cxnChg chg="add mod">
          <ac:chgData name="Luiz Alberto Ferreira Gomes" userId="bc531018-f902-4d26-b3af-7ca03fb059d6" providerId="ADAL" clId="{8B3C50D5-6036-44F9-AC4A-9A8B6EE54F30}" dt="2024-01-12T23:42:14.105" v="2371" actId="1076"/>
          <ac:cxnSpMkLst>
            <pc:docMk/>
            <pc:sldMk cId="2528153229" sldId="302"/>
            <ac:cxnSpMk id="74" creationId="{0A4A3790-BEA0-860E-109B-307BC52FB620}"/>
          </ac:cxnSpMkLst>
        </pc:cxnChg>
      </pc:sldChg>
      <pc:sldChg chg="add del">
        <pc:chgData name="Luiz Alberto Ferreira Gomes" userId="bc531018-f902-4d26-b3af-7ca03fb059d6" providerId="ADAL" clId="{8B3C50D5-6036-44F9-AC4A-9A8B6EE54F30}" dt="2024-01-12T23:14:01.669" v="2257" actId="47"/>
        <pc:sldMkLst>
          <pc:docMk/>
          <pc:sldMk cId="1641775870" sldId="303"/>
        </pc:sldMkLst>
      </pc:sldChg>
      <pc:sldChg chg="modSp add mod modNotesTx">
        <pc:chgData name="Luiz Alberto Ferreira Gomes" userId="bc531018-f902-4d26-b3af-7ca03fb059d6" providerId="ADAL" clId="{8B3C50D5-6036-44F9-AC4A-9A8B6EE54F30}" dt="2024-01-20T18:08:25.970" v="2851" actId="6549"/>
        <pc:sldMkLst>
          <pc:docMk/>
          <pc:sldMk cId="2349761408" sldId="303"/>
        </pc:sldMkLst>
        <pc:spChg chg="mod">
          <ac:chgData name="Luiz Alberto Ferreira Gomes" userId="bc531018-f902-4d26-b3af-7ca03fb059d6" providerId="ADAL" clId="{8B3C50D5-6036-44F9-AC4A-9A8B6EE54F30}" dt="2024-01-20T18:07:08.475" v="2841" actId="207"/>
          <ac:spMkLst>
            <pc:docMk/>
            <pc:sldMk cId="2349761408" sldId="303"/>
            <ac:spMk id="37" creationId="{3F485089-46C7-15FB-50AA-310898286F7D}"/>
          </ac:spMkLst>
        </pc:spChg>
        <pc:spChg chg="mod">
          <ac:chgData name="Luiz Alberto Ferreira Gomes" userId="bc531018-f902-4d26-b3af-7ca03fb059d6" providerId="ADAL" clId="{8B3C50D5-6036-44F9-AC4A-9A8B6EE54F30}" dt="2024-01-20T18:07:13.694" v="2842" actId="207"/>
          <ac:spMkLst>
            <pc:docMk/>
            <pc:sldMk cId="2349761408" sldId="303"/>
            <ac:spMk id="56" creationId="{46406A5A-9FD5-10A4-EF56-3C4B2B80523F}"/>
          </ac:spMkLst>
        </pc:spChg>
        <pc:spChg chg="mod">
          <ac:chgData name="Luiz Alberto Ferreira Gomes" userId="bc531018-f902-4d26-b3af-7ca03fb059d6" providerId="ADAL" clId="{8B3C50D5-6036-44F9-AC4A-9A8B6EE54F30}" dt="2024-01-20T18:07:08.475" v="2841" actId="207"/>
          <ac:spMkLst>
            <pc:docMk/>
            <pc:sldMk cId="2349761408" sldId="303"/>
            <ac:spMk id="57" creationId="{D2666852-5B4D-A5D0-E033-B8B1CB872A7F}"/>
          </ac:spMkLst>
        </pc:spChg>
        <pc:spChg chg="mod">
          <ac:chgData name="Luiz Alberto Ferreira Gomes" userId="bc531018-f902-4d26-b3af-7ca03fb059d6" providerId="ADAL" clId="{8B3C50D5-6036-44F9-AC4A-9A8B6EE54F30}" dt="2024-01-20T18:07:08.475" v="2841" actId="207"/>
          <ac:spMkLst>
            <pc:docMk/>
            <pc:sldMk cId="2349761408" sldId="303"/>
            <ac:spMk id="60" creationId="{668B6278-18FF-A204-8F09-0913EF5E37CC}"/>
          </ac:spMkLst>
        </pc:spChg>
        <pc:spChg chg="mod">
          <ac:chgData name="Luiz Alberto Ferreira Gomes" userId="bc531018-f902-4d26-b3af-7ca03fb059d6" providerId="ADAL" clId="{8B3C50D5-6036-44F9-AC4A-9A8B6EE54F30}" dt="2024-01-20T18:07:13.694" v="2842" actId="207"/>
          <ac:spMkLst>
            <pc:docMk/>
            <pc:sldMk cId="2349761408" sldId="303"/>
            <ac:spMk id="68" creationId="{6360195A-B0A0-4C0E-D0D7-AB2738489102}"/>
          </ac:spMkLst>
        </pc:spChg>
        <pc:spChg chg="mod">
          <ac:chgData name="Luiz Alberto Ferreira Gomes" userId="bc531018-f902-4d26-b3af-7ca03fb059d6" providerId="ADAL" clId="{8B3C50D5-6036-44F9-AC4A-9A8B6EE54F30}" dt="2024-01-20T18:07:08.475" v="2841" actId="207"/>
          <ac:spMkLst>
            <pc:docMk/>
            <pc:sldMk cId="2349761408" sldId="303"/>
            <ac:spMk id="69" creationId="{8F688A44-F027-E868-DDA8-0E3770146CD2}"/>
          </ac:spMkLst>
        </pc:spChg>
        <pc:cxnChg chg="mod">
          <ac:chgData name="Luiz Alberto Ferreira Gomes" userId="bc531018-f902-4d26-b3af-7ca03fb059d6" providerId="ADAL" clId="{8B3C50D5-6036-44F9-AC4A-9A8B6EE54F30}" dt="2024-01-12T23:42:49.140" v="2421" actId="1035"/>
          <ac:cxnSpMkLst>
            <pc:docMk/>
            <pc:sldMk cId="2349761408" sldId="303"/>
            <ac:cxnSpMk id="74" creationId="{0A4A3790-BEA0-860E-109B-307BC52FB620}"/>
          </ac:cxnSpMkLst>
        </pc:cxnChg>
      </pc:sldChg>
      <pc:sldChg chg="add del">
        <pc:chgData name="Luiz Alberto Ferreira Gomes" userId="bc531018-f902-4d26-b3af-7ca03fb059d6" providerId="ADAL" clId="{8B3C50D5-6036-44F9-AC4A-9A8B6EE54F30}" dt="2024-01-12T23:41:26.632" v="2366" actId="47"/>
        <pc:sldMkLst>
          <pc:docMk/>
          <pc:sldMk cId="2501527861" sldId="303"/>
        </pc:sldMkLst>
      </pc:sldChg>
      <pc:sldChg chg="modSp add mod modNotesTx">
        <pc:chgData name="Luiz Alberto Ferreira Gomes" userId="bc531018-f902-4d26-b3af-7ca03fb059d6" providerId="ADAL" clId="{8B3C50D5-6036-44F9-AC4A-9A8B6EE54F30}" dt="2024-01-20T18:08:45.458" v="2854" actId="6549"/>
        <pc:sldMkLst>
          <pc:docMk/>
          <pc:sldMk cId="2315654821" sldId="304"/>
        </pc:sldMkLst>
        <pc:spChg chg="mod">
          <ac:chgData name="Luiz Alberto Ferreira Gomes" userId="bc531018-f902-4d26-b3af-7ca03fb059d6" providerId="ADAL" clId="{8B3C50D5-6036-44F9-AC4A-9A8B6EE54F30}" dt="2024-01-20T18:07:20.319" v="2843" actId="207"/>
          <ac:spMkLst>
            <pc:docMk/>
            <pc:sldMk cId="2315654821" sldId="304"/>
            <ac:spMk id="37" creationId="{3F485089-46C7-15FB-50AA-310898286F7D}"/>
          </ac:spMkLst>
        </pc:spChg>
        <pc:spChg chg="mod">
          <ac:chgData name="Luiz Alberto Ferreira Gomes" userId="bc531018-f902-4d26-b3af-7ca03fb059d6" providerId="ADAL" clId="{8B3C50D5-6036-44F9-AC4A-9A8B6EE54F30}" dt="2024-01-20T18:07:24.676" v="2844" actId="207"/>
          <ac:spMkLst>
            <pc:docMk/>
            <pc:sldMk cId="2315654821" sldId="304"/>
            <ac:spMk id="56" creationId="{46406A5A-9FD5-10A4-EF56-3C4B2B80523F}"/>
          </ac:spMkLst>
        </pc:spChg>
        <pc:spChg chg="mod">
          <ac:chgData name="Luiz Alberto Ferreira Gomes" userId="bc531018-f902-4d26-b3af-7ca03fb059d6" providerId="ADAL" clId="{8B3C50D5-6036-44F9-AC4A-9A8B6EE54F30}" dt="2024-01-20T18:07:20.319" v="2843" actId="207"/>
          <ac:spMkLst>
            <pc:docMk/>
            <pc:sldMk cId="2315654821" sldId="304"/>
            <ac:spMk id="57" creationId="{D2666852-5B4D-A5D0-E033-B8B1CB872A7F}"/>
          </ac:spMkLst>
        </pc:spChg>
        <pc:spChg chg="mod">
          <ac:chgData name="Luiz Alberto Ferreira Gomes" userId="bc531018-f902-4d26-b3af-7ca03fb059d6" providerId="ADAL" clId="{8B3C50D5-6036-44F9-AC4A-9A8B6EE54F30}" dt="2024-01-20T18:07:20.319" v="2843" actId="207"/>
          <ac:spMkLst>
            <pc:docMk/>
            <pc:sldMk cId="2315654821" sldId="304"/>
            <ac:spMk id="60" creationId="{668B6278-18FF-A204-8F09-0913EF5E37CC}"/>
          </ac:spMkLst>
        </pc:spChg>
        <pc:spChg chg="mod">
          <ac:chgData name="Luiz Alberto Ferreira Gomes" userId="bc531018-f902-4d26-b3af-7ca03fb059d6" providerId="ADAL" clId="{8B3C50D5-6036-44F9-AC4A-9A8B6EE54F30}" dt="2024-01-20T18:07:24.676" v="2844" actId="207"/>
          <ac:spMkLst>
            <pc:docMk/>
            <pc:sldMk cId="2315654821" sldId="304"/>
            <ac:spMk id="68" creationId="{6360195A-B0A0-4C0E-D0D7-AB2738489102}"/>
          </ac:spMkLst>
        </pc:spChg>
        <pc:spChg chg="mod">
          <ac:chgData name="Luiz Alberto Ferreira Gomes" userId="bc531018-f902-4d26-b3af-7ca03fb059d6" providerId="ADAL" clId="{8B3C50D5-6036-44F9-AC4A-9A8B6EE54F30}" dt="2024-01-20T18:07:20.319" v="2843" actId="207"/>
          <ac:spMkLst>
            <pc:docMk/>
            <pc:sldMk cId="2315654821" sldId="304"/>
            <ac:spMk id="69" creationId="{8F688A44-F027-E868-DDA8-0E3770146CD2}"/>
          </ac:spMkLst>
        </pc:spChg>
        <pc:cxnChg chg="mod">
          <ac:chgData name="Luiz Alberto Ferreira Gomes" userId="bc531018-f902-4d26-b3af-7ca03fb059d6" providerId="ADAL" clId="{8B3C50D5-6036-44F9-AC4A-9A8B6EE54F30}" dt="2024-01-12T23:43:16.365" v="2482" actId="1036"/>
          <ac:cxnSpMkLst>
            <pc:docMk/>
            <pc:sldMk cId="2315654821" sldId="304"/>
            <ac:cxnSpMk id="74" creationId="{0A4A3790-BEA0-860E-109B-307BC52FB620}"/>
          </ac:cxnSpMkLst>
        </pc:cxnChg>
      </pc:sldChg>
      <pc:sldChg chg="add del">
        <pc:chgData name="Luiz Alberto Ferreira Gomes" userId="bc531018-f902-4d26-b3af-7ca03fb059d6" providerId="ADAL" clId="{8B3C50D5-6036-44F9-AC4A-9A8B6EE54F30}" dt="2024-01-12T23:14:01.669" v="2257" actId="47"/>
        <pc:sldMkLst>
          <pc:docMk/>
          <pc:sldMk cId="3904053334" sldId="304"/>
        </pc:sldMkLst>
      </pc:sldChg>
      <pc:sldChg chg="add del">
        <pc:chgData name="Luiz Alberto Ferreira Gomes" userId="bc531018-f902-4d26-b3af-7ca03fb059d6" providerId="ADAL" clId="{8B3C50D5-6036-44F9-AC4A-9A8B6EE54F30}" dt="2024-01-12T23:14:01.669" v="2257" actId="47"/>
        <pc:sldMkLst>
          <pc:docMk/>
          <pc:sldMk cId="3481051075" sldId="305"/>
        </pc:sldMkLst>
      </pc:sldChg>
      <pc:sldChg chg="modSp add mod modNotesTx">
        <pc:chgData name="Luiz Alberto Ferreira Gomes" userId="bc531018-f902-4d26-b3af-7ca03fb059d6" providerId="ADAL" clId="{8B3C50D5-6036-44F9-AC4A-9A8B6EE54F30}" dt="2024-01-20T18:09:08.848" v="2856" actId="6549"/>
        <pc:sldMkLst>
          <pc:docMk/>
          <pc:sldMk cId="4168091388" sldId="305"/>
        </pc:sldMkLst>
        <pc:spChg chg="mod">
          <ac:chgData name="Luiz Alberto Ferreira Gomes" userId="bc531018-f902-4d26-b3af-7ca03fb059d6" providerId="ADAL" clId="{8B3C50D5-6036-44F9-AC4A-9A8B6EE54F30}" dt="2024-01-20T18:07:29.217" v="2845" actId="207"/>
          <ac:spMkLst>
            <pc:docMk/>
            <pc:sldMk cId="4168091388" sldId="305"/>
            <ac:spMk id="37" creationId="{3F485089-46C7-15FB-50AA-310898286F7D}"/>
          </ac:spMkLst>
        </pc:spChg>
        <pc:spChg chg="mod">
          <ac:chgData name="Luiz Alberto Ferreira Gomes" userId="bc531018-f902-4d26-b3af-7ca03fb059d6" providerId="ADAL" clId="{8B3C50D5-6036-44F9-AC4A-9A8B6EE54F30}" dt="2024-01-20T18:07:35.212" v="2846" actId="207"/>
          <ac:spMkLst>
            <pc:docMk/>
            <pc:sldMk cId="4168091388" sldId="305"/>
            <ac:spMk id="56" creationId="{46406A5A-9FD5-10A4-EF56-3C4B2B80523F}"/>
          </ac:spMkLst>
        </pc:spChg>
        <pc:spChg chg="mod">
          <ac:chgData name="Luiz Alberto Ferreira Gomes" userId="bc531018-f902-4d26-b3af-7ca03fb059d6" providerId="ADAL" clId="{8B3C50D5-6036-44F9-AC4A-9A8B6EE54F30}" dt="2024-01-20T18:07:29.217" v="2845" actId="207"/>
          <ac:spMkLst>
            <pc:docMk/>
            <pc:sldMk cId="4168091388" sldId="305"/>
            <ac:spMk id="57" creationId="{D2666852-5B4D-A5D0-E033-B8B1CB872A7F}"/>
          </ac:spMkLst>
        </pc:spChg>
        <pc:spChg chg="mod">
          <ac:chgData name="Luiz Alberto Ferreira Gomes" userId="bc531018-f902-4d26-b3af-7ca03fb059d6" providerId="ADAL" clId="{8B3C50D5-6036-44F9-AC4A-9A8B6EE54F30}" dt="2024-01-20T18:07:29.217" v="2845" actId="207"/>
          <ac:spMkLst>
            <pc:docMk/>
            <pc:sldMk cId="4168091388" sldId="305"/>
            <ac:spMk id="60" creationId="{668B6278-18FF-A204-8F09-0913EF5E37CC}"/>
          </ac:spMkLst>
        </pc:spChg>
        <pc:spChg chg="mod">
          <ac:chgData name="Luiz Alberto Ferreira Gomes" userId="bc531018-f902-4d26-b3af-7ca03fb059d6" providerId="ADAL" clId="{8B3C50D5-6036-44F9-AC4A-9A8B6EE54F30}" dt="2024-01-20T18:07:35.212" v="2846" actId="207"/>
          <ac:spMkLst>
            <pc:docMk/>
            <pc:sldMk cId="4168091388" sldId="305"/>
            <ac:spMk id="68" creationId="{6360195A-B0A0-4C0E-D0D7-AB2738489102}"/>
          </ac:spMkLst>
        </pc:spChg>
        <pc:spChg chg="mod">
          <ac:chgData name="Luiz Alberto Ferreira Gomes" userId="bc531018-f902-4d26-b3af-7ca03fb059d6" providerId="ADAL" clId="{8B3C50D5-6036-44F9-AC4A-9A8B6EE54F30}" dt="2024-01-20T18:07:29.217" v="2845" actId="207"/>
          <ac:spMkLst>
            <pc:docMk/>
            <pc:sldMk cId="4168091388" sldId="305"/>
            <ac:spMk id="69" creationId="{8F688A44-F027-E868-DDA8-0E3770146CD2}"/>
          </ac:spMkLst>
        </pc:spChg>
        <pc:cxnChg chg="mod">
          <ac:chgData name="Luiz Alberto Ferreira Gomes" userId="bc531018-f902-4d26-b3af-7ca03fb059d6" providerId="ADAL" clId="{8B3C50D5-6036-44F9-AC4A-9A8B6EE54F30}" dt="2024-01-12T23:43:31.324" v="2552" actId="1036"/>
          <ac:cxnSpMkLst>
            <pc:docMk/>
            <pc:sldMk cId="4168091388" sldId="305"/>
            <ac:cxnSpMk id="74" creationId="{0A4A3790-BEA0-860E-109B-307BC52FB620}"/>
          </ac:cxnSpMkLst>
        </pc:cxnChg>
      </pc:sldChg>
      <pc:sldChg chg="addSp delSp modSp add mod modNotesTx">
        <pc:chgData name="Luiz Alberto Ferreira Gomes" userId="bc531018-f902-4d26-b3af-7ca03fb059d6" providerId="ADAL" clId="{8B3C50D5-6036-44F9-AC4A-9A8B6EE54F30}" dt="2024-01-20T18:29:13.639" v="3070" actId="14100"/>
        <pc:sldMkLst>
          <pc:docMk/>
          <pc:sldMk cId="1971937455" sldId="306"/>
        </pc:sldMkLst>
        <pc:spChg chg="del mod">
          <ac:chgData name="Luiz Alberto Ferreira Gomes" userId="bc531018-f902-4d26-b3af-7ca03fb059d6" providerId="ADAL" clId="{8B3C50D5-6036-44F9-AC4A-9A8B6EE54F30}" dt="2024-01-20T18:28:51.970" v="3012" actId="478"/>
          <ac:spMkLst>
            <pc:docMk/>
            <pc:sldMk cId="1971937455" sldId="306"/>
            <ac:spMk id="6" creationId="{0C57997D-CF09-6A20-A68D-D9ACB0A3E162}"/>
          </ac:spMkLst>
        </pc:spChg>
        <pc:spChg chg="add 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8" creationId="{419F6933-9C79-C5B5-91B0-30A0EBEF29A1}"/>
          </ac:spMkLst>
        </pc:spChg>
        <pc:spChg chg="add 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9" creationId="{596EAEE8-C95B-736D-1A8A-FC61FE04713F}"/>
          </ac:spMkLst>
        </pc:spChg>
        <pc:spChg chg="add 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10" creationId="{83F26C6C-64B6-FDB4-2ADE-181E6B38D3A1}"/>
          </ac:spMkLst>
        </pc:spChg>
        <pc:spChg chg="add 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11" creationId="{DF408095-92EC-6743-2B48-1CDA19E68887}"/>
          </ac:spMkLst>
        </pc:spChg>
        <pc:spChg chg="del mod">
          <ac:chgData name="Luiz Alberto Ferreira Gomes" userId="bc531018-f902-4d26-b3af-7ca03fb059d6" providerId="ADAL" clId="{8B3C50D5-6036-44F9-AC4A-9A8B6EE54F30}" dt="2024-01-20T18:28:51.970" v="3012" actId="478"/>
          <ac:spMkLst>
            <pc:docMk/>
            <pc:sldMk cId="1971937455" sldId="306"/>
            <ac:spMk id="13" creationId="{05401FA8-718F-B703-AD10-9323C1B3641A}"/>
          </ac:spMkLst>
        </pc:spChg>
        <pc:spChg chg="add 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14" creationId="{9ADAF6FC-A2F3-A6D8-2CD4-F7CCCF7E75CD}"/>
          </ac:spMkLst>
        </pc:spChg>
        <pc:spChg chg="add 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15" creationId="{F0B3DC9F-A199-C209-996E-F9643E5EA11A}"/>
          </ac:spMkLst>
        </pc:spChg>
        <pc:spChg chg="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20" creationId="{3DC94C6C-5AA6-E923-8984-25279D805974}"/>
          </ac:spMkLst>
        </pc:spChg>
        <pc:spChg chg="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21" creationId="{51C90EA0-DFA0-C9C6-A111-28378A408E2D}"/>
          </ac:spMkLst>
        </pc:spChg>
        <pc:spChg chg="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22" creationId="{7D946A06-628E-C091-E57C-17E2747150DA}"/>
          </ac:spMkLst>
        </pc:spChg>
        <pc:spChg chg="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23" creationId="{ADF45A75-BB17-AA01-C0FC-6A37BD175F18}"/>
          </ac:spMkLst>
        </pc:spChg>
        <pc:spChg chg="mod">
          <ac:chgData name="Luiz Alberto Ferreira Gomes" userId="bc531018-f902-4d26-b3af-7ca03fb059d6" providerId="ADAL" clId="{8B3C50D5-6036-44F9-AC4A-9A8B6EE54F30}" dt="2024-01-20T18:28:53.846" v="3013"/>
          <ac:spMkLst>
            <pc:docMk/>
            <pc:sldMk cId="1971937455" sldId="306"/>
            <ac:spMk id="24" creationId="{978CAD52-C074-0E52-6993-168711D8442B}"/>
          </ac:spMkLst>
        </pc:spChg>
        <pc:spChg chg="del">
          <ac:chgData name="Luiz Alberto Ferreira Gomes" userId="bc531018-f902-4d26-b3af-7ca03fb059d6" providerId="ADAL" clId="{8B3C50D5-6036-44F9-AC4A-9A8B6EE54F30}" dt="2024-01-20T18:28:51.970" v="3012" actId="478"/>
          <ac:spMkLst>
            <pc:docMk/>
            <pc:sldMk cId="1971937455" sldId="306"/>
            <ac:spMk id="34" creationId="{77E53C6A-1ED8-4FF5-322B-9B0AE40665B5}"/>
          </ac:spMkLst>
        </pc:spChg>
        <pc:spChg chg="del">
          <ac:chgData name="Luiz Alberto Ferreira Gomes" userId="bc531018-f902-4d26-b3af-7ca03fb059d6" providerId="ADAL" clId="{8B3C50D5-6036-44F9-AC4A-9A8B6EE54F30}" dt="2024-01-20T18:28:51.970" v="3012" actId="478"/>
          <ac:spMkLst>
            <pc:docMk/>
            <pc:sldMk cId="1971937455" sldId="306"/>
            <ac:spMk id="35" creationId="{ABBA4F4E-EA83-1E03-2DFD-6B4C0BEE1743}"/>
          </ac:spMkLst>
        </pc:spChg>
        <pc:grpChg chg="add del mod">
          <ac:chgData name="Luiz Alberto Ferreira Gomes" userId="bc531018-f902-4d26-b3af-7ca03fb059d6" providerId="ADAL" clId="{8B3C50D5-6036-44F9-AC4A-9A8B6EE54F30}" dt="2024-01-20T18:28:51.970" v="3012" actId="478"/>
          <ac:grpSpMkLst>
            <pc:docMk/>
            <pc:sldMk cId="1971937455" sldId="306"/>
            <ac:grpSpMk id="7" creationId="{0DCE94DB-9C7E-5CFF-0CD9-512538E01A36}"/>
          </ac:grpSpMkLst>
        </pc:grpChg>
        <pc:grpChg chg="add mod">
          <ac:chgData name="Luiz Alberto Ferreira Gomes" userId="bc531018-f902-4d26-b3af-7ca03fb059d6" providerId="ADAL" clId="{8B3C50D5-6036-44F9-AC4A-9A8B6EE54F30}" dt="2024-01-20T18:28:53.846" v="3013"/>
          <ac:grpSpMkLst>
            <pc:docMk/>
            <pc:sldMk cId="1971937455" sldId="306"/>
            <ac:grpSpMk id="19" creationId="{A9AC0C49-E9EF-4C0E-FFD5-5E6682CD5083}"/>
          </ac:grpSpMkLst>
        </pc:grpChg>
        <pc:grpChg chg="del">
          <ac:chgData name="Luiz Alberto Ferreira Gomes" userId="bc531018-f902-4d26-b3af-7ca03fb059d6" providerId="ADAL" clId="{8B3C50D5-6036-44F9-AC4A-9A8B6EE54F30}" dt="2024-01-20T18:28:51.970" v="3012" actId="478"/>
          <ac:grpSpMkLst>
            <pc:docMk/>
            <pc:sldMk cId="1971937455" sldId="306"/>
            <ac:grpSpMk id="40" creationId="{3ABA1101-A7B0-7E81-F6B7-AED3D57F1F52}"/>
          </ac:grpSpMkLst>
        </pc:grpChg>
        <pc:picChg chg="mod">
          <ac:chgData name="Luiz Alberto Ferreira Gomes" userId="bc531018-f902-4d26-b3af-7ca03fb059d6" providerId="ADAL" clId="{8B3C50D5-6036-44F9-AC4A-9A8B6EE54F30}" dt="2024-01-20T18:09:44.189" v="2857" actId="164"/>
          <ac:picMkLst>
            <pc:docMk/>
            <pc:sldMk cId="1971937455" sldId="306"/>
            <ac:picMk id="2" creationId="{A0850180-C08C-7AB0-4C65-70EACDC18F0D}"/>
          </ac:picMkLst>
        </pc:picChg>
        <pc:picChg chg="mod">
          <ac:chgData name="Luiz Alberto Ferreira Gomes" userId="bc531018-f902-4d26-b3af-7ca03fb059d6" providerId="ADAL" clId="{8B3C50D5-6036-44F9-AC4A-9A8B6EE54F30}" dt="2024-01-20T18:09:44.189" v="2857" actId="164"/>
          <ac:picMkLst>
            <pc:docMk/>
            <pc:sldMk cId="1971937455" sldId="306"/>
            <ac:picMk id="3" creationId="{7DBEA492-CF59-C24F-07C8-DF8B5F6A84AA}"/>
          </ac:picMkLst>
        </pc:picChg>
        <pc:picChg chg="mod">
          <ac:chgData name="Luiz Alberto Ferreira Gomes" userId="bc531018-f902-4d26-b3af-7ca03fb059d6" providerId="ADAL" clId="{8B3C50D5-6036-44F9-AC4A-9A8B6EE54F30}" dt="2024-01-20T18:09:44.189" v="2857" actId="164"/>
          <ac:picMkLst>
            <pc:docMk/>
            <pc:sldMk cId="1971937455" sldId="306"/>
            <ac:picMk id="4" creationId="{E21AC6F5-0D7F-2DE9-40C2-63506FA9BB52}"/>
          </ac:picMkLst>
        </pc:picChg>
        <pc:picChg chg="mod">
          <ac:chgData name="Luiz Alberto Ferreira Gomes" userId="bc531018-f902-4d26-b3af-7ca03fb059d6" providerId="ADAL" clId="{8B3C50D5-6036-44F9-AC4A-9A8B6EE54F30}" dt="2024-01-20T18:09:44.189" v="2857" actId="164"/>
          <ac:picMkLst>
            <pc:docMk/>
            <pc:sldMk cId="1971937455" sldId="306"/>
            <ac:picMk id="5" creationId="{E1E09A0F-53EB-9F1F-E6CD-1918C55A3467}"/>
          </ac:picMkLst>
        </pc:picChg>
        <pc:picChg chg="del mod">
          <ac:chgData name="Luiz Alberto Ferreira Gomes" userId="bc531018-f902-4d26-b3af-7ca03fb059d6" providerId="ADAL" clId="{8B3C50D5-6036-44F9-AC4A-9A8B6EE54F30}" dt="2024-01-20T18:28:51.970" v="3012" actId="478"/>
          <ac:picMkLst>
            <pc:docMk/>
            <pc:sldMk cId="1971937455" sldId="306"/>
            <ac:picMk id="12" creationId="{88A62A25-74B0-2530-708A-C29C63FAB20E}"/>
          </ac:picMkLst>
        </pc:picChg>
        <pc:picChg chg="add mod">
          <ac:chgData name="Luiz Alberto Ferreira Gomes" userId="bc531018-f902-4d26-b3af-7ca03fb059d6" providerId="ADAL" clId="{8B3C50D5-6036-44F9-AC4A-9A8B6EE54F30}" dt="2024-01-20T18:28:53.846" v="3013"/>
          <ac:picMkLst>
            <pc:docMk/>
            <pc:sldMk cId="1971937455" sldId="306"/>
            <ac:picMk id="17" creationId="{1D8E346B-F982-6C25-DC06-F35C8A475A86}"/>
          </ac:picMkLst>
        </pc:picChg>
        <pc:picChg chg="add mod">
          <ac:chgData name="Luiz Alberto Ferreira Gomes" userId="bc531018-f902-4d26-b3af-7ca03fb059d6" providerId="ADAL" clId="{8B3C50D5-6036-44F9-AC4A-9A8B6EE54F30}" dt="2024-01-20T18:28:53.846" v="3013"/>
          <ac:picMkLst>
            <pc:docMk/>
            <pc:sldMk cId="1971937455" sldId="306"/>
            <ac:picMk id="18" creationId="{BD33025E-A99C-347A-DAE2-85AA1ACF5BAC}"/>
          </ac:picMkLst>
        </pc:picChg>
        <pc:cxnChg chg="add mod">
          <ac:chgData name="Luiz Alberto Ferreira Gomes" userId="bc531018-f902-4d26-b3af-7ca03fb059d6" providerId="ADAL" clId="{8B3C50D5-6036-44F9-AC4A-9A8B6EE54F30}" dt="2024-01-20T18:29:13.639" v="3070" actId="14100"/>
          <ac:cxnSpMkLst>
            <pc:docMk/>
            <pc:sldMk cId="1971937455" sldId="306"/>
            <ac:cxnSpMk id="16" creationId="{FDC8B804-48CB-0817-1982-132BDA85504A}"/>
          </ac:cxnSpMkLst>
        </pc:cxnChg>
      </pc:sldChg>
      <pc:sldChg chg="addSp delSp modSp add mod">
        <pc:chgData name="Luiz Alberto Ferreira Gomes" userId="bc531018-f902-4d26-b3af-7ca03fb059d6" providerId="ADAL" clId="{8B3C50D5-6036-44F9-AC4A-9A8B6EE54F30}" dt="2024-01-20T18:28:41.566" v="3011" actId="1076"/>
        <pc:sldMkLst>
          <pc:docMk/>
          <pc:sldMk cId="885314571" sldId="307"/>
        </pc:sldMkLst>
        <pc:spChg chg="add mod ord">
          <ac:chgData name="Luiz Alberto Ferreira Gomes" userId="bc531018-f902-4d26-b3af-7ca03fb059d6" providerId="ADAL" clId="{8B3C50D5-6036-44F9-AC4A-9A8B6EE54F30}" dt="2024-01-20T18:26:10.420" v="2986" actId="14100"/>
          <ac:spMkLst>
            <pc:docMk/>
            <pc:sldMk cId="885314571" sldId="307"/>
            <ac:spMk id="2" creationId="{F8421B69-1762-F067-A643-DFB10613B278}"/>
          </ac:spMkLst>
        </pc:spChg>
        <pc:spChg chg="add mod ord">
          <ac:chgData name="Luiz Alberto Ferreira Gomes" userId="bc531018-f902-4d26-b3af-7ca03fb059d6" providerId="ADAL" clId="{8B3C50D5-6036-44F9-AC4A-9A8B6EE54F30}" dt="2024-01-20T18:28:29.519" v="3010" actId="14100"/>
          <ac:spMkLst>
            <pc:docMk/>
            <pc:sldMk cId="885314571" sldId="307"/>
            <ac:spMk id="3" creationId="{7F4A5B2D-5E75-5463-D5E7-C8F73A8D3266}"/>
          </ac:spMkLst>
        </pc:spChg>
        <pc:spChg chg="mod">
          <ac:chgData name="Luiz Alberto Ferreira Gomes" userId="bc531018-f902-4d26-b3af-7ca03fb059d6" providerId="ADAL" clId="{8B3C50D5-6036-44F9-AC4A-9A8B6EE54F30}" dt="2024-01-20T18:22:26.012" v="2951" actId="207"/>
          <ac:spMkLst>
            <pc:docMk/>
            <pc:sldMk cId="885314571" sldId="307"/>
            <ac:spMk id="5" creationId="{EDB026B3-3741-E244-607A-199CEB1321B9}"/>
          </ac:spMkLst>
        </pc:spChg>
        <pc:spChg chg="mod">
          <ac:chgData name="Luiz Alberto Ferreira Gomes" userId="bc531018-f902-4d26-b3af-7ca03fb059d6" providerId="ADAL" clId="{8B3C50D5-6036-44F9-AC4A-9A8B6EE54F30}" dt="2024-01-20T18:22:26.012" v="2951" actId="207"/>
          <ac:spMkLst>
            <pc:docMk/>
            <pc:sldMk cId="885314571" sldId="307"/>
            <ac:spMk id="6" creationId="{7493C21C-4143-6BAA-0BD7-F29AE8EC9832}"/>
          </ac:spMkLst>
        </pc:spChg>
        <pc:spChg chg="mod">
          <ac:chgData name="Luiz Alberto Ferreira Gomes" userId="bc531018-f902-4d26-b3af-7ca03fb059d6" providerId="ADAL" clId="{8B3C50D5-6036-44F9-AC4A-9A8B6EE54F30}" dt="2024-01-20T18:22:26.012" v="2951" actId="207"/>
          <ac:spMkLst>
            <pc:docMk/>
            <pc:sldMk cId="885314571" sldId="307"/>
            <ac:spMk id="7" creationId="{15D4ED4B-4E46-7541-42C2-6A35868B09F7}"/>
          </ac:spMkLst>
        </pc:spChg>
        <pc:spChg chg="mod">
          <ac:chgData name="Luiz Alberto Ferreira Gomes" userId="bc531018-f902-4d26-b3af-7ca03fb059d6" providerId="ADAL" clId="{8B3C50D5-6036-44F9-AC4A-9A8B6EE54F30}" dt="2024-01-20T18:22:26.012" v="2951" actId="207"/>
          <ac:spMkLst>
            <pc:docMk/>
            <pc:sldMk cId="885314571" sldId="307"/>
            <ac:spMk id="8" creationId="{03A729EA-3706-3746-05CD-A075391BB93C}"/>
          </ac:spMkLst>
        </pc:spChg>
        <pc:spChg chg="mod">
          <ac:chgData name="Luiz Alberto Ferreira Gomes" userId="bc531018-f902-4d26-b3af-7ca03fb059d6" providerId="ADAL" clId="{8B3C50D5-6036-44F9-AC4A-9A8B6EE54F30}" dt="2024-01-20T18:22:26.012" v="2951" actId="207"/>
          <ac:spMkLst>
            <pc:docMk/>
            <pc:sldMk cId="885314571" sldId="307"/>
            <ac:spMk id="9" creationId="{00413653-F69D-972C-1E6B-D1BBD65BDDF5}"/>
          </ac:spMkLst>
        </pc:spChg>
        <pc:spChg chg="mod">
          <ac:chgData name="Luiz Alberto Ferreira Gomes" userId="bc531018-f902-4d26-b3af-7ca03fb059d6" providerId="ADAL" clId="{8B3C50D5-6036-44F9-AC4A-9A8B6EE54F30}" dt="2024-01-20T18:27:48.990" v="3006" actId="14100"/>
          <ac:spMkLst>
            <pc:docMk/>
            <pc:sldMk cId="885314571" sldId="307"/>
            <ac:spMk id="19" creationId="{F53C2D2D-18AC-FF58-AA44-88FFC7F3DB32}"/>
          </ac:spMkLst>
        </pc:spChg>
        <pc:spChg chg="mod">
          <ac:chgData name="Luiz Alberto Ferreira Gomes" userId="bc531018-f902-4d26-b3af-7ca03fb059d6" providerId="ADAL" clId="{8B3C50D5-6036-44F9-AC4A-9A8B6EE54F30}" dt="2024-01-20T18:27:52.807" v="3007" actId="14100"/>
          <ac:spMkLst>
            <pc:docMk/>
            <pc:sldMk cId="885314571" sldId="307"/>
            <ac:spMk id="21" creationId="{1D345126-4598-B244-F051-27902F29C551}"/>
          </ac:spMkLst>
        </pc:spChg>
        <pc:spChg chg="mod">
          <ac:chgData name="Luiz Alberto Ferreira Gomes" userId="bc531018-f902-4d26-b3af-7ca03fb059d6" providerId="ADAL" clId="{8B3C50D5-6036-44F9-AC4A-9A8B6EE54F30}" dt="2024-01-20T18:26:06.450" v="2985" actId="14100"/>
          <ac:spMkLst>
            <pc:docMk/>
            <pc:sldMk cId="885314571" sldId="307"/>
            <ac:spMk id="34" creationId="{77E53C6A-1ED8-4FF5-322B-9B0AE40665B5}"/>
          </ac:spMkLst>
        </pc:spChg>
        <pc:spChg chg="mod">
          <ac:chgData name="Luiz Alberto Ferreira Gomes" userId="bc531018-f902-4d26-b3af-7ca03fb059d6" providerId="ADAL" clId="{8B3C50D5-6036-44F9-AC4A-9A8B6EE54F30}" dt="2024-01-20T18:28:41.566" v="3011" actId="1076"/>
          <ac:spMkLst>
            <pc:docMk/>
            <pc:sldMk cId="885314571" sldId="307"/>
            <ac:spMk id="35" creationId="{ABBA4F4E-EA83-1E03-2DFD-6B4C0BEE1743}"/>
          </ac:spMkLst>
        </pc:spChg>
        <pc:grpChg chg="add mod">
          <ac:chgData name="Luiz Alberto Ferreira Gomes" userId="bc531018-f902-4d26-b3af-7ca03fb059d6" providerId="ADAL" clId="{8B3C50D5-6036-44F9-AC4A-9A8B6EE54F30}" dt="2024-01-20T18:22:26.012" v="2951" actId="207"/>
          <ac:grpSpMkLst>
            <pc:docMk/>
            <pc:sldMk cId="885314571" sldId="307"/>
            <ac:grpSpMk id="4" creationId="{D3C46C73-35E3-D078-B423-D7F153B4C14E}"/>
          </ac:grpSpMkLst>
        </pc:grpChg>
        <pc:grpChg chg="del">
          <ac:chgData name="Luiz Alberto Ferreira Gomes" userId="bc531018-f902-4d26-b3af-7ca03fb059d6" providerId="ADAL" clId="{8B3C50D5-6036-44F9-AC4A-9A8B6EE54F30}" dt="2024-01-20T18:17:21.372" v="2903" actId="478"/>
          <ac:grpSpMkLst>
            <pc:docMk/>
            <pc:sldMk cId="885314571" sldId="307"/>
            <ac:grpSpMk id="14" creationId="{A21FEBCB-34B6-FF06-4BB4-1D4C5926980F}"/>
          </ac:grpSpMkLst>
        </pc:grpChg>
        <pc:grpChg chg="del">
          <ac:chgData name="Luiz Alberto Ferreira Gomes" userId="bc531018-f902-4d26-b3af-7ca03fb059d6" providerId="ADAL" clId="{8B3C50D5-6036-44F9-AC4A-9A8B6EE54F30}" dt="2024-01-20T18:21:14.955" v="2944" actId="478"/>
          <ac:grpSpMkLst>
            <pc:docMk/>
            <pc:sldMk cId="885314571" sldId="307"/>
            <ac:grpSpMk id="40" creationId="{3ABA1101-A7B0-7E81-F6B7-AED3D57F1F52}"/>
          </ac:grpSpMkLst>
        </pc:grpChg>
        <pc:picChg chg="del">
          <ac:chgData name="Luiz Alberto Ferreira Gomes" userId="bc531018-f902-4d26-b3af-7ca03fb059d6" providerId="ADAL" clId="{8B3C50D5-6036-44F9-AC4A-9A8B6EE54F30}" dt="2024-01-20T18:17:23.402" v="2904" actId="478"/>
          <ac:picMkLst>
            <pc:docMk/>
            <pc:sldMk cId="885314571" sldId="307"/>
            <ac:picMk id="20" creationId="{5E7BC9B0-DE67-FDF5-F835-FFCB0FD36A7F}"/>
          </ac:picMkLst>
        </pc:picChg>
        <pc:picChg chg="mod">
          <ac:chgData name="Luiz Alberto Ferreira Gomes" userId="bc531018-f902-4d26-b3af-7ca03fb059d6" providerId="ADAL" clId="{8B3C50D5-6036-44F9-AC4A-9A8B6EE54F30}" dt="2024-01-20T18:26:00.144" v="2984" actId="554"/>
          <ac:picMkLst>
            <pc:docMk/>
            <pc:sldMk cId="885314571" sldId="307"/>
            <ac:picMk id="1026" creationId="{E443DBD7-E5BF-C56D-E7BF-BA1FDF5B0C25}"/>
          </ac:picMkLst>
        </pc:picChg>
        <pc:picChg chg="mod">
          <ac:chgData name="Luiz Alberto Ferreira Gomes" userId="bc531018-f902-4d26-b3af-7ca03fb059d6" providerId="ADAL" clId="{8B3C50D5-6036-44F9-AC4A-9A8B6EE54F30}" dt="2024-01-20T18:26:00.144" v="2984" actId="554"/>
          <ac:picMkLst>
            <pc:docMk/>
            <pc:sldMk cId="885314571" sldId="307"/>
            <ac:picMk id="1028" creationId="{ACD0278D-EBAC-5D14-A234-042643912A35}"/>
          </ac:picMkLst>
        </pc:picChg>
        <pc:cxnChg chg="mod">
          <ac:chgData name="Luiz Alberto Ferreira Gomes" userId="bc531018-f902-4d26-b3af-7ca03fb059d6" providerId="ADAL" clId="{8B3C50D5-6036-44F9-AC4A-9A8B6EE54F30}" dt="2024-01-20T18:26:51.715" v="2993" actId="14100"/>
          <ac:cxnSpMkLst>
            <pc:docMk/>
            <pc:sldMk cId="885314571" sldId="307"/>
            <ac:cxnSpMk id="22" creationId="{6D58A3EE-6D02-D405-DB78-8CCF9722F06F}"/>
          </ac:cxnSpMkLst>
        </pc:cxnChg>
      </pc:sldChg>
      <pc:sldMasterChg chg="add del addSldLayout delSldLayout">
        <pc:chgData name="Luiz Alberto Ferreira Gomes" userId="bc531018-f902-4d26-b3af-7ca03fb059d6" providerId="ADAL" clId="{8B3C50D5-6036-44F9-AC4A-9A8B6EE54F30}" dt="2024-01-12T17:46:59.015" v="1632" actId="2696"/>
        <pc:sldMasterMkLst>
          <pc:docMk/>
          <pc:sldMasterMk cId="0" sldId="2147483661"/>
        </pc:sldMasterMkLst>
        <pc:sldLayoutChg chg="add del">
          <pc:chgData name="Luiz Alberto Ferreira Gomes" userId="bc531018-f902-4d26-b3af-7ca03fb059d6" providerId="ADAL" clId="{8B3C50D5-6036-44F9-AC4A-9A8B6EE54F30}" dt="2024-01-12T17:46:59.015" v="1632" actId="2696"/>
          <pc:sldLayoutMkLst>
            <pc:docMk/>
            <pc:sldMasterMk cId="0" sldId="2147483661"/>
            <pc:sldLayoutMk cId="0" sldId="2147483662"/>
          </pc:sldLayoutMkLst>
        </pc:sldLayoutChg>
      </pc:sldMasterChg>
      <pc:sldMasterChg chg="del delSldLayout">
        <pc:chgData name="Luiz Alberto Ferreira Gomes" userId="bc531018-f902-4d26-b3af-7ca03fb059d6" providerId="ADAL" clId="{8B3C50D5-6036-44F9-AC4A-9A8B6EE54F30}" dt="2024-01-11T15:59:47.480" v="87" actId="47"/>
        <pc:sldMasterMkLst>
          <pc:docMk/>
          <pc:sldMasterMk cId="0" sldId="2147483663"/>
        </pc:sldMasterMkLst>
        <pc:sldLayoutChg chg="del">
          <pc:chgData name="Luiz Alberto Ferreira Gomes" userId="bc531018-f902-4d26-b3af-7ca03fb059d6" providerId="ADAL" clId="{8B3C50D5-6036-44F9-AC4A-9A8B6EE54F30}" dt="2024-01-11T15:59:47.480" v="87" actId="47"/>
          <pc:sldLayoutMkLst>
            <pc:docMk/>
            <pc:sldMasterMk cId="0" sldId="2147483663"/>
            <pc:sldLayoutMk cId="0" sldId="2147483662"/>
          </pc:sldLayoutMkLst>
        </pc:sldLayoutChg>
      </pc:sldMasterChg>
      <pc:sldMasterChg chg="add addSldLayout">
        <pc:chgData name="Luiz Alberto Ferreira Gomes" userId="bc531018-f902-4d26-b3af-7ca03fb059d6" providerId="ADAL" clId="{8B3C50D5-6036-44F9-AC4A-9A8B6EE54F30}" dt="2024-01-12T18:13:12.511" v="1672" actId="27028"/>
        <pc:sldMasterMkLst>
          <pc:docMk/>
          <pc:sldMasterMk cId="0" sldId="2147483794"/>
        </pc:sldMasterMkLst>
        <pc:sldLayoutChg chg="add">
          <pc:chgData name="Luiz Alberto Ferreira Gomes" userId="bc531018-f902-4d26-b3af-7ca03fb059d6" providerId="ADAL" clId="{8B3C50D5-6036-44F9-AC4A-9A8B6EE54F30}" dt="2024-01-12T18:13:12.511" v="1672" actId="27028"/>
          <pc:sldLayoutMkLst>
            <pc:docMk/>
            <pc:sldMasterMk cId="0" sldId="2147483794"/>
            <pc:sldLayoutMk cId="0" sldId="2147483795"/>
          </pc:sldLayoutMkLst>
        </pc:sldLayoutChg>
      </pc:sldMasterChg>
    </pc:docChg>
  </pc:docChgLst>
  <pc:docChgLst>
    <pc:chgData name="Luiz Alberto Ferreira Gomes" userId="bc531018-f902-4d26-b3af-7ca03fb059d6" providerId="ADAL" clId="{BC9BCEAE-E4B3-4755-9F47-7F9ADE7C6BA5}"/>
    <pc:docChg chg="undo custSel addSld delSld modSld addMainMaster delMainMaster">
      <pc:chgData name="Luiz Alberto Ferreira Gomes" userId="bc531018-f902-4d26-b3af-7ca03fb059d6" providerId="ADAL" clId="{BC9BCEAE-E4B3-4755-9F47-7F9ADE7C6BA5}" dt="2024-02-10T03:21:23.367" v="209" actId="47"/>
      <pc:docMkLst>
        <pc:docMk/>
      </pc:docMkLst>
      <pc:sldChg chg="modSp mod">
        <pc:chgData name="Luiz Alberto Ferreira Gomes" userId="bc531018-f902-4d26-b3af-7ca03fb059d6" providerId="ADAL" clId="{BC9BCEAE-E4B3-4755-9F47-7F9ADE7C6BA5}" dt="2024-02-10T03:07:35.776" v="45" actId="403"/>
        <pc:sldMkLst>
          <pc:docMk/>
          <pc:sldMk cId="1241614345" sldId="279"/>
        </pc:sldMkLst>
        <pc:spChg chg="mod">
          <ac:chgData name="Luiz Alberto Ferreira Gomes" userId="bc531018-f902-4d26-b3af-7ca03fb059d6" providerId="ADAL" clId="{BC9BCEAE-E4B3-4755-9F47-7F9ADE7C6BA5}" dt="2024-02-10T03:07:35.776" v="45" actId="403"/>
          <ac:spMkLst>
            <pc:docMk/>
            <pc:sldMk cId="1241614345" sldId="279"/>
            <ac:spMk id="123" creationId="{00000000-0000-0000-0000-000000000000}"/>
          </ac:spMkLst>
        </pc:spChg>
      </pc:sldChg>
      <pc:sldChg chg="modSp mod">
        <pc:chgData name="Luiz Alberto Ferreira Gomes" userId="bc531018-f902-4d26-b3af-7ca03fb059d6" providerId="ADAL" clId="{BC9BCEAE-E4B3-4755-9F47-7F9ADE7C6BA5}" dt="2024-02-10T03:09:29.158" v="119" actId="207"/>
        <pc:sldMkLst>
          <pc:docMk/>
          <pc:sldMk cId="4083999698" sldId="313"/>
        </pc:sldMkLst>
        <pc:spChg chg="mod">
          <ac:chgData name="Luiz Alberto Ferreira Gomes" userId="bc531018-f902-4d26-b3af-7ca03fb059d6" providerId="ADAL" clId="{BC9BCEAE-E4B3-4755-9F47-7F9ADE7C6BA5}" dt="2024-02-10T03:09:29.158" v="119" actId="207"/>
          <ac:spMkLst>
            <pc:docMk/>
            <pc:sldMk cId="4083999698" sldId="313"/>
            <ac:spMk id="3" creationId="{59CFEB2C-7A8F-7D9F-7EB8-E2138A8BBF38}"/>
          </ac:spMkLst>
        </pc:spChg>
      </pc:sldChg>
      <pc:sldChg chg="addSp modSp add del mod">
        <pc:chgData name="Luiz Alberto Ferreira Gomes" userId="bc531018-f902-4d26-b3af-7ca03fb059d6" providerId="ADAL" clId="{BC9BCEAE-E4B3-4755-9F47-7F9ADE7C6BA5}" dt="2024-02-10T03:21:00.806" v="208" actId="47"/>
        <pc:sldMkLst>
          <pc:docMk/>
          <pc:sldMk cId="257746967" sldId="333"/>
        </pc:sldMkLst>
        <pc:spChg chg="add mod">
          <ac:chgData name="Luiz Alberto Ferreira Gomes" userId="bc531018-f902-4d26-b3af-7ca03fb059d6" providerId="ADAL" clId="{BC9BCEAE-E4B3-4755-9F47-7F9ADE7C6BA5}" dt="2024-02-10T03:18:48.419" v="185" actId="1076"/>
          <ac:spMkLst>
            <pc:docMk/>
            <pc:sldMk cId="257746967" sldId="333"/>
            <ac:spMk id="2" creationId="{9A0AC30A-44A8-0229-85E6-99A493840EF3}"/>
          </ac:spMkLst>
        </pc:spChg>
        <pc:spChg chg="mod">
          <ac:chgData name="Luiz Alberto Ferreira Gomes" userId="bc531018-f902-4d26-b3af-7ca03fb059d6" providerId="ADAL" clId="{BC9BCEAE-E4B3-4755-9F47-7F9ADE7C6BA5}" dt="2024-02-10T03:17:48.902" v="156" actId="20577"/>
          <ac:spMkLst>
            <pc:docMk/>
            <pc:sldMk cId="257746967" sldId="333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BC9BCEAE-E4B3-4755-9F47-7F9ADE7C6BA5}" dt="2024-02-10T03:16:59.333" v="140" actId="20577"/>
          <ac:spMkLst>
            <pc:docMk/>
            <pc:sldMk cId="257746967" sldId="333"/>
            <ac:spMk id="4" creationId="{D8373BB2-56B0-FCA1-5F4E-737FD5CC5A08}"/>
          </ac:spMkLst>
        </pc:spChg>
        <pc:spChg chg="add mod">
          <ac:chgData name="Luiz Alberto Ferreira Gomes" userId="bc531018-f902-4d26-b3af-7ca03fb059d6" providerId="ADAL" clId="{BC9BCEAE-E4B3-4755-9F47-7F9ADE7C6BA5}" dt="2024-02-10T03:18:48.419" v="185" actId="1076"/>
          <ac:spMkLst>
            <pc:docMk/>
            <pc:sldMk cId="257746967" sldId="333"/>
            <ac:spMk id="5" creationId="{CC11F3F2-4C38-2A37-108D-CB2634DC0D41}"/>
          </ac:spMkLst>
        </pc:spChg>
        <pc:spChg chg="add mod">
          <ac:chgData name="Luiz Alberto Ferreira Gomes" userId="bc531018-f902-4d26-b3af-7ca03fb059d6" providerId="ADAL" clId="{BC9BCEAE-E4B3-4755-9F47-7F9ADE7C6BA5}" dt="2024-02-10T03:19:48.872" v="200" actId="20577"/>
          <ac:spMkLst>
            <pc:docMk/>
            <pc:sldMk cId="257746967" sldId="333"/>
            <ac:spMk id="7" creationId="{F9C68AB3-A6CB-59AD-AE59-A9D8B00A738A}"/>
          </ac:spMkLst>
        </pc:spChg>
        <pc:spChg chg="add mod">
          <ac:chgData name="Luiz Alberto Ferreira Gomes" userId="bc531018-f902-4d26-b3af-7ca03fb059d6" providerId="ADAL" clId="{BC9BCEAE-E4B3-4755-9F47-7F9ADE7C6BA5}" dt="2024-02-10T03:19:34.639" v="194" actId="20577"/>
          <ac:spMkLst>
            <pc:docMk/>
            <pc:sldMk cId="257746967" sldId="333"/>
            <ac:spMk id="9" creationId="{E32BBEDC-8D85-ACB7-03E6-EFCEE9A88E50}"/>
          </ac:spMkLst>
        </pc:spChg>
        <pc:spChg chg="add mod">
          <ac:chgData name="Luiz Alberto Ferreira Gomes" userId="bc531018-f902-4d26-b3af-7ca03fb059d6" providerId="ADAL" clId="{BC9BCEAE-E4B3-4755-9F47-7F9ADE7C6BA5}" dt="2024-02-10T03:20:15.520" v="202" actId="1076"/>
          <ac:spMkLst>
            <pc:docMk/>
            <pc:sldMk cId="257746967" sldId="333"/>
            <ac:spMk id="15" creationId="{496A07EC-100F-4B62-529D-BBB4E7E9B2F5}"/>
          </ac:spMkLst>
        </pc:spChg>
        <pc:spChg chg="add mod">
          <ac:chgData name="Luiz Alberto Ferreira Gomes" userId="bc531018-f902-4d26-b3af-7ca03fb059d6" providerId="ADAL" clId="{BC9BCEAE-E4B3-4755-9F47-7F9ADE7C6BA5}" dt="2024-02-10T03:20:21.677" v="206" actId="20577"/>
          <ac:spMkLst>
            <pc:docMk/>
            <pc:sldMk cId="257746967" sldId="333"/>
            <ac:spMk id="17" creationId="{0D6B7C5A-09F4-D4A8-2D49-2A92DC3B87C0}"/>
          </ac:spMkLst>
        </pc:spChg>
        <pc:spChg chg="mod">
          <ac:chgData name="Luiz Alberto Ferreira Gomes" userId="bc531018-f902-4d26-b3af-7ca03fb059d6" providerId="ADAL" clId="{BC9BCEAE-E4B3-4755-9F47-7F9ADE7C6BA5}" dt="2024-02-10T03:18:10.346" v="168" actId="20577"/>
          <ac:spMkLst>
            <pc:docMk/>
            <pc:sldMk cId="257746967" sldId="333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BC9BCEAE-E4B3-4755-9F47-7F9ADE7C6BA5}" dt="2024-02-10T03:19:18.673" v="189" actId="1076"/>
          <ac:spMkLst>
            <pc:docMk/>
            <pc:sldMk cId="257746967" sldId="333"/>
            <ac:spMk id="21" creationId="{19CFBC72-15D8-A456-B6EB-5A121229E9FD}"/>
          </ac:spMkLst>
        </pc:spChg>
      </pc:sldChg>
      <pc:sldChg chg="modSp mod modNotesTx">
        <pc:chgData name="Luiz Alberto Ferreira Gomes" userId="bc531018-f902-4d26-b3af-7ca03fb059d6" providerId="ADAL" clId="{BC9BCEAE-E4B3-4755-9F47-7F9ADE7C6BA5}" dt="2024-02-10T03:08:24.944" v="86" actId="6549"/>
        <pc:sldMkLst>
          <pc:docMk/>
          <pc:sldMk cId="2171084529" sldId="340"/>
        </pc:sldMkLst>
        <pc:spChg chg="mod">
          <ac:chgData name="Luiz Alberto Ferreira Gomes" userId="bc531018-f902-4d26-b3af-7ca03fb059d6" providerId="ADAL" clId="{BC9BCEAE-E4B3-4755-9F47-7F9ADE7C6BA5}" dt="2024-02-10T03:08:21.257" v="85" actId="20577"/>
          <ac:spMkLst>
            <pc:docMk/>
            <pc:sldMk cId="2171084529" sldId="340"/>
            <ac:spMk id="42" creationId="{DBFFBEE1-C439-F3FB-DE7F-D8E6A22833FD}"/>
          </ac:spMkLst>
        </pc:spChg>
        <pc:spChg chg="mod">
          <ac:chgData name="Luiz Alberto Ferreira Gomes" userId="bc531018-f902-4d26-b3af-7ca03fb059d6" providerId="ADAL" clId="{BC9BCEAE-E4B3-4755-9F47-7F9ADE7C6BA5}" dt="2024-02-10T03:08:06.014" v="48" actId="108"/>
          <ac:spMkLst>
            <pc:docMk/>
            <pc:sldMk cId="2171084529" sldId="340"/>
            <ac:spMk id="46" creationId="{88435368-2F5C-93E4-C200-80D96D1294D7}"/>
          </ac:spMkLst>
        </pc:spChg>
        <pc:spChg chg="mod">
          <ac:chgData name="Luiz Alberto Ferreira Gomes" userId="bc531018-f902-4d26-b3af-7ca03fb059d6" providerId="ADAL" clId="{BC9BCEAE-E4B3-4755-9F47-7F9ADE7C6BA5}" dt="2024-02-10T03:07:55.792" v="47" actId="108"/>
          <ac:spMkLst>
            <pc:docMk/>
            <pc:sldMk cId="2171084529" sldId="340"/>
            <ac:spMk id="47" creationId="{D82BC69F-77AB-5A77-C3F1-F8904BD0CF95}"/>
          </ac:spMkLst>
        </pc:spChg>
        <pc:spChg chg="mod">
          <ac:chgData name="Luiz Alberto Ferreira Gomes" userId="bc531018-f902-4d26-b3af-7ca03fb059d6" providerId="ADAL" clId="{BC9BCEAE-E4B3-4755-9F47-7F9ADE7C6BA5}" dt="2024-02-10T03:07:48.220" v="46" actId="108"/>
          <ac:spMkLst>
            <pc:docMk/>
            <pc:sldMk cId="2171084529" sldId="340"/>
            <ac:spMk id="55" creationId="{47449983-D94E-346B-1A3B-F865B73959FA}"/>
          </ac:spMkLst>
        </pc:spChg>
      </pc:sldChg>
      <pc:sldChg chg="add del">
        <pc:chgData name="Luiz Alberto Ferreira Gomes" userId="bc531018-f902-4d26-b3af-7ca03fb059d6" providerId="ADAL" clId="{BC9BCEAE-E4B3-4755-9F47-7F9ADE7C6BA5}" dt="2024-02-10T03:21:23.367" v="209" actId="47"/>
        <pc:sldMkLst>
          <pc:docMk/>
          <pc:sldMk cId="3172080733" sldId="342"/>
        </pc:sldMkLst>
      </pc:sldChg>
      <pc:sldChg chg="add del">
        <pc:chgData name="Luiz Alberto Ferreira Gomes" userId="bc531018-f902-4d26-b3af-7ca03fb059d6" providerId="ADAL" clId="{BC9BCEAE-E4B3-4755-9F47-7F9ADE7C6BA5}" dt="2024-02-10T03:21:23.367" v="209" actId="47"/>
        <pc:sldMkLst>
          <pc:docMk/>
          <pc:sldMk cId="3431677351" sldId="343"/>
        </pc:sldMkLst>
      </pc:sldChg>
      <pc:sldChg chg="add del">
        <pc:chgData name="Luiz Alberto Ferreira Gomes" userId="bc531018-f902-4d26-b3af-7ca03fb059d6" providerId="ADAL" clId="{BC9BCEAE-E4B3-4755-9F47-7F9ADE7C6BA5}" dt="2024-02-10T03:21:23.367" v="209" actId="47"/>
        <pc:sldMkLst>
          <pc:docMk/>
          <pc:sldMk cId="843255711" sldId="344"/>
        </pc:sldMkLst>
      </pc:sldChg>
      <pc:sldChg chg="add del">
        <pc:chgData name="Luiz Alberto Ferreira Gomes" userId="bc531018-f902-4d26-b3af-7ca03fb059d6" providerId="ADAL" clId="{BC9BCEAE-E4B3-4755-9F47-7F9ADE7C6BA5}" dt="2024-02-10T03:21:23.367" v="209" actId="47"/>
        <pc:sldMkLst>
          <pc:docMk/>
          <pc:sldMk cId="4152725700" sldId="347"/>
        </pc:sldMkLst>
      </pc:sldChg>
      <pc:sldChg chg="add del">
        <pc:chgData name="Luiz Alberto Ferreira Gomes" userId="bc531018-f902-4d26-b3af-7ca03fb059d6" providerId="ADAL" clId="{BC9BCEAE-E4B3-4755-9F47-7F9ADE7C6BA5}" dt="2024-02-10T03:21:23.367" v="209" actId="47"/>
        <pc:sldMkLst>
          <pc:docMk/>
          <pc:sldMk cId="1700764663" sldId="349"/>
        </pc:sldMkLst>
      </pc:sldChg>
      <pc:sldChg chg="add del">
        <pc:chgData name="Luiz Alberto Ferreira Gomes" userId="bc531018-f902-4d26-b3af-7ca03fb059d6" providerId="ADAL" clId="{BC9BCEAE-E4B3-4755-9F47-7F9ADE7C6BA5}" dt="2024-02-10T03:21:23.367" v="209" actId="47"/>
        <pc:sldMkLst>
          <pc:docMk/>
          <pc:sldMk cId="3901195568" sldId="356"/>
        </pc:sldMkLst>
      </pc:sldChg>
      <pc:sldMasterChg chg="add del addSldLayout delSldLayout">
        <pc:chgData name="Luiz Alberto Ferreira Gomes" userId="bc531018-f902-4d26-b3af-7ca03fb059d6" providerId="ADAL" clId="{BC9BCEAE-E4B3-4755-9F47-7F9ADE7C6BA5}" dt="2024-02-10T03:21:00.806" v="208" actId="47"/>
        <pc:sldMasterMkLst>
          <pc:docMk/>
          <pc:sldMasterMk cId="76504195" sldId="2147483782"/>
        </pc:sldMasterMkLst>
        <pc:sldLayoutChg chg="add del">
          <pc:chgData name="Luiz Alberto Ferreira Gomes" userId="bc531018-f902-4d26-b3af-7ca03fb059d6" providerId="ADAL" clId="{BC9BCEAE-E4B3-4755-9F47-7F9ADE7C6BA5}" dt="2024-02-10T03:21:00.806" v="208" actId="47"/>
          <pc:sldLayoutMkLst>
            <pc:docMk/>
            <pc:sldMasterMk cId="76504195" sldId="2147483782"/>
            <pc:sldLayoutMk cId="1972129072" sldId="2147483784"/>
          </pc:sldLayoutMkLst>
        </pc:sldLayoutChg>
      </pc:sldMasterChg>
    </pc:docChg>
  </pc:docChgLst>
  <pc:docChgLst>
    <pc:chgData name="Luiz Alberto Ferreira Gomes" userId="bc531018-f902-4d26-b3af-7ca03fb059d6" providerId="ADAL" clId="{2FA46332-C948-4A62-A1FF-2601C54C6B8D}"/>
    <pc:docChg chg="undo custSel addSld delSld modSld sldOrd addMainMaster delMainMaster">
      <pc:chgData name="Luiz Alberto Ferreira Gomes" userId="bc531018-f902-4d26-b3af-7ca03fb059d6" providerId="ADAL" clId="{2FA46332-C948-4A62-A1FF-2601C54C6B8D}" dt="2024-01-21T02:12:04.126" v="1011" actId="1076"/>
      <pc:docMkLst>
        <pc:docMk/>
      </pc:docMkLst>
      <pc:sldChg chg="modSp mod modNotesTx">
        <pc:chgData name="Luiz Alberto Ferreira Gomes" userId="bc531018-f902-4d26-b3af-7ca03fb059d6" providerId="ADAL" clId="{2FA46332-C948-4A62-A1FF-2601C54C6B8D}" dt="2024-01-20T23:27:04.602" v="22" actId="255"/>
        <pc:sldMkLst>
          <pc:docMk/>
          <pc:sldMk cId="1241614345" sldId="279"/>
        </pc:sldMkLst>
        <pc:spChg chg="mod">
          <ac:chgData name="Luiz Alberto Ferreira Gomes" userId="bc531018-f902-4d26-b3af-7ca03fb059d6" providerId="ADAL" clId="{2FA46332-C948-4A62-A1FF-2601C54C6B8D}" dt="2024-01-20T23:27:04.602" v="22" actId="255"/>
          <ac:spMkLst>
            <pc:docMk/>
            <pc:sldMk cId="1241614345" sldId="279"/>
            <ac:spMk id="123" creationId="{00000000-0000-0000-0000-000000000000}"/>
          </ac:spMkLst>
        </pc:spChg>
      </pc:sldChg>
      <pc:sldChg chg="del">
        <pc:chgData name="Luiz Alberto Ferreira Gomes" userId="bc531018-f902-4d26-b3af-7ca03fb059d6" providerId="ADAL" clId="{2FA46332-C948-4A62-A1FF-2601C54C6B8D}" dt="2024-01-20T23:47:11.497" v="69" actId="47"/>
        <pc:sldMkLst>
          <pc:docMk/>
          <pc:sldMk cId="2501527861" sldId="308"/>
        </pc:sldMkLst>
      </pc:sldChg>
      <pc:sldChg chg="del">
        <pc:chgData name="Luiz Alberto Ferreira Gomes" userId="bc531018-f902-4d26-b3af-7ca03fb059d6" providerId="ADAL" clId="{2FA46332-C948-4A62-A1FF-2601C54C6B8D}" dt="2024-01-20T23:47:11.497" v="69" actId="47"/>
        <pc:sldMkLst>
          <pc:docMk/>
          <pc:sldMk cId="1000459795" sldId="309"/>
        </pc:sldMkLst>
      </pc:sldChg>
      <pc:sldChg chg="del">
        <pc:chgData name="Luiz Alberto Ferreira Gomes" userId="bc531018-f902-4d26-b3af-7ca03fb059d6" providerId="ADAL" clId="{2FA46332-C948-4A62-A1FF-2601C54C6B8D}" dt="2024-01-20T23:47:11.497" v="69" actId="47"/>
        <pc:sldMkLst>
          <pc:docMk/>
          <pc:sldMk cId="2641585942" sldId="310"/>
        </pc:sldMkLst>
      </pc:sldChg>
      <pc:sldChg chg="del">
        <pc:chgData name="Luiz Alberto Ferreira Gomes" userId="bc531018-f902-4d26-b3af-7ca03fb059d6" providerId="ADAL" clId="{2FA46332-C948-4A62-A1FF-2601C54C6B8D}" dt="2024-01-20T23:47:11.497" v="69" actId="47"/>
        <pc:sldMkLst>
          <pc:docMk/>
          <pc:sldMk cId="2795592469" sldId="311"/>
        </pc:sldMkLst>
      </pc:sldChg>
      <pc:sldChg chg="add del">
        <pc:chgData name="Luiz Alberto Ferreira Gomes" userId="bc531018-f902-4d26-b3af-7ca03fb059d6" providerId="ADAL" clId="{2FA46332-C948-4A62-A1FF-2601C54C6B8D}" dt="2024-01-20T23:30:50.592" v="27" actId="47"/>
        <pc:sldMkLst>
          <pc:docMk/>
          <pc:sldMk cId="2660248665" sldId="312"/>
        </pc:sldMkLst>
      </pc:sldChg>
      <pc:sldChg chg="addSp delSp modSp add mod modNotesTx">
        <pc:chgData name="Luiz Alberto Ferreira Gomes" userId="bc531018-f902-4d26-b3af-7ca03fb059d6" providerId="ADAL" clId="{2FA46332-C948-4A62-A1FF-2601C54C6B8D}" dt="2024-01-21T00:46:44.613" v="550" actId="21"/>
        <pc:sldMkLst>
          <pc:docMk/>
          <pc:sldMk cId="4083999698" sldId="313"/>
        </pc:sldMkLst>
        <pc:spChg chg="mod">
          <ac:chgData name="Luiz Alberto Ferreira Gomes" userId="bc531018-f902-4d26-b3af-7ca03fb059d6" providerId="ADAL" clId="{2FA46332-C948-4A62-A1FF-2601C54C6B8D}" dt="2024-01-20T23:38:04.879" v="56" actId="552"/>
          <ac:spMkLst>
            <pc:docMk/>
            <pc:sldMk cId="4083999698" sldId="313"/>
            <ac:spMk id="3" creationId="{59CFEB2C-7A8F-7D9F-7EB8-E2138A8BBF38}"/>
          </ac:spMkLst>
        </pc:spChg>
        <pc:spChg chg="mod">
          <ac:chgData name="Luiz Alberto Ferreira Gomes" userId="bc531018-f902-4d26-b3af-7ca03fb059d6" providerId="ADAL" clId="{2FA46332-C948-4A62-A1FF-2601C54C6B8D}" dt="2024-01-20T23:38:33.761" v="59" actId="6549"/>
          <ac:spMkLst>
            <pc:docMk/>
            <pc:sldMk cId="4083999698" sldId="313"/>
            <ac:spMk id="5" creationId="{FDF7EDA3-F448-3902-F083-6112AFA3D59F}"/>
          </ac:spMkLst>
        </pc:spChg>
        <pc:spChg chg="mod">
          <ac:chgData name="Luiz Alberto Ferreira Gomes" userId="bc531018-f902-4d26-b3af-7ca03fb059d6" providerId="ADAL" clId="{2FA46332-C948-4A62-A1FF-2601C54C6B8D}" dt="2024-01-20T23:42:44.682" v="63" actId="255"/>
          <ac:spMkLst>
            <pc:docMk/>
            <pc:sldMk cId="4083999698" sldId="313"/>
            <ac:spMk id="13" creationId="{F323318D-F68E-C036-EE20-27A9BAAF15D9}"/>
          </ac:spMkLst>
        </pc:spChg>
        <pc:grpChg chg="mod">
          <ac:chgData name="Luiz Alberto Ferreira Gomes" userId="bc531018-f902-4d26-b3af-7ca03fb059d6" providerId="ADAL" clId="{2FA46332-C948-4A62-A1FF-2601C54C6B8D}" dt="2024-01-20T23:38:13.995" v="57" actId="1076"/>
          <ac:grpSpMkLst>
            <pc:docMk/>
            <pc:sldMk cId="4083999698" sldId="313"/>
            <ac:grpSpMk id="6" creationId="{3C1BD4C6-BE4E-3180-1DE3-56962A5EC851}"/>
          </ac:grpSpMkLst>
        </pc:grpChg>
        <pc:picChg chg="add del mod">
          <ac:chgData name="Luiz Alberto Ferreira Gomes" userId="bc531018-f902-4d26-b3af-7ca03fb059d6" providerId="ADAL" clId="{2FA46332-C948-4A62-A1FF-2601C54C6B8D}" dt="2024-01-21T00:46:44.613" v="550" actId="21"/>
          <ac:picMkLst>
            <pc:docMk/>
            <pc:sldMk cId="4083999698" sldId="313"/>
            <ac:picMk id="1026" creationId="{4B252D7C-AFD1-C3E7-9C2D-D29AD90F413A}"/>
          </ac:picMkLst>
        </pc:picChg>
      </pc:sldChg>
      <pc:sldChg chg="delSp add del">
        <pc:chgData name="Luiz Alberto Ferreira Gomes" userId="bc531018-f902-4d26-b3af-7ca03fb059d6" providerId="ADAL" clId="{2FA46332-C948-4A62-A1FF-2601C54C6B8D}" dt="2024-01-20T23:51:28.658" v="86" actId="47"/>
        <pc:sldMkLst>
          <pc:docMk/>
          <pc:sldMk cId="4040386931" sldId="314"/>
        </pc:sldMkLst>
        <pc:picChg chg="del">
          <ac:chgData name="Luiz Alberto Ferreira Gomes" userId="bc531018-f902-4d26-b3af-7ca03fb059d6" providerId="ADAL" clId="{2FA46332-C948-4A62-A1FF-2601C54C6B8D}" dt="2024-01-20T23:49:24.520" v="74" actId="21"/>
          <ac:picMkLst>
            <pc:docMk/>
            <pc:sldMk cId="4040386931" sldId="314"/>
            <ac:picMk id="1026" creationId="{4B252D7C-AFD1-C3E7-9C2D-D29AD90F413A}"/>
          </ac:picMkLst>
        </pc:picChg>
      </pc:sldChg>
      <pc:sldChg chg="addSp delSp modSp add mod">
        <pc:chgData name="Luiz Alberto Ferreira Gomes" userId="bc531018-f902-4d26-b3af-7ca03fb059d6" providerId="ADAL" clId="{2FA46332-C948-4A62-A1FF-2601C54C6B8D}" dt="2024-01-21T00:41:03.675" v="533" actId="14100"/>
        <pc:sldMkLst>
          <pc:docMk/>
          <pc:sldMk cId="3935225767" sldId="315"/>
        </pc:sldMkLst>
        <pc:spChg chg="del">
          <ac:chgData name="Luiz Alberto Ferreira Gomes" userId="bc531018-f902-4d26-b3af-7ca03fb059d6" providerId="ADAL" clId="{2FA46332-C948-4A62-A1FF-2601C54C6B8D}" dt="2024-01-20T23:51:34.284" v="87" actId="478"/>
          <ac:spMkLst>
            <pc:docMk/>
            <pc:sldMk cId="3935225767" sldId="315"/>
            <ac:spMk id="3" creationId="{59CFEB2C-7A8F-7D9F-7EB8-E2138A8BBF38}"/>
          </ac:spMkLst>
        </pc:spChg>
        <pc:spChg chg="add mod">
          <ac:chgData name="Luiz Alberto Ferreira Gomes" userId="bc531018-f902-4d26-b3af-7ca03fb059d6" providerId="ADAL" clId="{2FA46332-C948-4A62-A1FF-2601C54C6B8D}" dt="2024-01-21T00:26:17.676" v="320" actId="164"/>
          <ac:spMkLst>
            <pc:docMk/>
            <pc:sldMk cId="3935225767" sldId="315"/>
            <ac:spMk id="4" creationId="{496BDFEE-382A-98D1-E307-16601885E2E4}"/>
          </ac:spMkLst>
        </pc:spChg>
        <pc:spChg chg="del">
          <ac:chgData name="Luiz Alberto Ferreira Gomes" userId="bc531018-f902-4d26-b3af-7ca03fb059d6" providerId="ADAL" clId="{2FA46332-C948-4A62-A1FF-2601C54C6B8D}" dt="2024-01-20T23:51:34.284" v="87" actId="478"/>
          <ac:spMkLst>
            <pc:docMk/>
            <pc:sldMk cId="3935225767" sldId="315"/>
            <ac:spMk id="5" creationId="{FDF7EDA3-F448-3902-F083-6112AFA3D59F}"/>
          </ac:spMkLst>
        </pc:spChg>
        <pc:spChg chg="add mod">
          <ac:chgData name="Luiz Alberto Ferreira Gomes" userId="bc531018-f902-4d26-b3af-7ca03fb059d6" providerId="ADAL" clId="{2FA46332-C948-4A62-A1FF-2601C54C6B8D}" dt="2024-01-21T00:26:11.200" v="319" actId="164"/>
          <ac:spMkLst>
            <pc:docMk/>
            <pc:sldMk cId="3935225767" sldId="315"/>
            <ac:spMk id="9" creationId="{6263B5B0-3545-80DC-68CA-01E20B71C220}"/>
          </ac:spMkLst>
        </pc:spChg>
        <pc:spChg chg="add mod">
          <ac:chgData name="Luiz Alberto Ferreira Gomes" userId="bc531018-f902-4d26-b3af-7ca03fb059d6" providerId="ADAL" clId="{2FA46332-C948-4A62-A1FF-2601C54C6B8D}" dt="2024-01-21T00:22:43.089" v="303" actId="164"/>
          <ac:spMkLst>
            <pc:docMk/>
            <pc:sldMk cId="3935225767" sldId="315"/>
            <ac:spMk id="10" creationId="{5714DADD-5447-18AA-92C6-131BC6C9FD23}"/>
          </ac:spMkLst>
        </pc:spChg>
        <pc:spChg chg="add mod">
          <ac:chgData name="Luiz Alberto Ferreira Gomes" userId="bc531018-f902-4d26-b3af-7ca03fb059d6" providerId="ADAL" clId="{2FA46332-C948-4A62-A1FF-2601C54C6B8D}" dt="2024-01-21T00:39:23.239" v="520" actId="1076"/>
          <ac:spMkLst>
            <pc:docMk/>
            <pc:sldMk cId="3935225767" sldId="315"/>
            <ac:spMk id="11" creationId="{71833BDB-2089-2173-0254-FE925FFE6074}"/>
          </ac:spMkLst>
        </pc:spChg>
        <pc:spChg chg="del">
          <ac:chgData name="Luiz Alberto Ferreira Gomes" userId="bc531018-f902-4d26-b3af-7ca03fb059d6" providerId="ADAL" clId="{2FA46332-C948-4A62-A1FF-2601C54C6B8D}" dt="2024-01-20T23:51:34.284" v="87" actId="478"/>
          <ac:spMkLst>
            <pc:docMk/>
            <pc:sldMk cId="3935225767" sldId="315"/>
            <ac:spMk id="13" creationId="{F323318D-F68E-C036-EE20-27A9BAAF15D9}"/>
          </ac:spMkLst>
        </pc:spChg>
        <pc:spChg chg="add mod">
          <ac:chgData name="Luiz Alberto Ferreira Gomes" userId="bc531018-f902-4d26-b3af-7ca03fb059d6" providerId="ADAL" clId="{2FA46332-C948-4A62-A1FF-2601C54C6B8D}" dt="2024-01-21T00:25:52.091" v="315" actId="164"/>
          <ac:spMkLst>
            <pc:docMk/>
            <pc:sldMk cId="3935225767" sldId="315"/>
            <ac:spMk id="17" creationId="{5010CE4D-C672-05FE-5B67-DA7E9391F35A}"/>
          </ac:spMkLst>
        </pc:spChg>
        <pc:spChg chg="add mod">
          <ac:chgData name="Luiz Alberto Ferreira Gomes" userId="bc531018-f902-4d26-b3af-7ca03fb059d6" providerId="ADAL" clId="{2FA46332-C948-4A62-A1FF-2601C54C6B8D}" dt="2024-01-21T00:25:38.648" v="313" actId="164"/>
          <ac:spMkLst>
            <pc:docMk/>
            <pc:sldMk cId="3935225767" sldId="315"/>
            <ac:spMk id="18" creationId="{964A053C-DE37-9E3D-FF09-F2406C7EF4E5}"/>
          </ac:spMkLst>
        </pc:spChg>
        <pc:spChg chg="add del mod">
          <ac:chgData name="Luiz Alberto Ferreira Gomes" userId="bc531018-f902-4d26-b3af-7ca03fb059d6" providerId="ADAL" clId="{2FA46332-C948-4A62-A1FF-2601C54C6B8D}" dt="2024-01-21T00:08:02.860" v="180" actId="478"/>
          <ac:spMkLst>
            <pc:docMk/>
            <pc:sldMk cId="3935225767" sldId="315"/>
            <ac:spMk id="19" creationId="{83F0FEB5-B7A9-B80C-362B-48575EB46E78}"/>
          </ac:spMkLst>
        </pc:spChg>
        <pc:spChg chg="add del mod">
          <ac:chgData name="Luiz Alberto Ferreira Gomes" userId="bc531018-f902-4d26-b3af-7ca03fb059d6" providerId="ADAL" clId="{2FA46332-C948-4A62-A1FF-2601C54C6B8D}" dt="2024-01-21T00:17:45.249" v="270" actId="478"/>
          <ac:spMkLst>
            <pc:docMk/>
            <pc:sldMk cId="3935225767" sldId="315"/>
            <ac:spMk id="28" creationId="{F28CF412-F5BE-0731-D2F2-E376DC615EE8}"/>
          </ac:spMkLst>
        </pc:spChg>
        <pc:spChg chg="add del mod">
          <ac:chgData name="Luiz Alberto Ferreira Gomes" userId="bc531018-f902-4d26-b3af-7ca03fb059d6" providerId="ADAL" clId="{2FA46332-C948-4A62-A1FF-2601C54C6B8D}" dt="2024-01-21T00:17:47.867" v="271" actId="478"/>
          <ac:spMkLst>
            <pc:docMk/>
            <pc:sldMk cId="3935225767" sldId="315"/>
            <ac:spMk id="29" creationId="{BABAB44C-5319-D087-E12F-98555F882A47}"/>
          </ac:spMkLst>
        </pc:spChg>
        <pc:spChg chg="add del mod">
          <ac:chgData name="Luiz Alberto Ferreira Gomes" userId="bc531018-f902-4d26-b3af-7ca03fb059d6" providerId="ADAL" clId="{2FA46332-C948-4A62-A1FF-2601C54C6B8D}" dt="2024-01-21T00:17:49.981" v="272" actId="478"/>
          <ac:spMkLst>
            <pc:docMk/>
            <pc:sldMk cId="3935225767" sldId="315"/>
            <ac:spMk id="30" creationId="{AEAD2298-515B-BFDC-295B-475D3FED2EE6}"/>
          </ac:spMkLst>
        </pc:spChg>
        <pc:spChg chg="add del mod">
          <ac:chgData name="Luiz Alberto Ferreira Gomes" userId="bc531018-f902-4d26-b3af-7ca03fb059d6" providerId="ADAL" clId="{2FA46332-C948-4A62-A1FF-2601C54C6B8D}" dt="2024-01-21T00:14:36.679" v="229" actId="478"/>
          <ac:spMkLst>
            <pc:docMk/>
            <pc:sldMk cId="3935225767" sldId="315"/>
            <ac:spMk id="31" creationId="{C5F4553C-5304-50B9-7FBF-C7099B0EA598}"/>
          </ac:spMkLst>
        </pc:spChg>
        <pc:spChg chg="add mod">
          <ac:chgData name="Luiz Alberto Ferreira Gomes" userId="bc531018-f902-4d26-b3af-7ca03fb059d6" providerId="ADAL" clId="{2FA46332-C948-4A62-A1FF-2601C54C6B8D}" dt="2024-01-21T00:22:30.942" v="302" actId="164"/>
          <ac:spMkLst>
            <pc:docMk/>
            <pc:sldMk cId="3935225767" sldId="315"/>
            <ac:spMk id="34" creationId="{C9BE16DB-780F-71FF-EF2D-3182DF8D9109}"/>
          </ac:spMkLst>
        </pc:spChg>
        <pc:spChg chg="mod">
          <ac:chgData name="Luiz Alberto Ferreira Gomes" userId="bc531018-f902-4d26-b3af-7ca03fb059d6" providerId="ADAL" clId="{2FA46332-C948-4A62-A1FF-2601C54C6B8D}" dt="2024-01-21T00:23:24.026" v="307" actId="14826"/>
          <ac:spMkLst>
            <pc:docMk/>
            <pc:sldMk cId="3935225767" sldId="315"/>
            <ac:spMk id="42" creationId="{08F3D487-DEF6-AD91-818C-11C7755934FB}"/>
          </ac:spMkLst>
        </pc:spChg>
        <pc:spChg chg="mod">
          <ac:chgData name="Luiz Alberto Ferreira Gomes" userId="bc531018-f902-4d26-b3af-7ca03fb059d6" providerId="ADAL" clId="{2FA46332-C948-4A62-A1FF-2601C54C6B8D}" dt="2024-01-21T00:24:55.988" v="310" actId="14826"/>
          <ac:spMkLst>
            <pc:docMk/>
            <pc:sldMk cId="3935225767" sldId="315"/>
            <ac:spMk id="45" creationId="{7570CDA3-EE7A-A3C5-AF04-97D7A49DF83C}"/>
          </ac:spMkLst>
        </pc:spChg>
        <pc:spChg chg="add mod">
          <ac:chgData name="Luiz Alberto Ferreira Gomes" userId="bc531018-f902-4d26-b3af-7ca03fb059d6" providerId="ADAL" clId="{2FA46332-C948-4A62-A1FF-2601C54C6B8D}" dt="2024-01-21T00:36:46.629" v="473" actId="1076"/>
          <ac:spMkLst>
            <pc:docMk/>
            <pc:sldMk cId="3935225767" sldId="315"/>
            <ac:spMk id="1032" creationId="{60644F0F-56B9-307D-0E1D-26A2711E95DD}"/>
          </ac:spMkLst>
        </pc:spChg>
        <pc:spChg chg="add mod">
          <ac:chgData name="Luiz Alberto Ferreira Gomes" userId="bc531018-f902-4d26-b3af-7ca03fb059d6" providerId="ADAL" clId="{2FA46332-C948-4A62-A1FF-2601C54C6B8D}" dt="2024-01-21T00:39:02.251" v="517" actId="1076"/>
          <ac:spMkLst>
            <pc:docMk/>
            <pc:sldMk cId="3935225767" sldId="315"/>
            <ac:spMk id="1033" creationId="{82C09A1B-39B5-A3D6-F91B-3E4EE0818E61}"/>
          </ac:spMkLst>
        </pc:spChg>
        <pc:spChg chg="add mod">
          <ac:chgData name="Luiz Alberto Ferreira Gomes" userId="bc531018-f902-4d26-b3af-7ca03fb059d6" providerId="ADAL" clId="{2FA46332-C948-4A62-A1FF-2601C54C6B8D}" dt="2024-01-21T00:38:27.175" v="509" actId="1076"/>
          <ac:spMkLst>
            <pc:docMk/>
            <pc:sldMk cId="3935225767" sldId="315"/>
            <ac:spMk id="1034" creationId="{A12F5A0E-7F3A-E72A-90ED-05557FED449F}"/>
          </ac:spMkLst>
        </pc:spChg>
        <pc:spChg chg="add mod">
          <ac:chgData name="Luiz Alberto Ferreira Gomes" userId="bc531018-f902-4d26-b3af-7ca03fb059d6" providerId="ADAL" clId="{2FA46332-C948-4A62-A1FF-2601C54C6B8D}" dt="2024-01-21T00:40:55.511" v="532" actId="1076"/>
          <ac:spMkLst>
            <pc:docMk/>
            <pc:sldMk cId="3935225767" sldId="315"/>
            <ac:spMk id="1044" creationId="{311D3BE6-EDFA-2AFC-BD26-1C4F7112015B}"/>
          </ac:spMkLst>
        </pc:spChg>
        <pc:spChg chg="add mod">
          <ac:chgData name="Luiz Alberto Ferreira Gomes" userId="bc531018-f902-4d26-b3af-7ca03fb059d6" providerId="ADAL" clId="{2FA46332-C948-4A62-A1FF-2601C54C6B8D}" dt="2024-01-21T00:37:52.865" v="506" actId="1076"/>
          <ac:spMkLst>
            <pc:docMk/>
            <pc:sldMk cId="3935225767" sldId="315"/>
            <ac:spMk id="1049" creationId="{B95D07AC-EB02-1FAF-1938-F87CED9F0F9B}"/>
          </ac:spMkLst>
        </pc:spChg>
        <pc:spChg chg="add mod">
          <ac:chgData name="Luiz Alberto Ferreira Gomes" userId="bc531018-f902-4d26-b3af-7ca03fb059d6" providerId="ADAL" clId="{2FA46332-C948-4A62-A1FF-2601C54C6B8D}" dt="2024-01-21T00:39:56.964" v="525" actId="1076"/>
          <ac:spMkLst>
            <pc:docMk/>
            <pc:sldMk cId="3935225767" sldId="315"/>
            <ac:spMk id="1058" creationId="{F6D489C1-4AFC-40CE-9ECE-F0802E360B05}"/>
          </ac:spMkLst>
        </pc:spChg>
        <pc:spChg chg="mod">
          <ac:chgData name="Luiz Alberto Ferreira Gomes" userId="bc531018-f902-4d26-b3af-7ca03fb059d6" providerId="ADAL" clId="{2FA46332-C948-4A62-A1FF-2601C54C6B8D}" dt="2024-01-21T00:40:04.634" v="526"/>
          <ac:spMkLst>
            <pc:docMk/>
            <pc:sldMk cId="3935225767" sldId="315"/>
            <ac:spMk id="1060" creationId="{747FD17A-55FB-E1EE-7DA6-D23C815E8254}"/>
          </ac:spMkLst>
        </pc:spChg>
        <pc:spChg chg="mod">
          <ac:chgData name="Luiz Alberto Ferreira Gomes" userId="bc531018-f902-4d26-b3af-7ca03fb059d6" providerId="ADAL" clId="{2FA46332-C948-4A62-A1FF-2601C54C6B8D}" dt="2024-01-21T00:40:04.634" v="526"/>
          <ac:spMkLst>
            <pc:docMk/>
            <pc:sldMk cId="3935225767" sldId="315"/>
            <ac:spMk id="1061" creationId="{4ABE73E5-FDC9-AA48-2FC0-F8C2EE5EB4E1}"/>
          </ac:spMkLst>
        </pc:spChg>
        <pc:spChg chg="mod">
          <ac:chgData name="Luiz Alberto Ferreira Gomes" userId="bc531018-f902-4d26-b3af-7ca03fb059d6" providerId="ADAL" clId="{2FA46332-C948-4A62-A1FF-2601C54C6B8D}" dt="2024-01-21T00:40:04.634" v="526"/>
          <ac:spMkLst>
            <pc:docMk/>
            <pc:sldMk cId="3935225767" sldId="315"/>
            <ac:spMk id="1062" creationId="{6DDD6349-26DD-9CBA-4095-1A2BFF9115F7}"/>
          </ac:spMkLst>
        </pc:spChg>
        <pc:spChg chg="mod">
          <ac:chgData name="Luiz Alberto Ferreira Gomes" userId="bc531018-f902-4d26-b3af-7ca03fb059d6" providerId="ADAL" clId="{2FA46332-C948-4A62-A1FF-2601C54C6B8D}" dt="2024-01-21T00:40:04.634" v="526"/>
          <ac:spMkLst>
            <pc:docMk/>
            <pc:sldMk cId="3935225767" sldId="315"/>
            <ac:spMk id="1063" creationId="{54472782-0A0F-3529-2C5E-2404434BD472}"/>
          </ac:spMkLst>
        </pc:spChg>
        <pc:spChg chg="mod">
          <ac:chgData name="Luiz Alberto Ferreira Gomes" userId="bc531018-f902-4d26-b3af-7ca03fb059d6" providerId="ADAL" clId="{2FA46332-C948-4A62-A1FF-2601C54C6B8D}" dt="2024-01-21T00:40:04.634" v="526"/>
          <ac:spMkLst>
            <pc:docMk/>
            <pc:sldMk cId="3935225767" sldId="315"/>
            <ac:spMk id="1064" creationId="{36D2EAC1-A245-CE74-2601-E65291D10E53}"/>
          </ac:spMkLst>
        </pc:spChg>
        <pc:grpChg chg="del">
          <ac:chgData name="Luiz Alberto Ferreira Gomes" userId="bc531018-f902-4d26-b3af-7ca03fb059d6" providerId="ADAL" clId="{2FA46332-C948-4A62-A1FF-2601C54C6B8D}" dt="2024-01-20T23:51:34.284" v="87" actId="478"/>
          <ac:grpSpMkLst>
            <pc:docMk/>
            <pc:sldMk cId="3935225767" sldId="315"/>
            <ac:grpSpMk id="6" creationId="{3C1BD4C6-BE4E-3180-1DE3-56962A5EC851}"/>
          </ac:grpSpMkLst>
        </pc:grpChg>
        <pc:grpChg chg="add mod">
          <ac:chgData name="Luiz Alberto Ferreira Gomes" userId="bc531018-f902-4d26-b3af-7ca03fb059d6" providerId="ADAL" clId="{2FA46332-C948-4A62-A1FF-2601C54C6B8D}" dt="2024-01-21T00:40:55.511" v="532" actId="1076"/>
          <ac:grpSpMkLst>
            <pc:docMk/>
            <pc:sldMk cId="3935225767" sldId="315"/>
            <ac:grpSpMk id="39" creationId="{D0C115F1-DFBE-CBAE-5988-FFA9262FAF5E}"/>
          </ac:grpSpMkLst>
        </pc:grpChg>
        <pc:grpChg chg="add mod">
          <ac:chgData name="Luiz Alberto Ferreira Gomes" userId="bc531018-f902-4d26-b3af-7ca03fb059d6" providerId="ADAL" clId="{2FA46332-C948-4A62-A1FF-2601C54C6B8D}" dt="2024-01-21T00:40:55.511" v="532" actId="1076"/>
          <ac:grpSpMkLst>
            <pc:docMk/>
            <pc:sldMk cId="3935225767" sldId="315"/>
            <ac:grpSpMk id="40" creationId="{031F3E43-1E71-CB88-4701-51B46DAA9A9F}"/>
          </ac:grpSpMkLst>
        </pc:grpChg>
        <pc:grpChg chg="add mod">
          <ac:chgData name="Luiz Alberto Ferreira Gomes" userId="bc531018-f902-4d26-b3af-7ca03fb059d6" providerId="ADAL" clId="{2FA46332-C948-4A62-A1FF-2601C54C6B8D}" dt="2024-01-21T00:40:55.511" v="532" actId="1076"/>
          <ac:grpSpMkLst>
            <pc:docMk/>
            <pc:sldMk cId="3935225767" sldId="315"/>
            <ac:grpSpMk id="41" creationId="{F4F6B762-3516-1F3A-984D-1C6F060B696A}"/>
          </ac:grpSpMkLst>
        </pc:grpChg>
        <pc:grpChg chg="add mod">
          <ac:chgData name="Luiz Alberto Ferreira Gomes" userId="bc531018-f902-4d26-b3af-7ca03fb059d6" providerId="ADAL" clId="{2FA46332-C948-4A62-A1FF-2601C54C6B8D}" dt="2024-01-21T00:40:55.511" v="532" actId="1076"/>
          <ac:grpSpMkLst>
            <pc:docMk/>
            <pc:sldMk cId="3935225767" sldId="315"/>
            <ac:grpSpMk id="44" creationId="{255CEA3A-1E71-0627-F8EC-80BA6FEF7BCE}"/>
          </ac:grpSpMkLst>
        </pc:grpChg>
        <pc:grpChg chg="add mod">
          <ac:chgData name="Luiz Alberto Ferreira Gomes" userId="bc531018-f902-4d26-b3af-7ca03fb059d6" providerId="ADAL" clId="{2FA46332-C948-4A62-A1FF-2601C54C6B8D}" dt="2024-01-21T00:38:17.637" v="508" actId="1076"/>
          <ac:grpSpMkLst>
            <pc:docMk/>
            <pc:sldMk cId="3935225767" sldId="315"/>
            <ac:grpSpMk id="47" creationId="{39DD8F58-681F-995A-94A3-1FD0E3AA8CC5}"/>
          </ac:grpSpMkLst>
        </pc:grpChg>
        <pc:grpChg chg="add mod">
          <ac:chgData name="Luiz Alberto Ferreira Gomes" userId="bc531018-f902-4d26-b3af-7ca03fb059d6" providerId="ADAL" clId="{2FA46332-C948-4A62-A1FF-2601C54C6B8D}" dt="2024-01-21T00:38:57.935" v="516" actId="1076"/>
          <ac:grpSpMkLst>
            <pc:docMk/>
            <pc:sldMk cId="3935225767" sldId="315"/>
            <ac:grpSpMk id="48" creationId="{395F9B8C-0CAC-258C-2E58-A8C3401FEA9F}"/>
          </ac:grpSpMkLst>
        </pc:grpChg>
        <pc:grpChg chg="add mod">
          <ac:chgData name="Luiz Alberto Ferreira Gomes" userId="bc531018-f902-4d26-b3af-7ca03fb059d6" providerId="ADAL" clId="{2FA46332-C948-4A62-A1FF-2601C54C6B8D}" dt="2024-01-21T00:36:46.629" v="473" actId="1076"/>
          <ac:grpSpMkLst>
            <pc:docMk/>
            <pc:sldMk cId="3935225767" sldId="315"/>
            <ac:grpSpMk id="49" creationId="{390E5DC9-A55D-663D-7344-14918625360A}"/>
          </ac:grpSpMkLst>
        </pc:grpChg>
        <pc:grpChg chg="add mod">
          <ac:chgData name="Luiz Alberto Ferreira Gomes" userId="bc531018-f902-4d26-b3af-7ca03fb059d6" providerId="ADAL" clId="{2FA46332-C948-4A62-A1FF-2601C54C6B8D}" dt="2024-01-21T00:36:10.713" v="469" actId="1076"/>
          <ac:grpSpMkLst>
            <pc:docMk/>
            <pc:sldMk cId="3935225767" sldId="315"/>
            <ac:grpSpMk id="50" creationId="{5F9E08FA-DE88-4948-4051-9808BF557608}"/>
          </ac:grpSpMkLst>
        </pc:grpChg>
        <pc:grpChg chg="add mod">
          <ac:chgData name="Luiz Alberto Ferreira Gomes" userId="bc531018-f902-4d26-b3af-7ca03fb059d6" providerId="ADAL" clId="{2FA46332-C948-4A62-A1FF-2601C54C6B8D}" dt="2024-01-21T00:40:28.563" v="531" actId="1076"/>
          <ac:grpSpMkLst>
            <pc:docMk/>
            <pc:sldMk cId="3935225767" sldId="315"/>
            <ac:grpSpMk id="1059" creationId="{3E33D07C-43FE-2403-4262-11DBB1366C4E}"/>
          </ac:grpSpMkLst>
        </pc:grpChg>
        <pc:picChg chg="add del mod">
          <ac:chgData name="Luiz Alberto Ferreira Gomes" userId="bc531018-f902-4d26-b3af-7ca03fb059d6" providerId="ADAL" clId="{2FA46332-C948-4A62-A1FF-2601C54C6B8D}" dt="2024-01-20T23:49:34.047" v="77" actId="21"/>
          <ac:picMkLst>
            <pc:docMk/>
            <pc:sldMk cId="3935225767" sldId="315"/>
            <ac:picMk id="2" creationId="{034987B4-0EB7-8514-A6C0-58F80000B0B0}"/>
          </ac:picMkLst>
        </pc:picChg>
        <pc:picChg chg="add mod">
          <ac:chgData name="Luiz Alberto Ferreira Gomes" userId="bc531018-f902-4d26-b3af-7ca03fb059d6" providerId="ADAL" clId="{2FA46332-C948-4A62-A1FF-2601C54C6B8D}" dt="2024-01-21T00:13:45" v="221" actId="1076"/>
          <ac:picMkLst>
            <pc:docMk/>
            <pc:sldMk cId="3935225767" sldId="315"/>
            <ac:picMk id="8" creationId="{198599B6-3273-6132-F607-02AEDEFB938F}"/>
          </ac:picMkLst>
        </pc:picChg>
        <pc:picChg chg="add mod">
          <ac:chgData name="Luiz Alberto Ferreira Gomes" userId="bc531018-f902-4d26-b3af-7ca03fb059d6" providerId="ADAL" clId="{2FA46332-C948-4A62-A1FF-2601C54C6B8D}" dt="2024-01-21T00:26:17.676" v="320" actId="164"/>
          <ac:picMkLst>
            <pc:docMk/>
            <pc:sldMk cId="3935225767" sldId="315"/>
            <ac:picMk id="21" creationId="{2E5CE18A-912A-0123-4A75-F970B34B7AF3}"/>
          </ac:picMkLst>
        </pc:picChg>
        <pc:picChg chg="add mod">
          <ac:chgData name="Luiz Alberto Ferreira Gomes" userId="bc531018-f902-4d26-b3af-7ca03fb059d6" providerId="ADAL" clId="{2FA46332-C948-4A62-A1FF-2601C54C6B8D}" dt="2024-01-21T00:27:25.792" v="328" actId="1076"/>
          <ac:picMkLst>
            <pc:docMk/>
            <pc:sldMk cId="3935225767" sldId="315"/>
            <ac:picMk id="23" creationId="{08241756-A05C-4D79-ECE6-AF54910E4C59}"/>
          </ac:picMkLst>
        </pc:picChg>
        <pc:picChg chg="add mod">
          <ac:chgData name="Luiz Alberto Ferreira Gomes" userId="bc531018-f902-4d26-b3af-7ca03fb059d6" providerId="ADAL" clId="{2FA46332-C948-4A62-A1FF-2601C54C6B8D}" dt="2024-01-21T00:25:52.091" v="315" actId="164"/>
          <ac:picMkLst>
            <pc:docMk/>
            <pc:sldMk cId="3935225767" sldId="315"/>
            <ac:picMk id="25" creationId="{90385DAC-AECC-9D52-6670-B1E1158B3ECC}"/>
          </ac:picMkLst>
        </pc:picChg>
        <pc:picChg chg="add mod">
          <ac:chgData name="Luiz Alberto Ferreira Gomes" userId="bc531018-f902-4d26-b3af-7ca03fb059d6" providerId="ADAL" clId="{2FA46332-C948-4A62-A1FF-2601C54C6B8D}" dt="2024-01-21T00:25:38.648" v="313" actId="164"/>
          <ac:picMkLst>
            <pc:docMk/>
            <pc:sldMk cId="3935225767" sldId="315"/>
            <ac:picMk id="27" creationId="{7D7BFB04-2BD8-4460-534E-E470DF3E009F}"/>
          </ac:picMkLst>
        </pc:picChg>
        <pc:picChg chg="add del mod">
          <ac:chgData name="Luiz Alberto Ferreira Gomes" userId="bc531018-f902-4d26-b3af-7ca03fb059d6" providerId="ADAL" clId="{2FA46332-C948-4A62-A1FF-2601C54C6B8D}" dt="2024-01-21T00:15:35.761" v="236" actId="478"/>
          <ac:picMkLst>
            <pc:docMk/>
            <pc:sldMk cId="3935225767" sldId="315"/>
            <ac:picMk id="33" creationId="{5A4E09FF-F533-99C9-3A0D-EA998BAF5EF9}"/>
          </ac:picMkLst>
        </pc:picChg>
        <pc:picChg chg="add mod">
          <ac:chgData name="Luiz Alberto Ferreira Gomes" userId="bc531018-f902-4d26-b3af-7ca03fb059d6" providerId="ADAL" clId="{2FA46332-C948-4A62-A1FF-2601C54C6B8D}" dt="2024-01-21T00:22:43.089" v="303" actId="164"/>
          <ac:picMkLst>
            <pc:docMk/>
            <pc:sldMk cId="3935225767" sldId="315"/>
            <ac:picMk id="36" creationId="{9A1E2DCE-EE8C-95DC-5D0B-3B1CD06AB391}"/>
          </ac:picMkLst>
        </pc:picChg>
        <pc:picChg chg="add mod">
          <ac:chgData name="Luiz Alberto Ferreira Gomes" userId="bc531018-f902-4d26-b3af-7ca03fb059d6" providerId="ADAL" clId="{2FA46332-C948-4A62-A1FF-2601C54C6B8D}" dt="2024-01-21T00:22:30.942" v="302" actId="164"/>
          <ac:picMkLst>
            <pc:docMk/>
            <pc:sldMk cId="3935225767" sldId="315"/>
            <ac:picMk id="38" creationId="{8E30B295-DB18-21E9-5FA7-0BF63F47B986}"/>
          </ac:picMkLst>
        </pc:picChg>
        <pc:picChg chg="mod">
          <ac:chgData name="Luiz Alberto Ferreira Gomes" userId="bc531018-f902-4d26-b3af-7ca03fb059d6" providerId="ADAL" clId="{2FA46332-C948-4A62-A1FF-2601C54C6B8D}" dt="2024-01-21T00:23:24.026" v="307" actId="14826"/>
          <ac:picMkLst>
            <pc:docMk/>
            <pc:sldMk cId="3935225767" sldId="315"/>
            <ac:picMk id="43" creationId="{6657DC24-B833-456E-2493-F88366123F8B}"/>
          </ac:picMkLst>
        </pc:picChg>
        <pc:picChg chg="mod">
          <ac:chgData name="Luiz Alberto Ferreira Gomes" userId="bc531018-f902-4d26-b3af-7ca03fb059d6" providerId="ADAL" clId="{2FA46332-C948-4A62-A1FF-2601C54C6B8D}" dt="2024-01-21T00:24:55.988" v="310" actId="14826"/>
          <ac:picMkLst>
            <pc:docMk/>
            <pc:sldMk cId="3935225767" sldId="315"/>
            <ac:picMk id="46" creationId="{0203AEFC-608A-3657-B92A-CAE2E2747622}"/>
          </ac:picMkLst>
        </pc:picChg>
        <pc:picChg chg="del">
          <ac:chgData name="Luiz Alberto Ferreira Gomes" userId="bc531018-f902-4d26-b3af-7ca03fb059d6" providerId="ADAL" clId="{2FA46332-C948-4A62-A1FF-2601C54C6B8D}" dt="2024-01-20T23:51:34.284" v="87" actId="478"/>
          <ac:picMkLst>
            <pc:docMk/>
            <pc:sldMk cId="3935225767" sldId="315"/>
            <ac:picMk id="1026" creationId="{4B252D7C-AFD1-C3E7-9C2D-D29AD90F413A}"/>
          </ac:picMkLst>
        </pc:picChg>
        <pc:picChg chg="del">
          <ac:chgData name="Luiz Alberto Ferreira Gomes" userId="bc531018-f902-4d26-b3af-7ca03fb059d6" providerId="ADAL" clId="{2FA46332-C948-4A62-A1FF-2601C54C6B8D}" dt="2024-01-20T23:51:34.284" v="87" actId="478"/>
          <ac:picMkLst>
            <pc:docMk/>
            <pc:sldMk cId="3935225767" sldId="315"/>
            <ac:picMk id="2050" creationId="{9663DE7D-04A6-E296-EB7F-19EAAA21FC29}"/>
          </ac:picMkLst>
        </pc:picChg>
        <pc:cxnChg chg="add mod">
          <ac:chgData name="Luiz Alberto Ferreira Gomes" userId="bc531018-f902-4d26-b3af-7ca03fb059d6" providerId="ADAL" clId="{2FA46332-C948-4A62-A1FF-2601C54C6B8D}" dt="2024-01-21T00:36:38.011" v="472" actId="1076"/>
          <ac:cxnSpMkLst>
            <pc:docMk/>
            <pc:sldMk cId="3935225767" sldId="315"/>
            <ac:cxnSpMk id="52" creationId="{97A4D739-23FA-F9C5-B4A2-0426109AF750}"/>
          </ac:cxnSpMkLst>
        </pc:cxnChg>
        <pc:cxnChg chg="add mod">
          <ac:chgData name="Luiz Alberto Ferreira Gomes" userId="bc531018-f902-4d26-b3af-7ca03fb059d6" providerId="ADAL" clId="{2FA46332-C948-4A62-A1FF-2601C54C6B8D}" dt="2024-01-21T00:39:37.041" v="523" actId="14100"/>
          <ac:cxnSpMkLst>
            <pc:docMk/>
            <pc:sldMk cId="3935225767" sldId="315"/>
            <ac:cxnSpMk id="53" creationId="{F1C87E7B-06FB-30EF-EF2A-6BF68911FA28}"/>
          </ac:cxnSpMkLst>
        </pc:cxnChg>
        <pc:cxnChg chg="add mod">
          <ac:chgData name="Luiz Alberto Ferreira Gomes" userId="bc531018-f902-4d26-b3af-7ca03fb059d6" providerId="ADAL" clId="{2FA46332-C948-4A62-A1FF-2601C54C6B8D}" dt="2024-01-21T00:39:15.990" v="519" actId="14100"/>
          <ac:cxnSpMkLst>
            <pc:docMk/>
            <pc:sldMk cId="3935225767" sldId="315"/>
            <ac:cxnSpMk id="57" creationId="{29D03437-5099-2AE1-D2FF-6F31C2F6BE1D}"/>
          </ac:cxnSpMkLst>
        </pc:cxnChg>
        <pc:cxnChg chg="add del mod">
          <ac:chgData name="Luiz Alberto Ferreira Gomes" userId="bc531018-f902-4d26-b3af-7ca03fb059d6" providerId="ADAL" clId="{2FA46332-C948-4A62-A1FF-2601C54C6B8D}" dt="2024-01-21T00:33:42.290" v="421" actId="478"/>
          <ac:cxnSpMkLst>
            <pc:docMk/>
            <pc:sldMk cId="3935225767" sldId="315"/>
            <ac:cxnSpMk id="60" creationId="{E7B06CDA-715F-F8B0-3098-DF68B6012DD9}"/>
          </ac:cxnSpMkLst>
        </pc:cxnChg>
        <pc:cxnChg chg="add mod">
          <ac:chgData name="Luiz Alberto Ferreira Gomes" userId="bc531018-f902-4d26-b3af-7ca03fb059d6" providerId="ADAL" clId="{2FA46332-C948-4A62-A1FF-2601C54C6B8D}" dt="2024-01-21T00:38:43.228" v="512" actId="14100"/>
          <ac:cxnSpMkLst>
            <pc:docMk/>
            <pc:sldMk cId="3935225767" sldId="315"/>
            <ac:cxnSpMk id="63" creationId="{B0AF8D72-94AB-B701-F0BE-A1F78F2C6E55}"/>
          </ac:cxnSpMkLst>
        </pc:cxnChg>
        <pc:cxnChg chg="add mod">
          <ac:chgData name="Luiz Alberto Ferreira Gomes" userId="bc531018-f902-4d26-b3af-7ca03fb059d6" providerId="ADAL" clId="{2FA46332-C948-4A62-A1FF-2601C54C6B8D}" dt="2024-01-21T00:41:03.675" v="533" actId="14100"/>
          <ac:cxnSpMkLst>
            <pc:docMk/>
            <pc:sldMk cId="3935225767" sldId="315"/>
            <ac:cxnSpMk id="1027" creationId="{AD9BB252-60AD-7A71-E837-ED21F9E6113A}"/>
          </ac:cxnSpMkLst>
        </pc:cxnChg>
        <pc:cxnChg chg="add mod">
          <ac:chgData name="Luiz Alberto Ferreira Gomes" userId="bc531018-f902-4d26-b3af-7ca03fb059d6" providerId="ADAL" clId="{2FA46332-C948-4A62-A1FF-2601C54C6B8D}" dt="2024-01-21T00:38:51.155" v="515" actId="14100"/>
          <ac:cxnSpMkLst>
            <pc:docMk/>
            <pc:sldMk cId="3935225767" sldId="315"/>
            <ac:cxnSpMk id="1043" creationId="{3D7F6849-7605-EB8A-3A2E-16268C52F94A}"/>
          </ac:cxnSpMkLst>
        </pc:cxnChg>
      </pc:sldChg>
      <pc:sldChg chg="addSp delSp modSp new del mod">
        <pc:chgData name="Luiz Alberto Ferreira Gomes" userId="bc531018-f902-4d26-b3af-7ca03fb059d6" providerId="ADAL" clId="{2FA46332-C948-4A62-A1FF-2601C54C6B8D}" dt="2024-01-21T02:01:32.847" v="933" actId="47"/>
        <pc:sldMkLst>
          <pc:docMk/>
          <pc:sldMk cId="3861249554" sldId="316"/>
        </pc:sldMkLst>
        <pc:spChg chg="mod">
          <ac:chgData name="Luiz Alberto Ferreira Gomes" userId="bc531018-f902-4d26-b3af-7ca03fb059d6" providerId="ADAL" clId="{2FA46332-C948-4A62-A1FF-2601C54C6B8D}" dt="2024-01-21T00:42:26.998" v="542"/>
          <ac:spMkLst>
            <pc:docMk/>
            <pc:sldMk cId="3861249554" sldId="316"/>
            <ac:spMk id="4" creationId="{1270446D-7BCC-82D2-E4D2-BC43B0FB36C8}"/>
          </ac:spMkLst>
        </pc:spChg>
        <pc:spChg chg="mod topLvl">
          <ac:chgData name="Luiz Alberto Ferreira Gomes" userId="bc531018-f902-4d26-b3af-7ca03fb059d6" providerId="ADAL" clId="{2FA46332-C948-4A62-A1FF-2601C54C6B8D}" dt="2024-01-21T00:54:23.282" v="633" actId="1076"/>
          <ac:spMkLst>
            <pc:docMk/>
            <pc:sldMk cId="3861249554" sldId="316"/>
            <ac:spMk id="7" creationId="{720DB273-6DBC-4726-9017-A26CC29C860A}"/>
          </ac:spMkLst>
        </pc:spChg>
        <pc:spChg chg="mod">
          <ac:chgData name="Luiz Alberto Ferreira Gomes" userId="bc531018-f902-4d26-b3af-7ca03fb059d6" providerId="ADAL" clId="{2FA46332-C948-4A62-A1FF-2601C54C6B8D}" dt="2024-01-21T00:42:38.462" v="546"/>
          <ac:spMkLst>
            <pc:docMk/>
            <pc:sldMk cId="3861249554" sldId="316"/>
            <ac:spMk id="10" creationId="{567FF1FE-BD80-299A-C29C-AEF18FA224CA}"/>
          </ac:spMkLst>
        </pc:spChg>
        <pc:spChg chg="mod">
          <ac:chgData name="Luiz Alberto Ferreira Gomes" userId="bc531018-f902-4d26-b3af-7ca03fb059d6" providerId="ADAL" clId="{2FA46332-C948-4A62-A1FF-2601C54C6B8D}" dt="2024-01-21T00:54:00.669" v="630" actId="207"/>
          <ac:spMkLst>
            <pc:docMk/>
            <pc:sldMk cId="3861249554" sldId="316"/>
            <ac:spMk id="13" creationId="{3A004FBE-B5B4-F501-D66F-6E5953B36AEC}"/>
          </ac:spMkLst>
        </pc:spChg>
        <pc:spChg chg="add mod">
          <ac:chgData name="Luiz Alberto Ferreira Gomes" userId="bc531018-f902-4d26-b3af-7ca03fb059d6" providerId="ADAL" clId="{2FA46332-C948-4A62-A1FF-2601C54C6B8D}" dt="2024-01-21T00:54:26.787" v="634" actId="1076"/>
          <ac:spMkLst>
            <pc:docMk/>
            <pc:sldMk cId="3861249554" sldId="316"/>
            <ac:spMk id="16" creationId="{24F7C614-0968-D456-9660-A0F3CAB0D81D}"/>
          </ac:spMkLst>
        </pc:spChg>
        <pc:spChg chg="add mod">
          <ac:chgData name="Luiz Alberto Ferreira Gomes" userId="bc531018-f902-4d26-b3af-7ca03fb059d6" providerId="ADAL" clId="{2FA46332-C948-4A62-A1FF-2601C54C6B8D}" dt="2024-01-21T00:54:23.282" v="633" actId="1076"/>
          <ac:spMkLst>
            <pc:docMk/>
            <pc:sldMk cId="3861249554" sldId="316"/>
            <ac:spMk id="17" creationId="{5557507D-42A8-29AF-5C63-72CE586EE598}"/>
          </ac:spMkLst>
        </pc:spChg>
        <pc:spChg chg="add mod">
          <ac:chgData name="Luiz Alberto Ferreira Gomes" userId="bc531018-f902-4d26-b3af-7ca03fb059d6" providerId="ADAL" clId="{2FA46332-C948-4A62-A1FF-2601C54C6B8D}" dt="2024-01-21T00:54:23.282" v="633" actId="1076"/>
          <ac:spMkLst>
            <pc:docMk/>
            <pc:sldMk cId="3861249554" sldId="316"/>
            <ac:spMk id="18" creationId="{ABE85B6A-07CA-B883-21E8-255C50461B1D}"/>
          </ac:spMkLst>
        </pc:spChg>
        <pc:spChg chg="add mod">
          <ac:chgData name="Luiz Alberto Ferreira Gomes" userId="bc531018-f902-4d26-b3af-7ca03fb059d6" providerId="ADAL" clId="{2FA46332-C948-4A62-A1FF-2601C54C6B8D}" dt="2024-01-21T00:54:23.282" v="633" actId="1076"/>
          <ac:spMkLst>
            <pc:docMk/>
            <pc:sldMk cId="3861249554" sldId="316"/>
            <ac:spMk id="19" creationId="{3407F7F6-C603-588D-A63C-244B3235361F}"/>
          </ac:spMkLst>
        </pc:spChg>
        <pc:spChg chg="add del mod">
          <ac:chgData name="Luiz Alberto Ferreira Gomes" userId="bc531018-f902-4d26-b3af-7ca03fb059d6" providerId="ADAL" clId="{2FA46332-C948-4A62-A1FF-2601C54C6B8D}" dt="2024-01-21T00:58:03.904" v="698" actId="478"/>
          <ac:spMkLst>
            <pc:docMk/>
            <pc:sldMk cId="3861249554" sldId="316"/>
            <ac:spMk id="20" creationId="{B3E8F45B-0EE9-1D98-29AB-F72F93C60598}"/>
          </ac:spMkLst>
        </pc:spChg>
        <pc:grpChg chg="add mod">
          <ac:chgData name="Luiz Alberto Ferreira Gomes" userId="bc531018-f902-4d26-b3af-7ca03fb059d6" providerId="ADAL" clId="{2FA46332-C948-4A62-A1FF-2601C54C6B8D}" dt="2024-01-21T00:54:23.282" v="633" actId="1076"/>
          <ac:grpSpMkLst>
            <pc:docMk/>
            <pc:sldMk cId="3861249554" sldId="316"/>
            <ac:grpSpMk id="3" creationId="{17F79073-62E3-0518-1B9D-4018AC0730CC}"/>
          </ac:grpSpMkLst>
        </pc:grpChg>
        <pc:grpChg chg="add del mod ord">
          <ac:chgData name="Luiz Alberto Ferreira Gomes" userId="bc531018-f902-4d26-b3af-7ca03fb059d6" providerId="ADAL" clId="{2FA46332-C948-4A62-A1FF-2601C54C6B8D}" dt="2024-01-21T00:53:15.766" v="626" actId="165"/>
          <ac:grpSpMkLst>
            <pc:docMk/>
            <pc:sldMk cId="3861249554" sldId="316"/>
            <ac:grpSpMk id="6" creationId="{8A003FF5-2A96-9616-DAA0-B68EBB503234}"/>
          </ac:grpSpMkLst>
        </pc:grpChg>
        <pc:grpChg chg="add mod">
          <ac:chgData name="Luiz Alberto Ferreira Gomes" userId="bc531018-f902-4d26-b3af-7ca03fb059d6" providerId="ADAL" clId="{2FA46332-C948-4A62-A1FF-2601C54C6B8D}" dt="2024-01-21T00:54:23.282" v="633" actId="1076"/>
          <ac:grpSpMkLst>
            <pc:docMk/>
            <pc:sldMk cId="3861249554" sldId="316"/>
            <ac:grpSpMk id="9" creationId="{9F081ED9-8AFA-0511-46C2-04160C174EBD}"/>
          </ac:grpSpMkLst>
        </pc:grpChg>
        <pc:grpChg chg="add mod">
          <ac:chgData name="Luiz Alberto Ferreira Gomes" userId="bc531018-f902-4d26-b3af-7ca03fb059d6" providerId="ADAL" clId="{2FA46332-C948-4A62-A1FF-2601C54C6B8D}" dt="2024-01-21T00:54:23.282" v="633" actId="1076"/>
          <ac:grpSpMkLst>
            <pc:docMk/>
            <pc:sldMk cId="3861249554" sldId="316"/>
            <ac:grpSpMk id="12" creationId="{1C0D03D0-B14F-2D85-47DA-898779BF2F65}"/>
          </ac:grpSpMkLst>
        </pc:grpChg>
        <pc:picChg chg="add del mod">
          <ac:chgData name="Luiz Alberto Ferreira Gomes" userId="bc531018-f902-4d26-b3af-7ca03fb059d6" providerId="ADAL" clId="{2FA46332-C948-4A62-A1FF-2601C54C6B8D}" dt="2024-01-21T00:41:14.748" v="535" actId="478"/>
          <ac:picMkLst>
            <pc:docMk/>
            <pc:sldMk cId="3861249554" sldId="316"/>
            <ac:picMk id="2" creationId="{034987B4-0EB7-8514-A6C0-58F80000B0B0}"/>
          </ac:picMkLst>
        </pc:picChg>
        <pc:picChg chg="mod">
          <ac:chgData name="Luiz Alberto Ferreira Gomes" userId="bc531018-f902-4d26-b3af-7ca03fb059d6" providerId="ADAL" clId="{2FA46332-C948-4A62-A1FF-2601C54C6B8D}" dt="2024-01-21T00:49:29.602" v="552" actId="14826"/>
          <ac:picMkLst>
            <pc:docMk/>
            <pc:sldMk cId="3861249554" sldId="316"/>
            <ac:picMk id="5" creationId="{8B781733-2043-F275-A444-56931B10B353}"/>
          </ac:picMkLst>
        </pc:picChg>
        <pc:picChg chg="mod ord topLvl">
          <ac:chgData name="Luiz Alberto Ferreira Gomes" userId="bc531018-f902-4d26-b3af-7ca03fb059d6" providerId="ADAL" clId="{2FA46332-C948-4A62-A1FF-2601C54C6B8D}" dt="2024-01-21T00:54:23.282" v="633" actId="1076"/>
          <ac:picMkLst>
            <pc:docMk/>
            <pc:sldMk cId="3861249554" sldId="316"/>
            <ac:picMk id="8" creationId="{DF4A983A-5CA5-F8C0-CDCC-FBFFEA898A33}"/>
          </ac:picMkLst>
        </pc:picChg>
        <pc:picChg chg="mod">
          <ac:chgData name="Luiz Alberto Ferreira Gomes" userId="bc531018-f902-4d26-b3af-7ca03fb059d6" providerId="ADAL" clId="{2FA46332-C948-4A62-A1FF-2601C54C6B8D}" dt="2024-01-21T00:49:49.704" v="554" actId="14826"/>
          <ac:picMkLst>
            <pc:docMk/>
            <pc:sldMk cId="3861249554" sldId="316"/>
            <ac:picMk id="11" creationId="{91E6DEEC-5796-A86B-84E7-45E4B3134E0C}"/>
          </ac:picMkLst>
        </pc:picChg>
        <pc:picChg chg="mod">
          <ac:chgData name="Luiz Alberto Ferreira Gomes" userId="bc531018-f902-4d26-b3af-7ca03fb059d6" providerId="ADAL" clId="{2FA46332-C948-4A62-A1FF-2601C54C6B8D}" dt="2024-01-21T00:50:20.430" v="555" actId="14826"/>
          <ac:picMkLst>
            <pc:docMk/>
            <pc:sldMk cId="3861249554" sldId="316"/>
            <ac:picMk id="14" creationId="{E10C50CB-4F98-0317-68C3-E8AD726EAD2E}"/>
          </ac:picMkLst>
        </pc:picChg>
        <pc:picChg chg="add mod">
          <ac:chgData name="Luiz Alberto Ferreira Gomes" userId="bc531018-f902-4d26-b3af-7ca03fb059d6" providerId="ADAL" clId="{2FA46332-C948-4A62-A1FF-2601C54C6B8D}" dt="2024-01-21T00:53:52.069" v="629" actId="1076"/>
          <ac:picMkLst>
            <pc:docMk/>
            <pc:sldMk cId="3861249554" sldId="316"/>
            <ac:picMk id="15" creationId="{4B252D7C-AFD1-C3E7-9C2D-D29AD90F413A}"/>
          </ac:picMkLst>
        </pc:picChg>
        <pc:picChg chg="add del mod">
          <ac:chgData name="Luiz Alberto Ferreira Gomes" userId="bc531018-f902-4d26-b3af-7ca03fb059d6" providerId="ADAL" clId="{2FA46332-C948-4A62-A1FF-2601C54C6B8D}" dt="2024-01-21T00:42:08.616" v="541" actId="478"/>
          <ac:picMkLst>
            <pc:docMk/>
            <pc:sldMk cId="3861249554" sldId="316"/>
            <ac:picMk id="1026" creationId="{4B252D7C-AFD1-C3E7-9C2D-D29AD90F413A}"/>
          </ac:picMkLst>
        </pc:picChg>
        <pc:picChg chg="add del mod">
          <ac:chgData name="Luiz Alberto Ferreira Gomes" userId="bc531018-f902-4d26-b3af-7ca03fb059d6" providerId="ADAL" clId="{2FA46332-C948-4A62-A1FF-2601C54C6B8D}" dt="2024-01-21T00:41:12.819" v="534" actId="478"/>
          <ac:picMkLst>
            <pc:docMk/>
            <pc:sldMk cId="3861249554" sldId="316"/>
            <ac:picMk id="3074" creationId="{8F44354D-0969-B8C7-AED5-04D8BB6CB81F}"/>
          </ac:picMkLst>
        </pc:picChg>
      </pc:sldChg>
      <pc:sldChg chg="addSp delSp modSp add mod">
        <pc:chgData name="Luiz Alberto Ferreira Gomes" userId="bc531018-f902-4d26-b3af-7ca03fb059d6" providerId="ADAL" clId="{2FA46332-C948-4A62-A1FF-2601C54C6B8D}" dt="2024-01-21T00:57:59.727" v="697" actId="478"/>
        <pc:sldMkLst>
          <pc:docMk/>
          <pc:sldMk cId="50136656" sldId="317"/>
        </pc:sldMkLst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" creationId="{A63E36B0-4937-2314-7AB2-2876062DABE2}"/>
          </ac:spMkLst>
        </pc:spChg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6" creationId="{D73EEEF0-9851-DAE0-673A-5D4E267A86CE}"/>
          </ac:spMkLst>
        </pc:spChg>
        <pc:spChg chg="del">
          <ac:chgData name="Luiz Alberto Ferreira Gomes" userId="bc531018-f902-4d26-b3af-7ca03fb059d6" providerId="ADAL" clId="{2FA46332-C948-4A62-A1FF-2601C54C6B8D}" dt="2024-01-21T00:55:21.932" v="641" actId="478"/>
          <ac:spMkLst>
            <pc:docMk/>
            <pc:sldMk cId="50136656" sldId="317"/>
            <ac:spMk id="7" creationId="{720DB273-6DBC-4726-9017-A26CC29C860A}"/>
          </ac:spMkLst>
        </pc:spChg>
        <pc:spChg chg="del">
          <ac:chgData name="Luiz Alberto Ferreira Gomes" userId="bc531018-f902-4d26-b3af-7ca03fb059d6" providerId="ADAL" clId="{2FA46332-C948-4A62-A1FF-2601C54C6B8D}" dt="2024-01-21T00:55:21.932" v="641" actId="478"/>
          <ac:spMkLst>
            <pc:docMk/>
            <pc:sldMk cId="50136656" sldId="317"/>
            <ac:spMk id="16" creationId="{24F7C614-0968-D456-9660-A0F3CAB0D81D}"/>
          </ac:spMkLst>
        </pc:spChg>
        <pc:spChg chg="del">
          <ac:chgData name="Luiz Alberto Ferreira Gomes" userId="bc531018-f902-4d26-b3af-7ca03fb059d6" providerId="ADAL" clId="{2FA46332-C948-4A62-A1FF-2601C54C6B8D}" dt="2024-01-21T00:55:21.932" v="641" actId="478"/>
          <ac:spMkLst>
            <pc:docMk/>
            <pc:sldMk cId="50136656" sldId="317"/>
            <ac:spMk id="17" creationId="{5557507D-42A8-29AF-5C63-72CE586EE598}"/>
          </ac:spMkLst>
        </pc:spChg>
        <pc:spChg chg="del">
          <ac:chgData name="Luiz Alberto Ferreira Gomes" userId="bc531018-f902-4d26-b3af-7ca03fb059d6" providerId="ADAL" clId="{2FA46332-C948-4A62-A1FF-2601C54C6B8D}" dt="2024-01-21T00:55:21.932" v="641" actId="478"/>
          <ac:spMkLst>
            <pc:docMk/>
            <pc:sldMk cId="50136656" sldId="317"/>
            <ac:spMk id="18" creationId="{ABE85B6A-07CA-B883-21E8-255C50461B1D}"/>
          </ac:spMkLst>
        </pc:spChg>
        <pc:spChg chg="del">
          <ac:chgData name="Luiz Alberto Ferreira Gomes" userId="bc531018-f902-4d26-b3af-7ca03fb059d6" providerId="ADAL" clId="{2FA46332-C948-4A62-A1FF-2601C54C6B8D}" dt="2024-01-21T00:55:21.932" v="641" actId="478"/>
          <ac:spMkLst>
            <pc:docMk/>
            <pc:sldMk cId="50136656" sldId="317"/>
            <ac:spMk id="19" creationId="{3407F7F6-C603-588D-A63C-244B3235361F}"/>
          </ac:spMkLst>
        </pc:spChg>
        <pc:spChg chg="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0" creationId="{B3E8F45B-0EE9-1D98-29AB-F72F93C60598}"/>
          </ac:spMkLst>
        </pc:spChg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1" creationId="{319F2D9F-60EB-5FD7-4592-59AF98725863}"/>
          </ac:spMkLst>
        </pc:spChg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2" creationId="{0AB92FD4-B399-FD73-864B-B20B72F64800}"/>
          </ac:spMkLst>
        </pc:spChg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3" creationId="{E27D3AF9-43CD-E602-4F43-990163F81497}"/>
          </ac:spMkLst>
        </pc:spChg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4" creationId="{5B520A9E-239A-FEBC-9F5A-116A83EF88E1}"/>
          </ac:spMkLst>
        </pc:spChg>
        <pc:spChg chg="add del mod">
          <ac:chgData name="Luiz Alberto Ferreira Gomes" userId="bc531018-f902-4d26-b3af-7ca03fb059d6" providerId="ADAL" clId="{2FA46332-C948-4A62-A1FF-2601C54C6B8D}" dt="2024-01-21T00:57:59.727" v="697" actId="478"/>
          <ac:spMkLst>
            <pc:docMk/>
            <pc:sldMk cId="50136656" sldId="317"/>
            <ac:spMk id="25" creationId="{45C28B37-1C23-8248-C9A3-A565FB38A89F}"/>
          </ac:spMkLst>
        </pc:spChg>
        <pc:grpChg chg="del">
          <ac:chgData name="Luiz Alberto Ferreira Gomes" userId="bc531018-f902-4d26-b3af-7ca03fb059d6" providerId="ADAL" clId="{2FA46332-C948-4A62-A1FF-2601C54C6B8D}" dt="2024-01-21T00:55:21.932" v="641" actId="478"/>
          <ac:grpSpMkLst>
            <pc:docMk/>
            <pc:sldMk cId="50136656" sldId="317"/>
            <ac:grpSpMk id="3" creationId="{17F79073-62E3-0518-1B9D-4018AC0730CC}"/>
          </ac:grpSpMkLst>
        </pc:grpChg>
        <pc:grpChg chg="del">
          <ac:chgData name="Luiz Alberto Ferreira Gomes" userId="bc531018-f902-4d26-b3af-7ca03fb059d6" providerId="ADAL" clId="{2FA46332-C948-4A62-A1FF-2601C54C6B8D}" dt="2024-01-21T00:55:21.932" v="641" actId="478"/>
          <ac:grpSpMkLst>
            <pc:docMk/>
            <pc:sldMk cId="50136656" sldId="317"/>
            <ac:grpSpMk id="9" creationId="{9F081ED9-8AFA-0511-46C2-04160C174EBD}"/>
          </ac:grpSpMkLst>
        </pc:grpChg>
        <pc:grpChg chg="del">
          <ac:chgData name="Luiz Alberto Ferreira Gomes" userId="bc531018-f902-4d26-b3af-7ca03fb059d6" providerId="ADAL" clId="{2FA46332-C948-4A62-A1FF-2601C54C6B8D}" dt="2024-01-21T00:55:21.932" v="641" actId="478"/>
          <ac:grpSpMkLst>
            <pc:docMk/>
            <pc:sldMk cId="50136656" sldId="317"/>
            <ac:grpSpMk id="12" creationId="{1C0D03D0-B14F-2D85-47DA-898779BF2F65}"/>
          </ac:grpSpMkLst>
        </pc:grpChg>
        <pc:picChg chg="del">
          <ac:chgData name="Luiz Alberto Ferreira Gomes" userId="bc531018-f902-4d26-b3af-7ca03fb059d6" providerId="ADAL" clId="{2FA46332-C948-4A62-A1FF-2601C54C6B8D}" dt="2024-01-21T00:55:21.932" v="641" actId="478"/>
          <ac:picMkLst>
            <pc:docMk/>
            <pc:sldMk cId="50136656" sldId="317"/>
            <ac:picMk id="8" creationId="{DF4A983A-5CA5-F8C0-CDCC-FBFFEA898A33}"/>
          </ac:picMkLst>
        </pc:picChg>
      </pc:sldChg>
      <pc:sldChg chg="addSp delSp modSp add mod ord">
        <pc:chgData name="Luiz Alberto Ferreira Gomes" userId="bc531018-f902-4d26-b3af-7ca03fb059d6" providerId="ADAL" clId="{2FA46332-C948-4A62-A1FF-2601C54C6B8D}" dt="2024-01-21T02:04:44.992" v="975" actId="1036"/>
        <pc:sldMkLst>
          <pc:docMk/>
          <pc:sldMk cId="842934007" sldId="318"/>
        </pc:sldMkLst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6" creationId="{42A4B750-E405-CECE-BED7-1F03905CF43C}"/>
          </ac:spMkLst>
        </pc:spChg>
        <pc:spChg chg="mod or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8" creationId="{A37F7B1F-A5F2-073B-EE05-9A6C067B4F68}"/>
          </ac:spMkLst>
        </pc:spChg>
        <pc:spChg chg="add 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11" creationId="{53D514B5-B433-8DC7-7326-43F3D885FA6C}"/>
          </ac:spMkLst>
        </pc:spChg>
        <pc:spChg chg="mod">
          <ac:chgData name="Luiz Alberto Ferreira Gomes" userId="bc531018-f902-4d26-b3af-7ca03fb059d6" providerId="ADAL" clId="{2FA46332-C948-4A62-A1FF-2601C54C6B8D}" dt="2024-01-21T02:03:51.139" v="957" actId="207"/>
          <ac:spMkLst>
            <pc:docMk/>
            <pc:sldMk cId="842934007" sldId="318"/>
            <ac:spMk id="12" creationId="{FEE8C3DF-88FE-EE70-51D4-06D2A4244B7A}"/>
          </ac:spMkLst>
        </pc:spChg>
        <pc:spChg chg="mod">
          <ac:chgData name="Luiz Alberto Ferreira Gomes" userId="bc531018-f902-4d26-b3af-7ca03fb059d6" providerId="ADAL" clId="{2FA46332-C948-4A62-A1FF-2601C54C6B8D}" dt="2024-01-21T02:03:54.037" v="958" actId="207"/>
          <ac:spMkLst>
            <pc:docMk/>
            <pc:sldMk cId="842934007" sldId="318"/>
            <ac:spMk id="13" creationId="{06AEB975-8641-62ED-BA29-BBCBE9926288}"/>
          </ac:spMkLst>
        </pc:spChg>
        <pc:spChg chg="mod">
          <ac:chgData name="Luiz Alberto Ferreira Gomes" userId="bc531018-f902-4d26-b3af-7ca03fb059d6" providerId="ADAL" clId="{2FA46332-C948-4A62-A1FF-2601C54C6B8D}" dt="2024-01-21T02:03:57.542" v="959" actId="207"/>
          <ac:spMkLst>
            <pc:docMk/>
            <pc:sldMk cId="842934007" sldId="318"/>
            <ac:spMk id="14" creationId="{8562B2BF-115B-DEBB-9816-F1832240E09E}"/>
          </ac:spMkLst>
        </pc:spChg>
        <pc:spChg chg="mod">
          <ac:chgData name="Luiz Alberto Ferreira Gomes" userId="bc531018-f902-4d26-b3af-7ca03fb059d6" providerId="ADAL" clId="{2FA46332-C948-4A62-A1FF-2601C54C6B8D}" dt="2024-01-21T02:04:00.527" v="960" actId="207"/>
          <ac:spMkLst>
            <pc:docMk/>
            <pc:sldMk cId="842934007" sldId="318"/>
            <ac:spMk id="15" creationId="{C4C169F4-7EA0-3982-16FD-E8D469AE3761}"/>
          </ac:spMkLst>
        </pc:spChg>
        <pc:spChg chg="add 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16" creationId="{B3785A30-1D01-3D4A-7D28-813F18249252}"/>
          </ac:spMkLst>
        </pc:spChg>
        <pc:spChg chg="add 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17" creationId="{606CE03B-767F-DFAE-B1F3-1F8248D25410}"/>
          </ac:spMkLst>
        </pc:spChg>
        <pc:spChg chg="add 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18" creationId="{A021646C-1C79-AD2D-01D2-5D845EE87DC1}"/>
          </ac:spMkLst>
        </pc:spChg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19" creationId="{43243311-CF6B-7896-E1DC-23A2EF4A7C8E}"/>
          </ac:spMkLst>
        </pc:spChg>
        <pc:spChg chg="add 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20" creationId="{9070C605-BC14-F5BD-4123-99A4A06465D3}"/>
          </ac:spMkLst>
        </pc:spChg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26" creationId="{1F667DC8-17F2-8367-139D-99A010CE5CCD}"/>
          </ac:spMkLst>
        </pc:spChg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31" creationId="{E3720F74-F44E-E0C5-CC32-420FACDE3BB9}"/>
          </ac:spMkLst>
        </pc:spChg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40" creationId="{EA8F497B-BDF7-F0AE-ACD8-7907DEB99F6B}"/>
          </ac:spMkLst>
        </pc:spChg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41" creationId="{6632BBDD-8A38-8D11-B0C6-42B362CE3AC4}"/>
          </ac:spMkLst>
        </pc:spChg>
        <pc:spChg chg="mod">
          <ac:chgData name="Luiz Alberto Ferreira Gomes" userId="bc531018-f902-4d26-b3af-7ca03fb059d6" providerId="ADAL" clId="{2FA46332-C948-4A62-A1FF-2601C54C6B8D}" dt="2024-01-21T02:04:44.992" v="975" actId="1036"/>
          <ac:spMkLst>
            <pc:docMk/>
            <pc:sldMk cId="842934007" sldId="318"/>
            <ac:spMk id="43" creationId="{F2A98B53-9ED7-9583-02EE-BE4960D4CB8A}"/>
          </ac:spMkLst>
        </pc:spChg>
        <pc:spChg chg="mod">
          <ac:chgData name="Luiz Alberto Ferreira Gomes" userId="bc531018-f902-4d26-b3af-7ca03fb059d6" providerId="ADAL" clId="{2FA46332-C948-4A62-A1FF-2601C54C6B8D}" dt="2024-01-21T02:03:25.940" v="955" actId="1076"/>
          <ac:spMkLst>
            <pc:docMk/>
            <pc:sldMk cId="842934007" sldId="318"/>
            <ac:spMk id="45" creationId="{0367E0DB-1FE4-86C8-D38D-6A3428A7B1FE}"/>
          </ac:spMkLst>
        </pc:spChg>
        <pc:grpChg chg="mod">
          <ac:chgData name="Luiz Alberto Ferreira Gomes" userId="bc531018-f902-4d26-b3af-7ca03fb059d6" providerId="ADAL" clId="{2FA46332-C948-4A62-A1FF-2601C54C6B8D}" dt="2024-01-21T02:03:31.348" v="956" actId="1076"/>
          <ac:grpSpMkLst>
            <pc:docMk/>
            <pc:sldMk cId="842934007" sldId="318"/>
            <ac:grpSpMk id="9" creationId="{1DBB00FE-BD07-1F59-6220-2A58525536A1}"/>
          </ac:grpSpMkLst>
        </pc:grpChg>
        <pc:grpChg chg="add mod">
          <ac:chgData name="Luiz Alberto Ferreira Gomes" userId="bc531018-f902-4d26-b3af-7ca03fb059d6" providerId="ADAL" clId="{2FA46332-C948-4A62-A1FF-2601C54C6B8D}" dt="2024-01-21T02:04:44.992" v="975" actId="1036"/>
          <ac:grpSpMkLst>
            <pc:docMk/>
            <pc:sldMk cId="842934007" sldId="318"/>
            <ac:grpSpMk id="22" creationId="{629A4169-4B0E-6B9B-4A62-2D65C8262DFD}"/>
          </ac:grpSpMkLst>
        </pc:grpChg>
        <pc:picChg chg="add del mod">
          <ac:chgData name="Luiz Alberto Ferreira Gomes" userId="bc531018-f902-4d26-b3af-7ca03fb059d6" providerId="ADAL" clId="{2FA46332-C948-4A62-A1FF-2601C54C6B8D}" dt="2024-01-21T01:17:48.115" v="827" actId="478"/>
          <ac:picMkLst>
            <pc:docMk/>
            <pc:sldMk cId="842934007" sldId="318"/>
            <ac:picMk id="3" creationId="{644D4141-8362-CD80-3363-78B991C9F87D}"/>
          </ac:picMkLst>
        </pc:picChg>
        <pc:picChg chg="add mod">
          <ac:chgData name="Luiz Alberto Ferreira Gomes" userId="bc531018-f902-4d26-b3af-7ca03fb059d6" providerId="ADAL" clId="{2FA46332-C948-4A62-A1FF-2601C54C6B8D}" dt="2024-01-21T02:04:44.992" v="975" actId="1036"/>
          <ac:picMkLst>
            <pc:docMk/>
            <pc:sldMk cId="842934007" sldId="318"/>
            <ac:picMk id="5" creationId="{9A6BE6A0-4F6F-EC42-E1C7-69C8A62857C7}"/>
          </ac:picMkLst>
        </pc:picChg>
        <pc:picChg chg="del">
          <ac:chgData name="Luiz Alberto Ferreira Gomes" userId="bc531018-f902-4d26-b3af-7ca03fb059d6" providerId="ADAL" clId="{2FA46332-C948-4A62-A1FF-2601C54C6B8D}" dt="2024-01-21T01:06:45.290" v="785" actId="478"/>
          <ac:picMkLst>
            <pc:docMk/>
            <pc:sldMk cId="842934007" sldId="318"/>
            <ac:picMk id="7" creationId="{946E9DAE-C83D-3782-FDEC-328D96A18D5D}"/>
          </ac:picMkLst>
        </pc:picChg>
        <pc:picChg chg="del mod">
          <ac:chgData name="Luiz Alberto Ferreira Gomes" userId="bc531018-f902-4d26-b3af-7ca03fb059d6" providerId="ADAL" clId="{2FA46332-C948-4A62-A1FF-2601C54C6B8D}" dt="2024-01-21T01:55:24.222" v="845" actId="478"/>
          <ac:picMkLst>
            <pc:docMk/>
            <pc:sldMk cId="842934007" sldId="318"/>
            <ac:picMk id="21" creationId="{95BA4ABE-9EC2-EC1F-A1E8-DC7A6238B509}"/>
          </ac:picMkLst>
        </pc:picChg>
        <pc:picChg chg="del">
          <ac:chgData name="Luiz Alberto Ferreira Gomes" userId="bc531018-f902-4d26-b3af-7ca03fb059d6" providerId="ADAL" clId="{2FA46332-C948-4A62-A1FF-2601C54C6B8D}" dt="2024-01-21T01:11:02.640" v="805" actId="478"/>
          <ac:picMkLst>
            <pc:docMk/>
            <pc:sldMk cId="842934007" sldId="318"/>
            <ac:picMk id="33" creationId="{AF5E3090-49CA-C345-1725-CF4BC73F9AE2}"/>
          </ac:picMkLst>
        </pc:picChg>
        <pc:picChg chg="del">
          <ac:chgData name="Luiz Alberto Ferreira Gomes" userId="bc531018-f902-4d26-b3af-7ca03fb059d6" providerId="ADAL" clId="{2FA46332-C948-4A62-A1FF-2601C54C6B8D}" dt="2024-01-21T01:54:23.454" v="838" actId="478"/>
          <ac:picMkLst>
            <pc:docMk/>
            <pc:sldMk cId="842934007" sldId="318"/>
            <ac:picMk id="42" creationId="{FEBAD88D-2667-26E4-CAD2-684DDF1BE77A}"/>
          </ac:picMkLst>
        </pc:picChg>
        <pc:picChg chg="add del mod">
          <ac:chgData name="Luiz Alberto Ferreira Gomes" userId="bc531018-f902-4d26-b3af-7ca03fb059d6" providerId="ADAL" clId="{2FA46332-C948-4A62-A1FF-2601C54C6B8D}" dt="2024-01-21T01:07:29.972" v="790" actId="478"/>
          <ac:picMkLst>
            <pc:docMk/>
            <pc:sldMk cId="842934007" sldId="318"/>
            <ac:picMk id="4098" creationId="{1A16765D-492C-E9B1-CA7D-35D04D715B46}"/>
          </ac:picMkLst>
        </pc:picChg>
        <pc:picChg chg="add del mod">
          <ac:chgData name="Luiz Alberto Ferreira Gomes" userId="bc531018-f902-4d26-b3af-7ca03fb059d6" providerId="ADAL" clId="{2FA46332-C948-4A62-A1FF-2601C54C6B8D}" dt="2024-01-21T01:07:47.845" v="796" actId="478"/>
          <ac:picMkLst>
            <pc:docMk/>
            <pc:sldMk cId="842934007" sldId="318"/>
            <ac:picMk id="4100" creationId="{7DBD6646-8BFB-3347-608C-A32740A17669}"/>
          </ac:picMkLst>
        </pc:picChg>
        <pc:picChg chg="add mod">
          <ac:chgData name="Luiz Alberto Ferreira Gomes" userId="bc531018-f902-4d26-b3af-7ca03fb059d6" providerId="ADAL" clId="{2FA46332-C948-4A62-A1FF-2601C54C6B8D}" dt="2024-01-21T02:04:44.992" v="975" actId="1036"/>
          <ac:picMkLst>
            <pc:docMk/>
            <pc:sldMk cId="842934007" sldId="318"/>
            <ac:picMk id="4102" creationId="{B93FF29D-3CB7-AAE5-DC5E-8347FD8C4C64}"/>
          </ac:picMkLst>
        </pc:picChg>
        <pc:picChg chg="add del mod">
          <ac:chgData name="Luiz Alberto Ferreira Gomes" userId="bc531018-f902-4d26-b3af-7ca03fb059d6" providerId="ADAL" clId="{2FA46332-C948-4A62-A1FF-2601C54C6B8D}" dt="2024-01-21T01:12:58.715" v="810" actId="478"/>
          <ac:picMkLst>
            <pc:docMk/>
            <pc:sldMk cId="842934007" sldId="318"/>
            <ac:picMk id="4104" creationId="{D7D285DD-5C37-C430-AC49-37531D8944E8}"/>
          </ac:picMkLst>
        </pc:picChg>
        <pc:picChg chg="add mod">
          <ac:chgData name="Luiz Alberto Ferreira Gomes" userId="bc531018-f902-4d26-b3af-7ca03fb059d6" providerId="ADAL" clId="{2FA46332-C948-4A62-A1FF-2601C54C6B8D}" dt="2024-01-21T02:04:44.992" v="975" actId="1036"/>
          <ac:picMkLst>
            <pc:docMk/>
            <pc:sldMk cId="842934007" sldId="318"/>
            <ac:picMk id="4106" creationId="{6B9CF85C-516A-F81C-84E0-D360C3AA10E3}"/>
          </ac:picMkLst>
        </pc:picChg>
        <pc:picChg chg="add mod">
          <ac:chgData name="Luiz Alberto Ferreira Gomes" userId="bc531018-f902-4d26-b3af-7ca03fb059d6" providerId="ADAL" clId="{2FA46332-C948-4A62-A1FF-2601C54C6B8D}" dt="2024-01-21T02:04:44.992" v="975" actId="1036"/>
          <ac:picMkLst>
            <pc:docMk/>
            <pc:sldMk cId="842934007" sldId="318"/>
            <ac:picMk id="4108" creationId="{E6CCF276-5DA1-90AA-4D4B-6485D78B59DE}"/>
          </ac:picMkLst>
        </pc:picChg>
        <pc:cxnChg chg="mod">
          <ac:chgData name="Luiz Alberto Ferreira Gomes" userId="bc531018-f902-4d26-b3af-7ca03fb059d6" providerId="ADAL" clId="{2FA46332-C948-4A62-A1FF-2601C54C6B8D}" dt="2024-01-21T02:04:44.992" v="975" actId="1036"/>
          <ac:cxnSpMkLst>
            <pc:docMk/>
            <pc:sldMk cId="842934007" sldId="318"/>
            <ac:cxnSpMk id="44" creationId="{ABBDF5AF-E000-B185-DA31-4B0A446A6912}"/>
          </ac:cxnSpMkLst>
        </pc:cxnChg>
      </pc:sldChg>
      <pc:sldChg chg="addSp delSp modSp add mod modNotesTx">
        <pc:chgData name="Luiz Alberto Ferreira Gomes" userId="bc531018-f902-4d26-b3af-7ca03fb059d6" providerId="ADAL" clId="{2FA46332-C948-4A62-A1FF-2601C54C6B8D}" dt="2024-01-21T02:12:04.126" v="1011" actId="1076"/>
        <pc:sldMkLst>
          <pc:docMk/>
          <pc:sldMk cId="816199379" sldId="319"/>
        </pc:sldMkLst>
        <pc:spChg chg="add mod">
          <ac:chgData name="Luiz Alberto Ferreira Gomes" userId="bc531018-f902-4d26-b3af-7ca03fb059d6" providerId="ADAL" clId="{2FA46332-C948-4A62-A1FF-2601C54C6B8D}" dt="2024-01-21T02:09:21.893" v="997" actId="1076"/>
          <ac:spMkLst>
            <pc:docMk/>
            <pc:sldMk cId="816199379" sldId="319"/>
            <ac:spMk id="2" creationId="{DC9AE635-92AC-D0E8-2FDC-A3583F9B17C4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6" creationId="{42A4B750-E405-CECE-BED7-1F03905CF43C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8" creationId="{A37F7B1F-A5F2-073B-EE05-9A6C067B4F68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11" creationId="{53D514B5-B433-8DC7-7326-43F3D885FA6C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16" creationId="{B3785A30-1D01-3D4A-7D28-813F18249252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17" creationId="{606CE03B-767F-DFAE-B1F3-1F8248D25410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18" creationId="{A021646C-1C79-AD2D-01D2-5D845EE87DC1}"/>
          </ac:spMkLst>
        </pc:spChg>
        <pc:spChg chg="mod topLvl">
          <ac:chgData name="Luiz Alberto Ferreira Gomes" userId="bc531018-f902-4d26-b3af-7ca03fb059d6" providerId="ADAL" clId="{2FA46332-C948-4A62-A1FF-2601C54C6B8D}" dt="2024-01-21T02:06:42.839" v="993" actId="12789"/>
          <ac:spMkLst>
            <pc:docMk/>
            <pc:sldMk cId="816199379" sldId="319"/>
            <ac:spMk id="19" creationId="{43243311-CF6B-7896-E1DC-23A2EF4A7C8E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20" creationId="{9070C605-BC14-F5BD-4123-99A4A06465D3}"/>
          </ac:spMkLst>
        </pc:spChg>
        <pc:spChg chg="del mod topLvl">
          <ac:chgData name="Luiz Alberto Ferreira Gomes" userId="bc531018-f902-4d26-b3af-7ca03fb059d6" providerId="ADAL" clId="{2FA46332-C948-4A62-A1FF-2601C54C6B8D}" dt="2024-01-21T02:11:45.249" v="1006" actId="478"/>
          <ac:spMkLst>
            <pc:docMk/>
            <pc:sldMk cId="816199379" sldId="319"/>
            <ac:spMk id="26" creationId="{1F667DC8-17F2-8367-139D-99A010CE5CCD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31" creationId="{E3720F74-F44E-E0C5-CC32-420FACDE3BB9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40" creationId="{EA8F497B-BDF7-F0AE-ACD8-7907DEB99F6B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41" creationId="{6632BBDD-8A38-8D11-B0C6-42B362CE3AC4}"/>
          </ac:spMkLst>
        </pc:spChg>
        <pc:spChg chg="del mod topLvl">
          <ac:chgData name="Luiz Alberto Ferreira Gomes" userId="bc531018-f902-4d26-b3af-7ca03fb059d6" providerId="ADAL" clId="{2FA46332-C948-4A62-A1FF-2601C54C6B8D}" dt="2024-01-21T02:05:41.152" v="980" actId="478"/>
          <ac:spMkLst>
            <pc:docMk/>
            <pc:sldMk cId="816199379" sldId="319"/>
            <ac:spMk id="43" creationId="{F2A98B53-9ED7-9583-02EE-BE4960D4CB8A}"/>
          </ac:spMkLst>
        </pc:spChg>
        <pc:spChg chg="mod">
          <ac:chgData name="Luiz Alberto Ferreira Gomes" userId="bc531018-f902-4d26-b3af-7ca03fb059d6" providerId="ADAL" clId="{2FA46332-C948-4A62-A1FF-2601C54C6B8D}" dt="2024-01-21T02:11:53.204" v="1008" actId="1076"/>
          <ac:spMkLst>
            <pc:docMk/>
            <pc:sldMk cId="816199379" sldId="319"/>
            <ac:spMk id="45" creationId="{0367E0DB-1FE4-86C8-D38D-6A3428A7B1FE}"/>
          </ac:spMkLst>
        </pc:spChg>
        <pc:grpChg chg="mod">
          <ac:chgData name="Luiz Alberto Ferreira Gomes" userId="bc531018-f902-4d26-b3af-7ca03fb059d6" providerId="ADAL" clId="{2FA46332-C948-4A62-A1FF-2601C54C6B8D}" dt="2024-01-21T02:11:59.508" v="1010" actId="1076"/>
          <ac:grpSpMkLst>
            <pc:docMk/>
            <pc:sldMk cId="816199379" sldId="319"/>
            <ac:grpSpMk id="9" creationId="{1DBB00FE-BD07-1F59-6220-2A58525536A1}"/>
          </ac:grpSpMkLst>
        </pc:grpChg>
        <pc:grpChg chg="del">
          <ac:chgData name="Luiz Alberto Ferreira Gomes" userId="bc531018-f902-4d26-b3af-7ca03fb059d6" providerId="ADAL" clId="{2FA46332-C948-4A62-A1FF-2601C54C6B8D}" dt="2024-01-21T02:05:36.209" v="979" actId="165"/>
          <ac:grpSpMkLst>
            <pc:docMk/>
            <pc:sldMk cId="816199379" sldId="319"/>
            <ac:grpSpMk id="22" creationId="{629A4169-4B0E-6B9B-4A62-2D65C8262DFD}"/>
          </ac:grpSpMkLst>
        </pc:grpChg>
        <pc:picChg chg="del mod topLvl">
          <ac:chgData name="Luiz Alberto Ferreira Gomes" userId="bc531018-f902-4d26-b3af-7ca03fb059d6" providerId="ADAL" clId="{2FA46332-C948-4A62-A1FF-2601C54C6B8D}" dt="2024-01-21T02:05:41.152" v="980" actId="478"/>
          <ac:picMkLst>
            <pc:docMk/>
            <pc:sldMk cId="816199379" sldId="319"/>
            <ac:picMk id="5" creationId="{9A6BE6A0-4F6F-EC42-E1C7-69C8A62857C7}"/>
          </ac:picMkLst>
        </pc:picChg>
        <pc:picChg chg="del mod topLvl">
          <ac:chgData name="Luiz Alberto Ferreira Gomes" userId="bc531018-f902-4d26-b3af-7ca03fb059d6" providerId="ADAL" clId="{2FA46332-C948-4A62-A1FF-2601C54C6B8D}" dt="2024-01-21T02:05:41.152" v="980" actId="478"/>
          <ac:picMkLst>
            <pc:docMk/>
            <pc:sldMk cId="816199379" sldId="319"/>
            <ac:picMk id="4102" creationId="{B93FF29D-3CB7-AAE5-DC5E-8347FD8C4C64}"/>
          </ac:picMkLst>
        </pc:picChg>
        <pc:picChg chg="del mod topLvl">
          <ac:chgData name="Luiz Alberto Ferreira Gomes" userId="bc531018-f902-4d26-b3af-7ca03fb059d6" providerId="ADAL" clId="{2FA46332-C948-4A62-A1FF-2601C54C6B8D}" dt="2024-01-21T02:05:41.152" v="980" actId="478"/>
          <ac:picMkLst>
            <pc:docMk/>
            <pc:sldMk cId="816199379" sldId="319"/>
            <ac:picMk id="4106" creationId="{6B9CF85C-516A-F81C-84E0-D360C3AA10E3}"/>
          </ac:picMkLst>
        </pc:picChg>
        <pc:picChg chg="mod topLvl">
          <ac:chgData name="Luiz Alberto Ferreira Gomes" userId="bc531018-f902-4d26-b3af-7ca03fb059d6" providerId="ADAL" clId="{2FA46332-C948-4A62-A1FF-2601C54C6B8D}" dt="2024-01-21T02:06:00.230" v="983" actId="12789"/>
          <ac:picMkLst>
            <pc:docMk/>
            <pc:sldMk cId="816199379" sldId="319"/>
            <ac:picMk id="4108" creationId="{E6CCF276-5DA1-90AA-4D4B-6485D78B59DE}"/>
          </ac:picMkLst>
        </pc:picChg>
        <pc:cxnChg chg="mod topLvl">
          <ac:chgData name="Luiz Alberto Ferreira Gomes" userId="bc531018-f902-4d26-b3af-7ca03fb059d6" providerId="ADAL" clId="{2FA46332-C948-4A62-A1FF-2601C54C6B8D}" dt="2024-01-21T02:12:04.126" v="1011" actId="1076"/>
          <ac:cxnSpMkLst>
            <pc:docMk/>
            <pc:sldMk cId="816199379" sldId="319"/>
            <ac:cxnSpMk id="44" creationId="{ABBDF5AF-E000-B185-DA31-4B0A446A6912}"/>
          </ac:cxnSpMkLst>
        </pc:cxnChg>
      </pc:sldChg>
      <pc:sldMasterChg chg="add addSldLayout">
        <pc:chgData name="Luiz Alberto Ferreira Gomes" userId="bc531018-f902-4d26-b3af-7ca03fb059d6" providerId="ADAL" clId="{2FA46332-C948-4A62-A1FF-2601C54C6B8D}" dt="2024-01-20T23:30:34.317" v="23" actId="27028"/>
        <pc:sldMasterMkLst>
          <pc:docMk/>
          <pc:sldMasterMk cId="0" sldId="2147483661"/>
        </pc:sldMasterMkLst>
        <pc:sldLayoutChg chg="add">
          <pc:chgData name="Luiz Alberto Ferreira Gomes" userId="bc531018-f902-4d26-b3af-7ca03fb059d6" providerId="ADAL" clId="{2FA46332-C948-4A62-A1FF-2601C54C6B8D}" dt="2024-01-20T23:30:34.317" v="23" actId="27028"/>
          <pc:sldLayoutMkLst>
            <pc:docMk/>
            <pc:sldMasterMk cId="0" sldId="2147483661"/>
            <pc:sldLayoutMk cId="0" sldId="2147483662"/>
          </pc:sldLayoutMkLst>
        </pc:sldLayoutChg>
      </pc:sldMasterChg>
      <pc:sldMasterChg chg="del delSldLayout">
        <pc:chgData name="Luiz Alberto Ferreira Gomes" userId="bc531018-f902-4d26-b3af-7ca03fb059d6" providerId="ADAL" clId="{2FA46332-C948-4A62-A1FF-2601C54C6B8D}" dt="2024-01-20T23:47:11.497" v="69" actId="47"/>
        <pc:sldMasterMkLst>
          <pc:docMk/>
          <pc:sldMasterMk cId="0" sldId="2147483794"/>
        </pc:sldMasterMkLst>
        <pc:sldLayoutChg chg="del">
          <pc:chgData name="Luiz Alberto Ferreira Gomes" userId="bc531018-f902-4d26-b3af-7ca03fb059d6" providerId="ADAL" clId="{2FA46332-C948-4A62-A1FF-2601C54C6B8D}" dt="2024-01-20T23:47:11.497" v="69" actId="47"/>
          <pc:sldLayoutMkLst>
            <pc:docMk/>
            <pc:sldMasterMk cId="0" sldId="2147483794"/>
            <pc:sldLayoutMk cId="0" sldId="2147483795"/>
          </pc:sldLayoutMkLst>
        </pc:sldLayoutChg>
      </pc:sldMasterChg>
    </pc:docChg>
  </pc:docChgLst>
  <pc:docChgLst>
    <pc:chgData name="Luiz Alberto Ferreira Gomes" userId="bc531018-f902-4d26-b3af-7ca03fb059d6" providerId="ADAL" clId="{599F0F9B-A8A0-485A-A61C-5F82BF48F9AC}"/>
    <pc:docChg chg="undo custSel addSld delSld modSld delMainMaster">
      <pc:chgData name="Luiz Alberto Ferreira Gomes" userId="bc531018-f902-4d26-b3af-7ca03fb059d6" providerId="ADAL" clId="{599F0F9B-A8A0-485A-A61C-5F82BF48F9AC}" dt="2024-01-20T21:07:38.581" v="1031" actId="313"/>
      <pc:docMkLst>
        <pc:docMk/>
      </pc:docMkLst>
      <pc:sldChg chg="modSp mod modNotesTx">
        <pc:chgData name="Luiz Alberto Ferreira Gomes" userId="bc531018-f902-4d26-b3af-7ca03fb059d6" providerId="ADAL" clId="{599F0F9B-A8A0-485A-A61C-5F82BF48F9AC}" dt="2024-01-20T21:07:38.581" v="1031" actId="313"/>
        <pc:sldMkLst>
          <pc:docMk/>
          <pc:sldMk cId="1241614345" sldId="279"/>
        </pc:sldMkLst>
        <pc:spChg chg="mod">
          <ac:chgData name="Luiz Alberto Ferreira Gomes" userId="bc531018-f902-4d26-b3af-7ca03fb059d6" providerId="ADAL" clId="{599F0F9B-A8A0-485A-A61C-5F82BF48F9AC}" dt="2024-01-20T19:18:26.319" v="19" actId="255"/>
          <ac:spMkLst>
            <pc:docMk/>
            <pc:sldMk cId="1241614345" sldId="279"/>
            <ac:spMk id="123" creationId="{00000000-0000-0000-0000-000000000000}"/>
          </ac:spMkLst>
        </pc:spChg>
      </pc:sldChg>
      <pc:sldChg chg="del mod modShow">
        <pc:chgData name="Luiz Alberto Ferreira Gomes" userId="bc531018-f902-4d26-b3af-7ca03fb059d6" providerId="ADAL" clId="{599F0F9B-A8A0-485A-A61C-5F82BF48F9AC}" dt="2024-01-20T20:24:26.102" v="259" actId="47"/>
        <pc:sldMkLst>
          <pc:docMk/>
          <pc:sldMk cId="2171084529" sldId="293"/>
        </pc:sldMkLst>
      </pc:sldChg>
      <pc:sldChg chg="del">
        <pc:chgData name="Luiz Alberto Ferreira Gomes" userId="bc531018-f902-4d26-b3af-7ca03fb059d6" providerId="ADAL" clId="{599F0F9B-A8A0-485A-A61C-5F82BF48F9AC}" dt="2024-01-20T20:10:16.354" v="235" actId="47"/>
        <pc:sldMkLst>
          <pc:docMk/>
          <pc:sldMk cId="2528153229" sldId="302"/>
        </pc:sldMkLst>
      </pc:sldChg>
      <pc:sldChg chg="del">
        <pc:chgData name="Luiz Alberto Ferreira Gomes" userId="bc531018-f902-4d26-b3af-7ca03fb059d6" providerId="ADAL" clId="{599F0F9B-A8A0-485A-A61C-5F82BF48F9AC}" dt="2024-01-20T20:10:16.354" v="235" actId="47"/>
        <pc:sldMkLst>
          <pc:docMk/>
          <pc:sldMk cId="2349761408" sldId="303"/>
        </pc:sldMkLst>
      </pc:sldChg>
      <pc:sldChg chg="del">
        <pc:chgData name="Luiz Alberto Ferreira Gomes" userId="bc531018-f902-4d26-b3af-7ca03fb059d6" providerId="ADAL" clId="{599F0F9B-A8A0-485A-A61C-5F82BF48F9AC}" dt="2024-01-20T20:10:16.354" v="235" actId="47"/>
        <pc:sldMkLst>
          <pc:docMk/>
          <pc:sldMk cId="2315654821" sldId="304"/>
        </pc:sldMkLst>
      </pc:sldChg>
      <pc:sldChg chg="del">
        <pc:chgData name="Luiz Alberto Ferreira Gomes" userId="bc531018-f902-4d26-b3af-7ca03fb059d6" providerId="ADAL" clId="{599F0F9B-A8A0-485A-A61C-5F82BF48F9AC}" dt="2024-01-20T20:10:16.354" v="235" actId="47"/>
        <pc:sldMkLst>
          <pc:docMk/>
          <pc:sldMk cId="4168091388" sldId="305"/>
        </pc:sldMkLst>
      </pc:sldChg>
      <pc:sldChg chg="del">
        <pc:chgData name="Luiz Alberto Ferreira Gomes" userId="bc531018-f902-4d26-b3af-7ca03fb059d6" providerId="ADAL" clId="{599F0F9B-A8A0-485A-A61C-5F82BF48F9AC}" dt="2024-01-20T20:10:16.354" v="235" actId="47"/>
        <pc:sldMkLst>
          <pc:docMk/>
          <pc:sldMk cId="1971937455" sldId="306"/>
        </pc:sldMkLst>
      </pc:sldChg>
      <pc:sldChg chg="modSp del">
        <pc:chgData name="Luiz Alberto Ferreira Gomes" userId="bc531018-f902-4d26-b3af-7ca03fb059d6" providerId="ADAL" clId="{599F0F9B-A8A0-485A-A61C-5F82BF48F9AC}" dt="2024-01-20T20:10:16.354" v="235" actId="47"/>
        <pc:sldMkLst>
          <pc:docMk/>
          <pc:sldMk cId="885314571" sldId="307"/>
        </pc:sldMkLst>
        <pc:picChg chg="mod">
          <ac:chgData name="Luiz Alberto Ferreira Gomes" userId="bc531018-f902-4d26-b3af-7ca03fb059d6" providerId="ADAL" clId="{599F0F9B-A8A0-485A-A61C-5F82BF48F9AC}" dt="2024-01-20T19:26:19.856" v="22" actId="14100"/>
          <ac:picMkLst>
            <pc:docMk/>
            <pc:sldMk cId="885314571" sldId="307"/>
            <ac:picMk id="1028" creationId="{ACD0278D-EBAC-5D14-A234-042643912A35}"/>
          </ac:picMkLst>
        </pc:picChg>
      </pc:sldChg>
      <pc:sldChg chg="addSp delSp modSp add mod modNotesTx">
        <pc:chgData name="Luiz Alberto Ferreira Gomes" userId="bc531018-f902-4d26-b3af-7ca03fb059d6" providerId="ADAL" clId="{599F0F9B-A8A0-485A-A61C-5F82BF48F9AC}" dt="2024-01-20T21:05:51.556" v="823" actId="255"/>
        <pc:sldMkLst>
          <pc:docMk/>
          <pc:sldMk cId="2501527861" sldId="308"/>
        </pc:sldMkLst>
        <pc:spChg chg="mod">
          <ac:chgData name="Luiz Alberto Ferreira Gomes" userId="bc531018-f902-4d26-b3af-7ca03fb059d6" providerId="ADAL" clId="{599F0F9B-A8A0-485A-A61C-5F82BF48F9AC}" dt="2024-01-20T20:12:17.297" v="252" actId="14100"/>
          <ac:spMkLst>
            <pc:docMk/>
            <pc:sldMk cId="2501527861" sldId="308"/>
            <ac:spMk id="4" creationId="{736AAA16-0567-B0F4-0CE3-98BCB94EF8D4}"/>
          </ac:spMkLst>
        </pc:spChg>
        <pc:spChg chg="del">
          <ac:chgData name="Luiz Alberto Ferreira Gomes" userId="bc531018-f902-4d26-b3af-7ca03fb059d6" providerId="ADAL" clId="{599F0F9B-A8A0-485A-A61C-5F82BF48F9AC}" dt="2024-01-20T19:42:32.109" v="98" actId="478"/>
          <ac:spMkLst>
            <pc:docMk/>
            <pc:sldMk cId="2501527861" sldId="308"/>
            <ac:spMk id="5" creationId="{764A677A-27CE-3718-ECC9-68D7BE20EAE2}"/>
          </ac:spMkLst>
        </pc:spChg>
        <pc:spChg chg="mod">
          <ac:chgData name="Luiz Alberto Ferreira Gomes" userId="bc531018-f902-4d26-b3af-7ca03fb059d6" providerId="ADAL" clId="{599F0F9B-A8A0-485A-A61C-5F82BF48F9AC}" dt="2024-01-20T20:23:22.588" v="254" actId="1076"/>
          <ac:spMkLst>
            <pc:docMk/>
            <pc:sldMk cId="2501527861" sldId="308"/>
            <ac:spMk id="7" creationId="{7731224B-34CE-96E3-3D42-DA3F42E5AD8F}"/>
          </ac:spMkLst>
        </pc:spChg>
        <pc:spChg chg="del mod">
          <ac:chgData name="Luiz Alberto Ferreira Gomes" userId="bc531018-f902-4d26-b3af-7ca03fb059d6" providerId="ADAL" clId="{599F0F9B-A8A0-485A-A61C-5F82BF48F9AC}" dt="2024-01-20T19:42:32.109" v="98" actId="478"/>
          <ac:spMkLst>
            <pc:docMk/>
            <pc:sldMk cId="2501527861" sldId="308"/>
            <ac:spMk id="8" creationId="{22B937AD-2BEF-478E-480F-6ECB2F01EE1C}"/>
          </ac:spMkLst>
        </pc:spChg>
        <pc:spChg chg="add del mod">
          <ac:chgData name="Luiz Alberto Ferreira Gomes" userId="bc531018-f902-4d26-b3af-7ca03fb059d6" providerId="ADAL" clId="{599F0F9B-A8A0-485A-A61C-5F82BF48F9AC}" dt="2024-01-20T20:55:29.389" v="504" actId="108"/>
          <ac:spMkLst>
            <pc:docMk/>
            <pc:sldMk cId="2501527861" sldId="308"/>
            <ac:spMk id="9" creationId="{EC2A2ADD-F2B1-35B3-1FF2-4C4B4B33D035}"/>
          </ac:spMkLst>
        </pc:spChg>
        <pc:spChg chg="del">
          <ac:chgData name="Luiz Alberto Ferreira Gomes" userId="bc531018-f902-4d26-b3af-7ca03fb059d6" providerId="ADAL" clId="{599F0F9B-A8A0-485A-A61C-5F82BF48F9AC}" dt="2024-01-20T19:31:08.222" v="49" actId="478"/>
          <ac:spMkLst>
            <pc:docMk/>
            <pc:sldMk cId="2501527861" sldId="308"/>
            <ac:spMk id="11" creationId="{C66FE6D3-08DC-E893-0242-9A4F71A85DF8}"/>
          </ac:spMkLst>
        </pc:spChg>
        <pc:spChg chg="del">
          <ac:chgData name="Luiz Alberto Ferreira Gomes" userId="bc531018-f902-4d26-b3af-7ca03fb059d6" providerId="ADAL" clId="{599F0F9B-A8A0-485A-A61C-5F82BF48F9AC}" dt="2024-01-20T19:35:09.483" v="55" actId="478"/>
          <ac:spMkLst>
            <pc:docMk/>
            <pc:sldMk cId="2501527861" sldId="308"/>
            <ac:spMk id="19" creationId="{F7C93D8E-F405-8464-3F20-2B92509A7D4F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20" creationId="{2CDD82FF-4FD0-6298-913C-0021EB9389E8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21" creationId="{051F8ECA-EB9E-52F1-14AD-DC59076116D4}"/>
          </ac:spMkLst>
        </pc:spChg>
        <pc:spChg chg="add mod">
          <ac:chgData name="Luiz Alberto Ferreira Gomes" userId="bc531018-f902-4d26-b3af-7ca03fb059d6" providerId="ADAL" clId="{599F0F9B-A8A0-485A-A61C-5F82BF48F9AC}" dt="2024-01-20T19:38:06.412" v="74"/>
          <ac:spMkLst>
            <pc:docMk/>
            <pc:sldMk cId="2501527861" sldId="308"/>
            <ac:spMk id="22" creationId="{1EB1A0DA-F499-4D0D-BBF8-076941D7715C}"/>
          </ac:spMkLst>
        </pc:spChg>
        <pc:spChg chg="del mod">
          <ac:chgData name="Luiz Alberto Ferreira Gomes" userId="bc531018-f902-4d26-b3af-7ca03fb059d6" providerId="ADAL" clId="{599F0F9B-A8A0-485A-A61C-5F82BF48F9AC}" dt="2024-01-20T20:32:01.130" v="272" actId="478"/>
          <ac:spMkLst>
            <pc:docMk/>
            <pc:sldMk cId="2501527861" sldId="308"/>
            <ac:spMk id="23" creationId="{3A0C7678-6FFC-0BDB-E1D6-57E45ED0B93C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25" creationId="{BABEB477-7495-DA1F-0EA3-B5ED525ED715}"/>
          </ac:spMkLst>
        </pc:spChg>
        <pc:spChg chg="add mod">
          <ac:chgData name="Luiz Alberto Ferreira Gomes" userId="bc531018-f902-4d26-b3af-7ca03fb059d6" providerId="ADAL" clId="{599F0F9B-A8A0-485A-A61C-5F82BF48F9AC}" dt="2024-01-20T20:24:10.736" v="256" actId="1076"/>
          <ac:spMkLst>
            <pc:docMk/>
            <pc:sldMk cId="2501527861" sldId="308"/>
            <ac:spMk id="26" creationId="{6AE8AF78-A77A-1496-CC40-66A268120C02}"/>
          </ac:spMkLst>
        </pc:spChg>
        <pc:spChg chg="add mod">
          <ac:chgData name="Luiz Alberto Ferreira Gomes" userId="bc531018-f902-4d26-b3af-7ca03fb059d6" providerId="ADAL" clId="{599F0F9B-A8A0-485A-A61C-5F82BF48F9AC}" dt="2024-01-20T20:24:10.736" v="256" actId="1076"/>
          <ac:spMkLst>
            <pc:docMk/>
            <pc:sldMk cId="2501527861" sldId="308"/>
            <ac:spMk id="28" creationId="{636B5499-C749-764C-35F9-7B17A8B10D9D}"/>
          </ac:spMkLst>
        </pc:spChg>
        <pc:spChg chg="add mod">
          <ac:chgData name="Luiz Alberto Ferreira Gomes" userId="bc531018-f902-4d26-b3af-7ca03fb059d6" providerId="ADAL" clId="{599F0F9B-A8A0-485A-A61C-5F82BF48F9AC}" dt="2024-01-20T20:57:37.684" v="513"/>
          <ac:spMkLst>
            <pc:docMk/>
            <pc:sldMk cId="2501527861" sldId="308"/>
            <ac:spMk id="29" creationId="{594A70F9-D9CE-A2A6-3F32-0DF1F98E6D85}"/>
          </ac:spMkLst>
        </pc:spChg>
        <pc:spChg chg="add mod">
          <ac:chgData name="Luiz Alberto Ferreira Gomes" userId="bc531018-f902-4d26-b3af-7ca03fb059d6" providerId="ADAL" clId="{599F0F9B-A8A0-485A-A61C-5F82BF48F9AC}" dt="2024-01-20T20:59:06.416" v="514"/>
          <ac:spMkLst>
            <pc:docMk/>
            <pc:sldMk cId="2501527861" sldId="308"/>
            <ac:spMk id="32" creationId="{B0B7FB54-83DE-42FA-B696-B8C467210FA3}"/>
          </ac:spMkLst>
        </pc:spChg>
        <pc:spChg chg="add mod">
          <ac:chgData name="Luiz Alberto Ferreira Gomes" userId="bc531018-f902-4d26-b3af-7ca03fb059d6" providerId="ADAL" clId="{599F0F9B-A8A0-485A-A61C-5F82BF48F9AC}" dt="2024-01-20T20:24:10.736" v="256" actId="1076"/>
          <ac:spMkLst>
            <pc:docMk/>
            <pc:sldMk cId="2501527861" sldId="308"/>
            <ac:spMk id="33" creationId="{E9412D85-2D53-85C2-B88E-1BD8C0EC01BB}"/>
          </ac:spMkLst>
        </pc:spChg>
        <pc:spChg chg="del">
          <ac:chgData name="Luiz Alberto Ferreira Gomes" userId="bc531018-f902-4d26-b3af-7ca03fb059d6" providerId="ADAL" clId="{599F0F9B-A8A0-485A-A61C-5F82BF48F9AC}" dt="2024-01-20T19:31:22.136" v="50" actId="478"/>
          <ac:spMkLst>
            <pc:docMk/>
            <pc:sldMk cId="2501527861" sldId="308"/>
            <ac:spMk id="36" creationId="{F408AF6E-D8A5-C9FB-7309-A3FCD0A5D648}"/>
          </ac:spMkLst>
        </pc:spChg>
        <pc:spChg chg="mod">
          <ac:chgData name="Luiz Alberto Ferreira Gomes" userId="bc531018-f902-4d26-b3af-7ca03fb059d6" providerId="ADAL" clId="{599F0F9B-A8A0-485A-A61C-5F82BF48F9AC}" dt="2024-01-20T20:23:22.588" v="254" actId="1076"/>
          <ac:spMkLst>
            <pc:docMk/>
            <pc:sldMk cId="2501527861" sldId="308"/>
            <ac:spMk id="37" creationId="{A878A16D-FFAF-D7A0-4049-89A5F4D6E78D}"/>
          </ac:spMkLst>
        </pc:spChg>
        <pc:spChg chg="del">
          <ac:chgData name="Luiz Alberto Ferreira Gomes" userId="bc531018-f902-4d26-b3af-7ca03fb059d6" providerId="ADAL" clId="{599F0F9B-A8A0-485A-A61C-5F82BF48F9AC}" dt="2024-01-20T19:35:13.600" v="56" actId="478"/>
          <ac:spMkLst>
            <pc:docMk/>
            <pc:sldMk cId="2501527861" sldId="308"/>
            <ac:spMk id="38" creationId="{E60ECC63-6F9B-0602-FF5D-DD22C386AA48}"/>
          </ac:spMkLst>
        </pc:spChg>
        <pc:spChg chg="add mod">
          <ac:chgData name="Luiz Alberto Ferreira Gomes" userId="bc531018-f902-4d26-b3af-7ca03fb059d6" providerId="ADAL" clId="{599F0F9B-A8A0-485A-A61C-5F82BF48F9AC}" dt="2024-01-20T20:24:50.145" v="260" actId="164"/>
          <ac:spMkLst>
            <pc:docMk/>
            <pc:sldMk cId="2501527861" sldId="308"/>
            <ac:spMk id="39" creationId="{404B16F0-3187-18CA-E838-F7FF19D3B1D8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41" creationId="{A49C47BA-C9B7-CA7E-E618-F8A56ED813C2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42" creationId="{56FBD1D9-3924-D3C5-F3D6-12A1212AB8C6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45" creationId="{386B7490-B234-68D0-CA3F-5635FA005343}"/>
          </ac:spMkLst>
        </pc:spChg>
        <pc:spChg chg="del">
          <ac:chgData name="Luiz Alberto Ferreira Gomes" userId="bc531018-f902-4d26-b3af-7ca03fb059d6" providerId="ADAL" clId="{599F0F9B-A8A0-485A-A61C-5F82BF48F9AC}" dt="2024-01-20T19:42:36.064" v="99" actId="478"/>
          <ac:spMkLst>
            <pc:docMk/>
            <pc:sldMk cId="2501527861" sldId="308"/>
            <ac:spMk id="46" creationId="{E00C80D0-72EC-1A94-6CBB-77A13AC97D71}"/>
          </ac:spMkLst>
        </pc:spChg>
        <pc:spChg chg="mod">
          <ac:chgData name="Luiz Alberto Ferreira Gomes" userId="bc531018-f902-4d26-b3af-7ca03fb059d6" providerId="ADAL" clId="{599F0F9B-A8A0-485A-A61C-5F82BF48F9AC}" dt="2024-01-20T20:11:33.843" v="245"/>
          <ac:spMkLst>
            <pc:docMk/>
            <pc:sldMk cId="2501527861" sldId="308"/>
            <ac:spMk id="48" creationId="{8CDE2C40-ACA1-393D-6CE2-E0B6AE69F5A2}"/>
          </ac:spMkLst>
        </pc:spChg>
        <pc:spChg chg="mod">
          <ac:chgData name="Luiz Alberto Ferreira Gomes" userId="bc531018-f902-4d26-b3af-7ca03fb059d6" providerId="ADAL" clId="{599F0F9B-A8A0-485A-A61C-5F82BF48F9AC}" dt="2024-01-20T20:11:33.843" v="245"/>
          <ac:spMkLst>
            <pc:docMk/>
            <pc:sldMk cId="2501527861" sldId="308"/>
            <ac:spMk id="49" creationId="{8B56E487-9AB7-2D1B-0337-4B2E832A26FA}"/>
          </ac:spMkLst>
        </pc:spChg>
        <pc:spChg chg="mod">
          <ac:chgData name="Luiz Alberto Ferreira Gomes" userId="bc531018-f902-4d26-b3af-7ca03fb059d6" providerId="ADAL" clId="{599F0F9B-A8A0-485A-A61C-5F82BF48F9AC}" dt="2024-01-20T20:11:33.843" v="245"/>
          <ac:spMkLst>
            <pc:docMk/>
            <pc:sldMk cId="2501527861" sldId="308"/>
            <ac:spMk id="50" creationId="{E886F9FE-502E-D6F3-C7B1-4C7E1B709A5A}"/>
          </ac:spMkLst>
        </pc:spChg>
        <pc:spChg chg="mod">
          <ac:chgData name="Luiz Alberto Ferreira Gomes" userId="bc531018-f902-4d26-b3af-7ca03fb059d6" providerId="ADAL" clId="{599F0F9B-A8A0-485A-A61C-5F82BF48F9AC}" dt="2024-01-20T20:11:33.843" v="245"/>
          <ac:spMkLst>
            <pc:docMk/>
            <pc:sldMk cId="2501527861" sldId="308"/>
            <ac:spMk id="51" creationId="{07F5CD10-5A5A-F750-8248-0E929AC4661D}"/>
          </ac:spMkLst>
        </pc:spChg>
        <pc:spChg chg="mod">
          <ac:chgData name="Luiz Alberto Ferreira Gomes" userId="bc531018-f902-4d26-b3af-7ca03fb059d6" providerId="ADAL" clId="{599F0F9B-A8A0-485A-A61C-5F82BF48F9AC}" dt="2024-01-20T20:11:33.843" v="245"/>
          <ac:spMkLst>
            <pc:docMk/>
            <pc:sldMk cId="2501527861" sldId="308"/>
            <ac:spMk id="52" creationId="{2CA080FE-E183-5DA8-0AFB-38CCB4FDFB9E}"/>
          </ac:spMkLst>
        </pc:spChg>
        <pc:spChg chg="add del mod">
          <ac:chgData name="Luiz Alberto Ferreira Gomes" userId="bc531018-f902-4d26-b3af-7ca03fb059d6" providerId="ADAL" clId="{599F0F9B-A8A0-485A-A61C-5F82BF48F9AC}" dt="2024-01-20T20:34:45.760" v="288" actId="478"/>
          <ac:spMkLst>
            <pc:docMk/>
            <pc:sldMk cId="2501527861" sldId="308"/>
            <ac:spMk id="54" creationId="{02ED3E13-4EEF-32B6-C80E-BA34AB20A5B3}"/>
          </ac:spMkLst>
        </pc:spChg>
        <pc:spChg chg="add mod">
          <ac:chgData name="Luiz Alberto Ferreira Gomes" userId="bc531018-f902-4d26-b3af-7ca03fb059d6" providerId="ADAL" clId="{599F0F9B-A8A0-485A-A61C-5F82BF48F9AC}" dt="2024-01-20T20:54:18.650" v="494"/>
          <ac:spMkLst>
            <pc:docMk/>
            <pc:sldMk cId="2501527861" sldId="308"/>
            <ac:spMk id="55" creationId="{3CADE653-0275-554B-35F1-C6623FC4651D}"/>
          </ac:spMkLst>
        </pc:spChg>
        <pc:grpChg chg="del">
          <ac:chgData name="Luiz Alberto Ferreira Gomes" userId="bc531018-f902-4d26-b3af-7ca03fb059d6" providerId="ADAL" clId="{599F0F9B-A8A0-485A-A61C-5F82BF48F9AC}" dt="2024-01-20T19:42:36.064" v="99" actId="478"/>
          <ac:grpSpMkLst>
            <pc:docMk/>
            <pc:sldMk cId="2501527861" sldId="308"/>
            <ac:grpSpMk id="6" creationId="{DBFA1DD6-BED8-13A0-AD5D-5ED0461F4743}"/>
          </ac:grpSpMkLst>
        </pc:grpChg>
        <pc:grpChg chg="del mod">
          <ac:chgData name="Luiz Alberto Ferreira Gomes" userId="bc531018-f902-4d26-b3af-7ca03fb059d6" providerId="ADAL" clId="{599F0F9B-A8A0-485A-A61C-5F82BF48F9AC}" dt="2024-01-20T20:11:30.893" v="244" actId="478"/>
          <ac:grpSpMkLst>
            <pc:docMk/>
            <pc:sldMk cId="2501527861" sldId="308"/>
            <ac:grpSpMk id="14" creationId="{089BD99E-14FB-71F1-2A8D-594336F8F42B}"/>
          </ac:grpSpMkLst>
        </pc:grpChg>
        <pc:grpChg chg="add mod">
          <ac:chgData name="Luiz Alberto Ferreira Gomes" userId="bc531018-f902-4d26-b3af-7ca03fb059d6" providerId="ADAL" clId="{599F0F9B-A8A0-485A-A61C-5F82BF48F9AC}" dt="2024-01-20T20:11:57.311" v="249" actId="1076"/>
          <ac:grpSpMkLst>
            <pc:docMk/>
            <pc:sldMk cId="2501527861" sldId="308"/>
            <ac:grpSpMk id="47" creationId="{A9346D2F-AED3-0068-CAD6-8BB837B5AD7D}"/>
          </ac:grpSpMkLst>
        </pc:grpChg>
        <pc:grpChg chg="add mod">
          <ac:chgData name="Luiz Alberto Ferreira Gomes" userId="bc531018-f902-4d26-b3af-7ca03fb059d6" providerId="ADAL" clId="{599F0F9B-A8A0-485A-A61C-5F82BF48F9AC}" dt="2024-01-20T20:24:58.529" v="261" actId="1076"/>
          <ac:grpSpMkLst>
            <pc:docMk/>
            <pc:sldMk cId="2501527861" sldId="308"/>
            <ac:grpSpMk id="53" creationId="{0D60C988-B633-0DCF-615C-E25E740FCAE7}"/>
          </ac:grpSpMkLst>
        </pc:grpChg>
        <pc:picChg chg="del">
          <ac:chgData name="Luiz Alberto Ferreira Gomes" userId="bc531018-f902-4d26-b3af-7ca03fb059d6" providerId="ADAL" clId="{599F0F9B-A8A0-485A-A61C-5F82BF48F9AC}" dt="2024-01-20T19:42:36.064" v="99" actId="478"/>
          <ac:picMkLst>
            <pc:docMk/>
            <pc:sldMk cId="2501527861" sldId="308"/>
            <ac:picMk id="24" creationId="{76BDE12F-430A-9C32-DCE5-23C133607725}"/>
          </ac:picMkLst>
        </pc:picChg>
        <pc:picChg chg="mod">
          <ac:chgData name="Luiz Alberto Ferreira Gomes" userId="bc531018-f902-4d26-b3af-7ca03fb059d6" providerId="ADAL" clId="{599F0F9B-A8A0-485A-A61C-5F82BF48F9AC}" dt="2024-01-20T20:24:50.145" v="260" actId="164"/>
          <ac:picMkLst>
            <pc:docMk/>
            <pc:sldMk cId="2501527861" sldId="308"/>
            <ac:picMk id="27" creationId="{F3AC4AFE-0802-9349-5B61-AB9687B76C63}"/>
          </ac:picMkLst>
        </pc:picChg>
        <pc:picChg chg="add del mod">
          <ac:chgData name="Luiz Alberto Ferreira Gomes" userId="bc531018-f902-4d26-b3af-7ca03fb059d6" providerId="ADAL" clId="{599F0F9B-A8A0-485A-A61C-5F82BF48F9AC}" dt="2024-01-20T19:44:38.270" v="127" actId="478"/>
          <ac:picMkLst>
            <pc:docMk/>
            <pc:sldMk cId="2501527861" sldId="308"/>
            <ac:picMk id="30" creationId="{B279EFF6-26CE-06BE-7086-DC7492BEDD1F}"/>
          </ac:picMkLst>
        </pc:picChg>
        <pc:picChg chg="add del mod">
          <ac:chgData name="Luiz Alberto Ferreira Gomes" userId="bc531018-f902-4d26-b3af-7ca03fb059d6" providerId="ADAL" clId="{599F0F9B-A8A0-485A-A61C-5F82BF48F9AC}" dt="2024-01-20T20:02:11.362" v="155" actId="478"/>
          <ac:picMkLst>
            <pc:docMk/>
            <pc:sldMk cId="2501527861" sldId="308"/>
            <ac:picMk id="31" creationId="{92947E63-21BF-0163-540A-48A214492EC9}"/>
          </ac:picMkLst>
        </pc:picChg>
        <pc:picChg chg="add mod">
          <ac:chgData name="Luiz Alberto Ferreira Gomes" userId="bc531018-f902-4d26-b3af-7ca03fb059d6" providerId="ADAL" clId="{599F0F9B-A8A0-485A-A61C-5F82BF48F9AC}" dt="2024-01-20T20:41:03.588" v="328" actId="552"/>
          <ac:picMkLst>
            <pc:docMk/>
            <pc:sldMk cId="2501527861" sldId="308"/>
            <ac:picMk id="34" creationId="{A807DC27-AD3B-B7CF-CC97-A693C6F5EE4B}"/>
          </ac:picMkLst>
        </pc:picChg>
        <pc:picChg chg="add del mod">
          <ac:chgData name="Luiz Alberto Ferreira Gomes" userId="bc531018-f902-4d26-b3af-7ca03fb059d6" providerId="ADAL" clId="{599F0F9B-A8A0-485A-A61C-5F82BF48F9AC}" dt="2024-01-20T20:06:27.938" v="174" actId="21"/>
          <ac:picMkLst>
            <pc:docMk/>
            <pc:sldMk cId="2501527861" sldId="308"/>
            <ac:picMk id="35" creationId="{F6C1E7E1-0580-AC9D-885C-9D0C4D34410A}"/>
          </ac:picMkLst>
        </pc:picChg>
        <pc:picChg chg="add mod">
          <ac:chgData name="Luiz Alberto Ferreira Gomes" userId="bc531018-f902-4d26-b3af-7ca03fb059d6" providerId="ADAL" clId="{599F0F9B-A8A0-485A-A61C-5F82BF48F9AC}" dt="2024-01-20T20:40:54.558" v="327" actId="554"/>
          <ac:picMkLst>
            <pc:docMk/>
            <pc:sldMk cId="2501527861" sldId="308"/>
            <ac:picMk id="1026" creationId="{11D78E70-E5F3-8AB3-8A8A-95562631DA13}"/>
          </ac:picMkLst>
        </pc:picChg>
        <pc:picChg chg="add del mod">
          <ac:chgData name="Luiz Alberto Ferreira Gomes" userId="bc531018-f902-4d26-b3af-7ca03fb059d6" providerId="ADAL" clId="{599F0F9B-A8A0-485A-A61C-5F82BF48F9AC}" dt="2024-01-20T20:39:52.954" v="316" actId="478"/>
          <ac:picMkLst>
            <pc:docMk/>
            <pc:sldMk cId="2501527861" sldId="308"/>
            <ac:picMk id="1028" creationId="{E8CA45EB-4009-48B4-28DA-E9AC2469D12F}"/>
          </ac:picMkLst>
        </pc:picChg>
        <pc:picChg chg="add mod">
          <ac:chgData name="Luiz Alberto Ferreira Gomes" userId="bc531018-f902-4d26-b3af-7ca03fb059d6" providerId="ADAL" clId="{599F0F9B-A8A0-485A-A61C-5F82BF48F9AC}" dt="2024-01-20T20:41:03.588" v="328" actId="552"/>
          <ac:picMkLst>
            <pc:docMk/>
            <pc:sldMk cId="2501527861" sldId="308"/>
            <ac:picMk id="1030" creationId="{F1084D5A-049C-4186-8841-B6B2F143BB60}"/>
          </ac:picMkLst>
        </pc:picChg>
        <pc:cxnChg chg="del">
          <ac:chgData name="Luiz Alberto Ferreira Gomes" userId="bc531018-f902-4d26-b3af-7ca03fb059d6" providerId="ADAL" clId="{599F0F9B-A8A0-485A-A61C-5F82BF48F9AC}" dt="2024-01-20T19:31:23.276" v="51" actId="478"/>
          <ac:cxnSpMkLst>
            <pc:docMk/>
            <pc:sldMk cId="2501527861" sldId="308"/>
            <ac:cxnSpMk id="3" creationId="{3216D708-871C-9A0E-DB80-94B70BC8428A}"/>
          </ac:cxnSpMkLst>
        </pc:cxnChg>
        <pc:cxnChg chg="add mod">
          <ac:chgData name="Luiz Alberto Ferreira Gomes" userId="bc531018-f902-4d26-b3af-7ca03fb059d6" providerId="ADAL" clId="{599F0F9B-A8A0-485A-A61C-5F82BF48F9AC}" dt="2024-01-20T20:32:53.856" v="277" actId="1076"/>
          <ac:cxnSpMkLst>
            <pc:docMk/>
            <pc:sldMk cId="2501527861" sldId="308"/>
            <ac:cxnSpMk id="40" creationId="{97570A8B-BBD3-DCB2-F4B1-BB9859F8D9CC}"/>
          </ac:cxnSpMkLst>
        </pc:cxnChg>
      </pc:sldChg>
      <pc:sldChg chg="add del">
        <pc:chgData name="Luiz Alberto Ferreira Gomes" userId="bc531018-f902-4d26-b3af-7ca03fb059d6" providerId="ADAL" clId="{599F0F9B-A8A0-485A-A61C-5F82BF48F9AC}" dt="2024-01-20T20:24:23.807" v="258" actId="47"/>
        <pc:sldMkLst>
          <pc:docMk/>
          <pc:sldMk cId="196089975" sldId="309"/>
        </pc:sldMkLst>
      </pc:sldChg>
      <pc:sldChg chg="modSp add mod modNotesTx">
        <pc:chgData name="Luiz Alberto Ferreira Gomes" userId="bc531018-f902-4d26-b3af-7ca03fb059d6" providerId="ADAL" clId="{599F0F9B-A8A0-485A-A61C-5F82BF48F9AC}" dt="2024-01-20T21:05:56.371" v="824" actId="255"/>
        <pc:sldMkLst>
          <pc:docMk/>
          <pc:sldMk cId="1000459795" sldId="309"/>
        </pc:sldMkLst>
        <pc:cxnChg chg="mod">
          <ac:chgData name="Luiz Alberto Ferreira Gomes" userId="bc531018-f902-4d26-b3af-7ca03fb059d6" providerId="ADAL" clId="{599F0F9B-A8A0-485A-A61C-5F82BF48F9AC}" dt="2024-01-20T21:02:53.614" v="616" actId="1036"/>
          <ac:cxnSpMkLst>
            <pc:docMk/>
            <pc:sldMk cId="1000459795" sldId="309"/>
            <ac:cxnSpMk id="40" creationId="{97570A8B-BBD3-DCB2-F4B1-BB9859F8D9CC}"/>
          </ac:cxnSpMkLst>
        </pc:cxnChg>
      </pc:sldChg>
      <pc:sldChg chg="modSp add del mod">
        <pc:chgData name="Luiz Alberto Ferreira Gomes" userId="bc531018-f902-4d26-b3af-7ca03fb059d6" providerId="ADAL" clId="{599F0F9B-A8A0-485A-A61C-5F82BF48F9AC}" dt="2024-01-20T20:46:40.595" v="486" actId="47"/>
        <pc:sldMkLst>
          <pc:docMk/>
          <pc:sldMk cId="1134342133" sldId="309"/>
        </pc:sldMkLst>
        <pc:cxnChg chg="mod">
          <ac:chgData name="Luiz Alberto Ferreira Gomes" userId="bc531018-f902-4d26-b3af-7ca03fb059d6" providerId="ADAL" clId="{599F0F9B-A8A0-485A-A61C-5F82BF48F9AC}" dt="2024-01-20T20:41:37.233" v="362" actId="1036"/>
          <ac:cxnSpMkLst>
            <pc:docMk/>
            <pc:sldMk cId="1134342133" sldId="309"/>
            <ac:cxnSpMk id="40" creationId="{97570A8B-BBD3-DCB2-F4B1-BB9859F8D9CC}"/>
          </ac:cxnSpMkLst>
        </pc:cxnChg>
      </pc:sldChg>
      <pc:sldChg chg="add del">
        <pc:chgData name="Luiz Alberto Ferreira Gomes" userId="bc531018-f902-4d26-b3af-7ca03fb059d6" providerId="ADAL" clId="{599F0F9B-A8A0-485A-A61C-5F82BF48F9AC}" dt="2024-01-20T20:10:48.638" v="241" actId="2890"/>
        <pc:sldMkLst>
          <pc:docMk/>
          <pc:sldMk cId="2087119371" sldId="309"/>
        </pc:sldMkLst>
      </pc:sldChg>
      <pc:sldChg chg="modSp add mod modNotesTx">
        <pc:chgData name="Luiz Alberto Ferreira Gomes" userId="bc531018-f902-4d26-b3af-7ca03fb059d6" providerId="ADAL" clId="{599F0F9B-A8A0-485A-A61C-5F82BF48F9AC}" dt="2024-01-20T21:06:00.535" v="825" actId="255"/>
        <pc:sldMkLst>
          <pc:docMk/>
          <pc:sldMk cId="2641585942" sldId="310"/>
        </pc:sldMkLst>
        <pc:cxnChg chg="mod">
          <ac:chgData name="Luiz Alberto Ferreira Gomes" userId="bc531018-f902-4d26-b3af-7ca03fb059d6" providerId="ADAL" clId="{599F0F9B-A8A0-485A-A61C-5F82BF48F9AC}" dt="2024-01-20T21:03:36.843" v="771" actId="1038"/>
          <ac:cxnSpMkLst>
            <pc:docMk/>
            <pc:sldMk cId="2641585942" sldId="310"/>
            <ac:cxnSpMk id="40" creationId="{97570A8B-BBD3-DCB2-F4B1-BB9859F8D9CC}"/>
          </ac:cxnSpMkLst>
        </pc:cxnChg>
      </pc:sldChg>
      <pc:sldChg chg="modSp add del mod">
        <pc:chgData name="Luiz Alberto Ferreira Gomes" userId="bc531018-f902-4d26-b3af-7ca03fb059d6" providerId="ADAL" clId="{599F0F9B-A8A0-485A-A61C-5F82BF48F9AC}" dt="2024-01-20T20:46:40.595" v="486" actId="47"/>
        <pc:sldMkLst>
          <pc:docMk/>
          <pc:sldMk cId="3908848660" sldId="310"/>
        </pc:sldMkLst>
        <pc:cxnChg chg="mod">
          <ac:chgData name="Luiz Alberto Ferreira Gomes" userId="bc531018-f902-4d26-b3af-7ca03fb059d6" providerId="ADAL" clId="{599F0F9B-A8A0-485A-A61C-5F82BF48F9AC}" dt="2024-01-20T20:42:19.483" v="438" actId="14100"/>
          <ac:cxnSpMkLst>
            <pc:docMk/>
            <pc:sldMk cId="3908848660" sldId="310"/>
            <ac:cxnSpMk id="40" creationId="{97570A8B-BBD3-DCB2-F4B1-BB9859F8D9CC}"/>
          </ac:cxnSpMkLst>
        </pc:cxnChg>
      </pc:sldChg>
      <pc:sldChg chg="add del">
        <pc:chgData name="Luiz Alberto Ferreira Gomes" userId="bc531018-f902-4d26-b3af-7ca03fb059d6" providerId="ADAL" clId="{599F0F9B-A8A0-485A-A61C-5F82BF48F9AC}" dt="2024-01-20T20:10:48.033" v="240" actId="2890"/>
        <pc:sldMkLst>
          <pc:docMk/>
          <pc:sldMk cId="4116448405" sldId="310"/>
        </pc:sldMkLst>
      </pc:sldChg>
      <pc:sldChg chg="addSp delSp modSp add del mod">
        <pc:chgData name="Luiz Alberto Ferreira Gomes" userId="bc531018-f902-4d26-b3af-7ca03fb059d6" providerId="ADAL" clId="{599F0F9B-A8A0-485A-A61C-5F82BF48F9AC}" dt="2024-01-20T20:46:40.595" v="486" actId="47"/>
        <pc:sldMkLst>
          <pc:docMk/>
          <pc:sldMk cId="497094935" sldId="311"/>
        </pc:sldMkLst>
        <pc:cxnChg chg="add mod">
          <ac:chgData name="Luiz Alberto Ferreira Gomes" userId="bc531018-f902-4d26-b3af-7ca03fb059d6" providerId="ADAL" clId="{599F0F9B-A8A0-485A-A61C-5F82BF48F9AC}" dt="2024-01-20T20:42:49.934" v="482" actId="1035"/>
          <ac:cxnSpMkLst>
            <pc:docMk/>
            <pc:sldMk cId="497094935" sldId="311"/>
            <ac:cxnSpMk id="3" creationId="{3E069A60-C194-343E-559B-706B3A6661B9}"/>
          </ac:cxnSpMkLst>
        </pc:cxnChg>
        <pc:cxnChg chg="del">
          <ac:chgData name="Luiz Alberto Ferreira Gomes" userId="bc531018-f902-4d26-b3af-7ca03fb059d6" providerId="ADAL" clId="{599F0F9B-A8A0-485A-A61C-5F82BF48F9AC}" dt="2024-01-20T20:42:42.268" v="439" actId="478"/>
          <ac:cxnSpMkLst>
            <pc:docMk/>
            <pc:sldMk cId="497094935" sldId="311"/>
            <ac:cxnSpMk id="40" creationId="{97570A8B-BBD3-DCB2-F4B1-BB9859F8D9CC}"/>
          </ac:cxnSpMkLst>
        </pc:cxnChg>
      </pc:sldChg>
      <pc:sldChg chg="add del">
        <pc:chgData name="Luiz Alberto Ferreira Gomes" userId="bc531018-f902-4d26-b3af-7ca03fb059d6" providerId="ADAL" clId="{599F0F9B-A8A0-485A-A61C-5F82BF48F9AC}" dt="2024-01-20T20:10:47.303" v="239" actId="2890"/>
        <pc:sldMkLst>
          <pc:docMk/>
          <pc:sldMk cId="759047263" sldId="311"/>
        </pc:sldMkLst>
      </pc:sldChg>
      <pc:sldChg chg="addSp delSp modSp add mod modNotesTx">
        <pc:chgData name="Luiz Alberto Ferreira Gomes" userId="bc531018-f902-4d26-b3af-7ca03fb059d6" providerId="ADAL" clId="{599F0F9B-A8A0-485A-A61C-5F82BF48F9AC}" dt="2024-01-20T21:06:21.451" v="829" actId="2711"/>
        <pc:sldMkLst>
          <pc:docMk/>
          <pc:sldMk cId="2795592469" sldId="311"/>
        </pc:sldMkLst>
        <pc:cxnChg chg="add mod">
          <ac:chgData name="Luiz Alberto Ferreira Gomes" userId="bc531018-f902-4d26-b3af-7ca03fb059d6" providerId="ADAL" clId="{599F0F9B-A8A0-485A-A61C-5F82BF48F9AC}" dt="2024-01-20T21:04:50.243" v="816" actId="1035"/>
          <ac:cxnSpMkLst>
            <pc:docMk/>
            <pc:sldMk cId="2795592469" sldId="311"/>
            <ac:cxnSpMk id="3" creationId="{64A3F8DB-A3B1-0FC7-D575-77448BDC82F1}"/>
          </ac:cxnSpMkLst>
        </pc:cxnChg>
        <pc:cxnChg chg="del">
          <ac:chgData name="Luiz Alberto Ferreira Gomes" userId="bc531018-f902-4d26-b3af-7ca03fb059d6" providerId="ADAL" clId="{599F0F9B-A8A0-485A-A61C-5F82BF48F9AC}" dt="2024-01-20T21:04:24.832" v="775" actId="478"/>
          <ac:cxnSpMkLst>
            <pc:docMk/>
            <pc:sldMk cId="2795592469" sldId="311"/>
            <ac:cxnSpMk id="40" creationId="{97570A8B-BBD3-DCB2-F4B1-BB9859F8D9CC}"/>
          </ac:cxnSpMkLst>
        </pc:cxnChg>
      </pc:sldChg>
      <pc:sldMasterChg chg="del delSldLayout">
        <pc:chgData name="Luiz Alberto Ferreira Gomes" userId="bc531018-f902-4d26-b3af-7ca03fb059d6" providerId="ADAL" clId="{599F0F9B-A8A0-485A-A61C-5F82BF48F9AC}" dt="2024-01-20T20:24:26.102" v="259" actId="47"/>
        <pc:sldMasterMkLst>
          <pc:docMk/>
          <pc:sldMasterMk cId="0" sldId="2147483659"/>
        </pc:sldMasterMkLst>
        <pc:sldLayoutChg chg="del">
          <pc:chgData name="Luiz Alberto Ferreira Gomes" userId="bc531018-f902-4d26-b3af-7ca03fb059d6" providerId="ADAL" clId="{599F0F9B-A8A0-485A-A61C-5F82BF48F9AC}" dt="2024-01-20T20:24:26.102" v="259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Luiz Alberto Ferreira Gomes" userId="bc531018-f902-4d26-b3af-7ca03fb059d6" providerId="ADAL" clId="{599F0F9B-A8A0-485A-A61C-5F82BF48F9AC}" dt="2024-01-20T20:24:26.102" v="259" actId="47"/>
          <pc:sldLayoutMkLst>
            <pc:docMk/>
            <pc:sldMasterMk cId="0" sldId="2147483659"/>
            <pc:sldLayoutMk cId="0" sldId="2147483653"/>
          </pc:sldLayoutMkLst>
        </pc:sldLayoutChg>
        <pc:sldLayoutChg chg="del">
          <pc:chgData name="Luiz Alberto Ferreira Gomes" userId="bc531018-f902-4d26-b3af-7ca03fb059d6" providerId="ADAL" clId="{599F0F9B-A8A0-485A-A61C-5F82BF48F9AC}" dt="2024-01-20T20:24:26.102" v="259" actId="47"/>
          <pc:sldLayoutMkLst>
            <pc:docMk/>
            <pc:sldMasterMk cId="0" sldId="2147483659"/>
            <pc:sldLayoutMk cId="1667091976" sldId="2147483785"/>
          </pc:sldLayoutMkLst>
        </pc:sldLayoutChg>
      </pc:sldMasterChg>
      <pc:sldMasterChg chg="del delSldLayout">
        <pc:chgData name="Luiz Alberto Ferreira Gomes" userId="bc531018-f902-4d26-b3af-7ca03fb059d6" providerId="ADAL" clId="{599F0F9B-A8A0-485A-A61C-5F82BF48F9AC}" dt="2024-01-20T20:10:16.354" v="235" actId="47"/>
        <pc:sldMasterMkLst>
          <pc:docMk/>
          <pc:sldMasterMk cId="76504195" sldId="2147483782"/>
        </pc:sldMasterMkLst>
        <pc:sldLayoutChg chg="del">
          <pc:chgData name="Luiz Alberto Ferreira Gomes" userId="bc531018-f902-4d26-b3af-7ca03fb059d6" providerId="ADAL" clId="{599F0F9B-A8A0-485A-A61C-5F82BF48F9AC}" dt="2024-01-20T20:10:16.354" v="235" actId="47"/>
          <pc:sldLayoutMkLst>
            <pc:docMk/>
            <pc:sldMasterMk cId="76504195" sldId="2147483782"/>
            <pc:sldLayoutMk cId="1972129072" sldId="2147483784"/>
          </pc:sldLayoutMkLst>
        </pc:sldLayoutChg>
      </pc:sldMasterChg>
    </pc:docChg>
  </pc:docChgLst>
  <pc:docChgLst>
    <pc:chgData name="Luiz Alberto Ferreira Gomes" userId="bc531018-f902-4d26-b3af-7ca03fb059d6" providerId="ADAL" clId="{BAB875CE-E91C-4B2E-849C-E1F6EA5D597F}"/>
    <pc:docChg chg="undo custSel addSld delSld modSld sldOrd">
      <pc:chgData name="Luiz Alberto Ferreira Gomes" userId="bc531018-f902-4d26-b3af-7ca03fb059d6" providerId="ADAL" clId="{BAB875CE-E91C-4B2E-849C-E1F6EA5D597F}" dt="2024-02-27T13:01:08.957" v="1130" actId="1076"/>
      <pc:docMkLst>
        <pc:docMk/>
      </pc:docMkLst>
      <pc:sldChg chg="modSp mod">
        <pc:chgData name="Luiz Alberto Ferreira Gomes" userId="bc531018-f902-4d26-b3af-7ca03fb059d6" providerId="ADAL" clId="{BAB875CE-E91C-4B2E-849C-E1F6EA5D597F}" dt="2024-02-27T11:52:38.143" v="11" actId="20577"/>
        <pc:sldMkLst>
          <pc:docMk/>
          <pc:sldMk cId="1241614345" sldId="279"/>
        </pc:sldMkLst>
        <pc:spChg chg="mod">
          <ac:chgData name="Luiz Alberto Ferreira Gomes" userId="bc531018-f902-4d26-b3af-7ca03fb059d6" providerId="ADAL" clId="{BAB875CE-E91C-4B2E-849C-E1F6EA5D597F}" dt="2024-02-27T11:52:38.143" v="11" actId="20577"/>
          <ac:spMkLst>
            <pc:docMk/>
            <pc:sldMk cId="1241614345" sldId="279"/>
            <ac:spMk id="123" creationId="{00000000-0000-0000-0000-000000000000}"/>
          </ac:spMkLst>
        </pc:spChg>
      </pc:sldChg>
      <pc:sldChg chg="modSp mod ord">
        <pc:chgData name="Luiz Alberto Ferreira Gomes" userId="bc531018-f902-4d26-b3af-7ca03fb059d6" providerId="ADAL" clId="{BAB875CE-E91C-4B2E-849C-E1F6EA5D597F}" dt="2024-02-27T12:17:58.242" v="231"/>
        <pc:sldMkLst>
          <pc:docMk/>
          <pc:sldMk cId="4083999698" sldId="313"/>
        </pc:sldMkLst>
        <pc:spChg chg="mod">
          <ac:chgData name="Luiz Alberto Ferreira Gomes" userId="bc531018-f902-4d26-b3af-7ca03fb059d6" providerId="ADAL" clId="{BAB875CE-E91C-4B2E-849C-E1F6EA5D597F}" dt="2024-02-27T11:58:42.886" v="151" actId="20577"/>
          <ac:spMkLst>
            <pc:docMk/>
            <pc:sldMk cId="4083999698" sldId="313"/>
            <ac:spMk id="3" creationId="{59CFEB2C-7A8F-7D9F-7EB8-E2138A8BBF38}"/>
          </ac:spMkLst>
        </pc:spChg>
        <pc:cxnChg chg="mod">
          <ac:chgData name="Luiz Alberto Ferreira Gomes" userId="bc531018-f902-4d26-b3af-7ca03fb059d6" providerId="ADAL" clId="{BAB875CE-E91C-4B2E-849C-E1F6EA5D597F}" dt="2024-02-27T11:58:54.904" v="168" actId="14100"/>
          <ac:cxnSpMkLst>
            <pc:docMk/>
            <pc:sldMk cId="4083999698" sldId="313"/>
            <ac:cxnSpMk id="2" creationId="{1CE99BB9-2D7C-1539-9A1B-1E047E9BB9D3}"/>
          </ac:cxnSpMkLst>
        </pc:cxnChg>
      </pc:sldChg>
      <pc:sldChg chg="delSp modSp mod">
        <pc:chgData name="Luiz Alberto Ferreira Gomes" userId="bc531018-f902-4d26-b3af-7ca03fb059d6" providerId="ADAL" clId="{BAB875CE-E91C-4B2E-849C-E1F6EA5D597F}" dt="2024-02-27T12:19:22.921" v="254" actId="20577"/>
        <pc:sldMkLst>
          <pc:docMk/>
          <pc:sldMk cId="257746967" sldId="333"/>
        </pc:sldMkLst>
        <pc:spChg chg="mod">
          <ac:chgData name="Luiz Alberto Ferreira Gomes" userId="bc531018-f902-4d26-b3af-7ca03fb059d6" providerId="ADAL" clId="{BAB875CE-E91C-4B2E-849C-E1F6EA5D597F}" dt="2024-02-27T12:19:18.322" v="246" actId="20577"/>
          <ac:spMkLst>
            <pc:docMk/>
            <pc:sldMk cId="257746967" sldId="333"/>
            <ac:spMk id="2" creationId="{405041A3-5B40-4B74-4655-C231AAB86CC1}"/>
          </ac:spMkLst>
        </pc:spChg>
        <pc:spChg chg="mod">
          <ac:chgData name="Luiz Alberto Ferreira Gomes" userId="bc531018-f902-4d26-b3af-7ca03fb059d6" providerId="ADAL" clId="{BAB875CE-E91C-4B2E-849C-E1F6EA5D597F}" dt="2024-02-27T12:17:18.743" v="227" actId="12789"/>
          <ac:spMkLst>
            <pc:docMk/>
            <pc:sldMk cId="257746967" sldId="333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BAB875CE-E91C-4B2E-849C-E1F6EA5D597F}" dt="2024-02-27T12:19:22.921" v="254" actId="20577"/>
          <ac:spMkLst>
            <pc:docMk/>
            <pc:sldMk cId="257746967" sldId="333"/>
            <ac:spMk id="7" creationId="{640B7263-BB60-2661-0EBB-B2AF6128141D}"/>
          </ac:spMkLst>
        </pc:spChg>
        <pc:spChg chg="mod">
          <ac:chgData name="Luiz Alberto Ferreira Gomes" userId="bc531018-f902-4d26-b3af-7ca03fb059d6" providerId="ADAL" clId="{BAB875CE-E91C-4B2E-849C-E1F6EA5D597F}" dt="2024-02-27T12:17:27.671" v="228" actId="12789"/>
          <ac:spMkLst>
            <pc:docMk/>
            <pc:sldMk cId="257746967" sldId="333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BAB875CE-E91C-4B2E-849C-E1F6EA5D597F}" dt="2024-02-27T12:17:36.790" v="229" actId="12789"/>
          <ac:spMkLst>
            <pc:docMk/>
            <pc:sldMk cId="257746967" sldId="333"/>
            <ac:spMk id="23" creationId="{06642257-3283-73BF-DD38-92E86C649CF3}"/>
          </ac:spMkLst>
        </pc:spChg>
        <pc:grpChg chg="mod">
          <ac:chgData name="Luiz Alberto Ferreira Gomes" userId="bc531018-f902-4d26-b3af-7ca03fb059d6" providerId="ADAL" clId="{BAB875CE-E91C-4B2E-849C-E1F6EA5D597F}" dt="2024-02-27T12:15:04.511" v="210" actId="14826"/>
          <ac:grpSpMkLst>
            <pc:docMk/>
            <pc:sldMk cId="257746967" sldId="333"/>
            <ac:grpSpMk id="35" creationId="{8070B79C-DEDE-84D6-7146-1A49A0E02C76}"/>
          </ac:grpSpMkLst>
        </pc:grpChg>
        <pc:grpChg chg="mod">
          <ac:chgData name="Luiz Alberto Ferreira Gomes" userId="bc531018-f902-4d26-b3af-7ca03fb059d6" providerId="ADAL" clId="{BAB875CE-E91C-4B2E-849C-E1F6EA5D597F}" dt="2024-02-27T12:15:31.169" v="211" actId="14826"/>
          <ac:grpSpMkLst>
            <pc:docMk/>
            <pc:sldMk cId="257746967" sldId="333"/>
            <ac:grpSpMk id="36" creationId="{C5139354-5E9A-8BD8-2014-7C22E4E54F9A}"/>
          </ac:grpSpMkLst>
        </pc:grpChg>
        <pc:grpChg chg="mod">
          <ac:chgData name="Luiz Alberto Ferreira Gomes" userId="bc531018-f902-4d26-b3af-7ca03fb059d6" providerId="ADAL" clId="{BAB875CE-E91C-4B2E-849C-E1F6EA5D597F}" dt="2024-02-27T12:15:52.568" v="212" actId="14826"/>
          <ac:grpSpMkLst>
            <pc:docMk/>
            <pc:sldMk cId="257746967" sldId="333"/>
            <ac:grpSpMk id="37" creationId="{DF3483E4-EF85-02FA-38FE-E3ECDC7BDC16}"/>
          </ac:grpSpMkLst>
        </pc:grpChg>
        <pc:grpChg chg="del">
          <ac:chgData name="Luiz Alberto Ferreira Gomes" userId="bc531018-f902-4d26-b3af-7ca03fb059d6" providerId="ADAL" clId="{BAB875CE-E91C-4B2E-849C-E1F6EA5D597F}" dt="2024-02-27T12:13:09.941" v="202" actId="478"/>
          <ac:grpSpMkLst>
            <pc:docMk/>
            <pc:sldMk cId="257746967" sldId="333"/>
            <ac:grpSpMk id="38" creationId="{B0B2605F-6911-A3E9-C8B5-DE45C8BBE075}"/>
          </ac:grpSpMkLst>
        </pc:grpChg>
        <pc:grpChg chg="del">
          <ac:chgData name="Luiz Alberto Ferreira Gomes" userId="bc531018-f902-4d26-b3af-7ca03fb059d6" providerId="ADAL" clId="{BAB875CE-E91C-4B2E-849C-E1F6EA5D597F}" dt="2024-02-27T12:13:09.941" v="202" actId="478"/>
          <ac:grpSpMkLst>
            <pc:docMk/>
            <pc:sldMk cId="257746967" sldId="333"/>
            <ac:grpSpMk id="40" creationId="{EAE1AF7C-3C33-76BA-0AFE-0BBB03A22521}"/>
          </ac:grpSpMkLst>
        </pc:grpChg>
        <pc:picChg chg="mod">
          <ac:chgData name="Luiz Alberto Ferreira Gomes" userId="bc531018-f902-4d26-b3af-7ca03fb059d6" providerId="ADAL" clId="{BAB875CE-E91C-4B2E-849C-E1F6EA5D597F}" dt="2024-02-27T12:17:18.743" v="227" actId="12789"/>
          <ac:picMkLst>
            <pc:docMk/>
            <pc:sldMk cId="257746967" sldId="333"/>
            <ac:picMk id="5" creationId="{C0F08168-A2DC-581C-7C40-ABB53AC7EF6B}"/>
          </ac:picMkLst>
        </pc:picChg>
        <pc:picChg chg="mod">
          <ac:chgData name="Luiz Alberto Ferreira Gomes" userId="bc531018-f902-4d26-b3af-7ca03fb059d6" providerId="ADAL" clId="{BAB875CE-E91C-4B2E-849C-E1F6EA5D597F}" dt="2024-02-27T12:17:27.671" v="228" actId="12789"/>
          <ac:picMkLst>
            <pc:docMk/>
            <pc:sldMk cId="257746967" sldId="333"/>
            <ac:picMk id="22" creationId="{119EC7A7-63A2-E116-3D23-EC1BC9DC91BF}"/>
          </ac:picMkLst>
        </pc:picChg>
        <pc:picChg chg="mod">
          <ac:chgData name="Luiz Alberto Ferreira Gomes" userId="bc531018-f902-4d26-b3af-7ca03fb059d6" providerId="ADAL" clId="{BAB875CE-E91C-4B2E-849C-E1F6EA5D597F}" dt="2024-02-27T12:17:36.790" v="229" actId="12789"/>
          <ac:picMkLst>
            <pc:docMk/>
            <pc:sldMk cId="257746967" sldId="333"/>
            <ac:picMk id="24" creationId="{CD40C0B2-5A9D-720A-7A1A-1198C1657F13}"/>
          </ac:picMkLst>
        </pc:picChg>
        <pc:cxnChg chg="mod">
          <ac:chgData name="Luiz Alberto Ferreira Gomes" userId="bc531018-f902-4d26-b3af-7ca03fb059d6" providerId="ADAL" clId="{BAB875CE-E91C-4B2E-849C-E1F6EA5D597F}" dt="2024-02-27T12:10:59.583" v="192" actId="1076"/>
          <ac:cxnSpMkLst>
            <pc:docMk/>
            <pc:sldMk cId="257746967" sldId="333"/>
            <ac:cxnSpMk id="6" creationId="{F28454B5-6F89-8AFF-46AF-3F6DB2ECA93E}"/>
          </ac:cxnSpMkLst>
        </pc:cxnChg>
        <pc:cxnChg chg="del mod">
          <ac:chgData name="Luiz Alberto Ferreira Gomes" userId="bc531018-f902-4d26-b3af-7ca03fb059d6" providerId="ADAL" clId="{BAB875CE-E91C-4B2E-849C-E1F6EA5D597F}" dt="2024-02-27T12:13:22.464" v="204" actId="478"/>
          <ac:cxnSpMkLst>
            <pc:docMk/>
            <pc:sldMk cId="257746967" sldId="333"/>
            <ac:cxnSpMk id="9" creationId="{A44BBD1F-C454-1695-D01D-F3C74C8893B8}"/>
          </ac:cxnSpMkLst>
        </pc:cxnChg>
      </pc:sldChg>
      <pc:sldChg chg="addSp modSp del mod">
        <pc:chgData name="Luiz Alberto Ferreira Gomes" userId="bc531018-f902-4d26-b3af-7ca03fb059d6" providerId="ADAL" clId="{BAB875CE-E91C-4B2E-849C-E1F6EA5D597F}" dt="2024-02-27T12:44:26.878" v="851" actId="47"/>
        <pc:sldMkLst>
          <pc:docMk/>
          <pc:sldMk cId="3466435538" sldId="334"/>
        </pc:sldMkLst>
        <pc:spChg chg="mod">
          <ac:chgData name="Luiz Alberto Ferreira Gomes" userId="bc531018-f902-4d26-b3af-7ca03fb059d6" providerId="ADAL" clId="{BAB875CE-E91C-4B2E-849C-E1F6EA5D597F}" dt="2024-02-27T12:42:51.635" v="741" actId="20577"/>
          <ac:spMkLst>
            <pc:docMk/>
            <pc:sldMk cId="3466435538" sldId="334"/>
            <ac:spMk id="4" creationId="{E35CEA01-CBD1-387B-38FC-3452D063E8B8}"/>
          </ac:spMkLst>
        </pc:spChg>
        <pc:spChg chg="mod">
          <ac:chgData name="Luiz Alberto Ferreira Gomes" userId="bc531018-f902-4d26-b3af-7ca03fb059d6" providerId="ADAL" clId="{BAB875CE-E91C-4B2E-849C-E1F6EA5D597F}" dt="2024-02-27T12:39:23.989" v="572" actId="20577"/>
          <ac:spMkLst>
            <pc:docMk/>
            <pc:sldMk cId="3466435538" sldId="334"/>
            <ac:spMk id="6" creationId="{E269AD7D-B745-E3DA-C734-C79033323ACD}"/>
          </ac:spMkLst>
        </pc:spChg>
        <pc:spChg chg="mod">
          <ac:chgData name="Luiz Alberto Ferreira Gomes" userId="bc531018-f902-4d26-b3af-7ca03fb059d6" providerId="ADAL" clId="{BAB875CE-E91C-4B2E-849C-E1F6EA5D597F}" dt="2024-02-27T12:44:15.380" v="849" actId="20577"/>
          <ac:spMkLst>
            <pc:docMk/>
            <pc:sldMk cId="3466435538" sldId="334"/>
            <ac:spMk id="10" creationId="{38AE3246-541E-3CE4-1B40-744212A4419A}"/>
          </ac:spMkLst>
        </pc:spChg>
        <pc:spChg chg="mod">
          <ac:chgData name="Luiz Alberto Ferreira Gomes" userId="bc531018-f902-4d26-b3af-7ca03fb059d6" providerId="ADAL" clId="{BAB875CE-E91C-4B2E-849C-E1F6EA5D597F}" dt="2024-02-27T12:40:38.599" v="656" actId="20577"/>
          <ac:spMkLst>
            <pc:docMk/>
            <pc:sldMk cId="3466435538" sldId="334"/>
            <ac:spMk id="15" creationId="{8168AD48-AE57-6D64-C3D9-2A30C756FE28}"/>
          </ac:spMkLst>
        </pc:spChg>
        <pc:spChg chg="mod">
          <ac:chgData name="Luiz Alberto Ferreira Gomes" userId="bc531018-f902-4d26-b3af-7ca03fb059d6" providerId="ADAL" clId="{BAB875CE-E91C-4B2E-849C-E1F6EA5D597F}" dt="2024-02-27T12:41:43.711" v="689" actId="1076"/>
          <ac:spMkLst>
            <pc:docMk/>
            <pc:sldMk cId="3466435538" sldId="334"/>
            <ac:spMk id="20" creationId="{8D40A9E1-FD29-00B1-2885-9000D3F5C30D}"/>
          </ac:spMkLst>
        </pc:spChg>
        <pc:grpChg chg="mod">
          <ac:chgData name="Luiz Alberto Ferreira Gomes" userId="bc531018-f902-4d26-b3af-7ca03fb059d6" providerId="ADAL" clId="{BAB875CE-E91C-4B2E-849C-E1F6EA5D597F}" dt="2024-02-27T12:43:03.778" v="744" actId="1076"/>
          <ac:grpSpMkLst>
            <pc:docMk/>
            <pc:sldMk cId="3466435538" sldId="334"/>
            <ac:grpSpMk id="2" creationId="{77D48C62-FF61-194C-75DA-27CF213F392F}"/>
          </ac:grpSpMkLst>
        </pc:grpChg>
        <pc:grpChg chg="add mod">
          <ac:chgData name="Luiz Alberto Ferreira Gomes" userId="bc531018-f902-4d26-b3af-7ca03fb059d6" providerId="ADAL" clId="{BAB875CE-E91C-4B2E-849C-E1F6EA5D597F}" dt="2024-02-27T12:42:27.276" v="697" actId="1076"/>
          <ac:grpSpMkLst>
            <pc:docMk/>
            <pc:sldMk cId="3466435538" sldId="334"/>
            <ac:grpSpMk id="3" creationId="{57BDADA4-181C-0994-E0D0-2CEC5E44849C}"/>
          </ac:grpSpMkLst>
        </pc:grpChg>
        <pc:grpChg chg="add mod">
          <ac:chgData name="Luiz Alberto Ferreira Gomes" userId="bc531018-f902-4d26-b3af-7ca03fb059d6" providerId="ADAL" clId="{BAB875CE-E91C-4B2E-849C-E1F6EA5D597F}" dt="2024-02-27T12:43:06.858" v="745" actId="1076"/>
          <ac:grpSpMkLst>
            <pc:docMk/>
            <pc:sldMk cId="3466435538" sldId="334"/>
            <ac:grpSpMk id="8" creationId="{1059166D-B946-866F-AD65-6E7437D22AF6}"/>
          </ac:grpSpMkLst>
        </pc:grpChg>
        <pc:grpChg chg="mod">
          <ac:chgData name="Luiz Alberto Ferreira Gomes" userId="bc531018-f902-4d26-b3af-7ca03fb059d6" providerId="ADAL" clId="{BAB875CE-E91C-4B2E-849C-E1F6EA5D597F}" dt="2024-02-27T12:42:20.826" v="695" actId="1076"/>
          <ac:grpSpMkLst>
            <pc:docMk/>
            <pc:sldMk cId="3466435538" sldId="334"/>
            <ac:grpSpMk id="9" creationId="{91B977E7-1F75-AE3B-C038-68F23D03719A}"/>
          </ac:grpSpMkLst>
        </pc:grpChg>
        <pc:grpChg chg="mod">
          <ac:chgData name="Luiz Alberto Ferreira Gomes" userId="bc531018-f902-4d26-b3af-7ca03fb059d6" providerId="ADAL" clId="{BAB875CE-E91C-4B2E-849C-E1F6EA5D597F}" dt="2024-02-27T12:42:20.826" v="695" actId="1076"/>
          <ac:grpSpMkLst>
            <pc:docMk/>
            <pc:sldMk cId="3466435538" sldId="334"/>
            <ac:grpSpMk id="19" creationId="{FEFE03E9-5362-162C-42AE-CD0F78F4501E}"/>
          </ac:grpSpMkLst>
        </pc:grpChg>
        <pc:grpChg chg="mod">
          <ac:chgData name="Luiz Alberto Ferreira Gomes" userId="bc531018-f902-4d26-b3af-7ca03fb059d6" providerId="ADAL" clId="{BAB875CE-E91C-4B2E-849C-E1F6EA5D597F}" dt="2024-02-27T12:42:20.826" v="695" actId="1076"/>
          <ac:grpSpMkLst>
            <pc:docMk/>
            <pc:sldMk cId="3466435538" sldId="334"/>
            <ac:grpSpMk id="26" creationId="{2EC0BFC4-D0EA-C280-AF5A-A78624349A1E}"/>
          </ac:grpSpMkLst>
        </pc:grpChg>
        <pc:grpChg chg="mod">
          <ac:chgData name="Luiz Alberto Ferreira Gomes" userId="bc531018-f902-4d26-b3af-7ca03fb059d6" providerId="ADAL" clId="{BAB875CE-E91C-4B2E-849C-E1F6EA5D597F}" dt="2024-02-27T12:42:20.826" v="695" actId="1076"/>
          <ac:grpSpMkLst>
            <pc:docMk/>
            <pc:sldMk cId="3466435538" sldId="334"/>
            <ac:grpSpMk id="32" creationId="{F5A96D45-B4D7-DC03-A2E2-251956D721DE}"/>
          </ac:grpSpMkLst>
        </pc:grpChg>
        <pc:picChg chg="mod">
          <ac:chgData name="Luiz Alberto Ferreira Gomes" userId="bc531018-f902-4d26-b3af-7ca03fb059d6" providerId="ADAL" clId="{BAB875CE-E91C-4B2E-849C-E1F6EA5D597F}" dt="2024-02-27T12:42:24.730" v="696"/>
          <ac:picMkLst>
            <pc:docMk/>
            <pc:sldMk cId="3466435538" sldId="334"/>
            <ac:picMk id="5" creationId="{21BFF062-A780-3792-2773-4A8254BDC003}"/>
          </ac:picMkLst>
        </pc:picChg>
        <pc:picChg chg="mod">
          <ac:chgData name="Luiz Alberto Ferreira Gomes" userId="bc531018-f902-4d26-b3af-7ca03fb059d6" providerId="ADAL" clId="{BAB875CE-E91C-4B2E-849C-E1F6EA5D597F}" dt="2024-02-27T12:42:56.457" v="742"/>
          <ac:picMkLst>
            <pc:docMk/>
            <pc:sldMk cId="3466435538" sldId="334"/>
            <ac:picMk id="11" creationId="{8ECE5AB4-D994-6CEC-B071-D23C2FCBE22B}"/>
          </ac:picMkLst>
        </pc:picChg>
        <pc:cxnChg chg="mod">
          <ac:chgData name="Luiz Alberto Ferreira Gomes" userId="bc531018-f902-4d26-b3af-7ca03fb059d6" providerId="ADAL" clId="{BAB875CE-E91C-4B2E-849C-E1F6EA5D597F}" dt="2024-02-27T12:42:20.826" v="695" actId="1076"/>
          <ac:cxnSpMkLst>
            <pc:docMk/>
            <pc:sldMk cId="3466435538" sldId="334"/>
            <ac:cxnSpMk id="44" creationId="{2CBBF7F2-D48D-F6E6-8E6E-1CA3C2944D16}"/>
          </ac:cxnSpMkLst>
        </pc:cxnChg>
      </pc:sldChg>
      <pc:sldChg chg="del">
        <pc:chgData name="Luiz Alberto Ferreira Gomes" userId="bc531018-f902-4d26-b3af-7ca03fb059d6" providerId="ADAL" clId="{BAB875CE-E91C-4B2E-849C-E1F6EA5D597F}" dt="2024-02-27T12:44:24.027" v="850" actId="47"/>
        <pc:sldMkLst>
          <pc:docMk/>
          <pc:sldMk cId="33280015" sldId="335"/>
        </pc:sldMkLst>
      </pc:sldChg>
      <pc:sldChg chg="del">
        <pc:chgData name="Luiz Alberto Ferreira Gomes" userId="bc531018-f902-4d26-b3af-7ca03fb059d6" providerId="ADAL" clId="{BAB875CE-E91C-4B2E-849C-E1F6EA5D597F}" dt="2024-02-27T12:44:31.254" v="852" actId="47"/>
        <pc:sldMkLst>
          <pc:docMk/>
          <pc:sldMk cId="2538930406" sldId="336"/>
        </pc:sldMkLst>
      </pc:sldChg>
      <pc:sldChg chg="del">
        <pc:chgData name="Luiz Alberto Ferreira Gomes" userId="bc531018-f902-4d26-b3af-7ca03fb059d6" providerId="ADAL" clId="{BAB875CE-E91C-4B2E-849C-E1F6EA5D597F}" dt="2024-02-27T12:44:32.392" v="853" actId="47"/>
        <pc:sldMkLst>
          <pc:docMk/>
          <pc:sldMk cId="114059201" sldId="337"/>
        </pc:sldMkLst>
      </pc:sldChg>
      <pc:sldChg chg="addSp modSp mod modNotesTx">
        <pc:chgData name="Luiz Alberto Ferreira Gomes" userId="bc531018-f902-4d26-b3af-7ca03fb059d6" providerId="ADAL" clId="{BAB875CE-E91C-4B2E-849C-E1F6EA5D597F}" dt="2024-02-27T13:00:55.514" v="1129" actId="6549"/>
        <pc:sldMkLst>
          <pc:docMk/>
          <pc:sldMk cId="1700764663" sldId="338"/>
        </pc:sldMkLst>
        <pc:spChg chg="add mod">
          <ac:chgData name="Luiz Alberto Ferreira Gomes" userId="bc531018-f902-4d26-b3af-7ca03fb059d6" providerId="ADAL" clId="{BAB875CE-E91C-4B2E-849C-E1F6EA5D597F}" dt="2024-02-27T13:00:26.950" v="1126" actId="465"/>
          <ac:spMkLst>
            <pc:docMk/>
            <pc:sldMk cId="1700764663" sldId="338"/>
            <ac:spMk id="2" creationId="{0F25D257-8D8C-D498-E0CD-6281FC8DA9DA}"/>
          </ac:spMkLst>
        </pc:spChg>
        <pc:spChg chg="mod">
          <ac:chgData name="Luiz Alberto Ferreira Gomes" userId="bc531018-f902-4d26-b3af-7ca03fb059d6" providerId="ADAL" clId="{BAB875CE-E91C-4B2E-849C-E1F6EA5D597F}" dt="2024-02-27T13:00:31.337" v="1127" actId="465"/>
          <ac:spMkLst>
            <pc:docMk/>
            <pc:sldMk cId="1700764663" sldId="338"/>
            <ac:spMk id="3" creationId="{6A8F342A-72E4-1982-924C-4816672D8FCB}"/>
          </ac:spMkLst>
        </pc:spChg>
        <pc:spChg chg="mod">
          <ac:chgData name="Luiz Alberto Ferreira Gomes" userId="bc531018-f902-4d26-b3af-7ca03fb059d6" providerId="ADAL" clId="{BAB875CE-E91C-4B2E-849C-E1F6EA5D597F}" dt="2024-02-27T13:00:48.577" v="1128" actId="465"/>
          <ac:spMkLst>
            <pc:docMk/>
            <pc:sldMk cId="1700764663" sldId="338"/>
            <ac:spMk id="4" creationId="{CFCEE3DC-4F2A-F9AF-1E06-00D44887487E}"/>
          </ac:spMkLst>
        </pc:spChg>
        <pc:spChg chg="mod">
          <ac:chgData name="Luiz Alberto Ferreira Gomes" userId="bc531018-f902-4d26-b3af-7ca03fb059d6" providerId="ADAL" clId="{BAB875CE-E91C-4B2E-849C-E1F6EA5D597F}" dt="2024-02-27T13:00:26.950" v="1126" actId="465"/>
          <ac:spMkLst>
            <pc:docMk/>
            <pc:sldMk cId="1700764663" sldId="338"/>
            <ac:spMk id="5" creationId="{22FE315D-1520-25E4-50F6-9A138BB84B8E}"/>
          </ac:spMkLst>
        </pc:spChg>
        <pc:spChg chg="mod">
          <ac:chgData name="Luiz Alberto Ferreira Gomes" userId="bc531018-f902-4d26-b3af-7ca03fb059d6" providerId="ADAL" clId="{BAB875CE-E91C-4B2E-849C-E1F6EA5D597F}" dt="2024-02-27T13:00:31.337" v="1127" actId="465"/>
          <ac:spMkLst>
            <pc:docMk/>
            <pc:sldMk cId="1700764663" sldId="338"/>
            <ac:spMk id="8" creationId="{C05C61CA-1C59-D932-B929-BBB42C05C34C}"/>
          </ac:spMkLst>
        </pc:spChg>
        <pc:spChg chg="mod">
          <ac:chgData name="Luiz Alberto Ferreira Gomes" userId="bc531018-f902-4d26-b3af-7ca03fb059d6" providerId="ADAL" clId="{BAB875CE-E91C-4B2E-849C-E1F6EA5D597F}" dt="2024-02-27T12:57:29.598" v="1099" actId="1036"/>
          <ac:spMkLst>
            <pc:docMk/>
            <pc:sldMk cId="1700764663" sldId="338"/>
            <ac:spMk id="12" creationId="{B05D987C-93E4-CB0C-F0C9-0323E38EFFF1}"/>
          </ac:spMkLst>
        </pc:spChg>
        <pc:cxnChg chg="mod">
          <ac:chgData name="Luiz Alberto Ferreira Gomes" userId="bc531018-f902-4d26-b3af-7ca03fb059d6" providerId="ADAL" clId="{BAB875CE-E91C-4B2E-849C-E1F6EA5D597F}" dt="2024-02-27T12:57:29.598" v="1099" actId="1036"/>
          <ac:cxnSpMkLst>
            <pc:docMk/>
            <pc:sldMk cId="1700764663" sldId="338"/>
            <ac:cxnSpMk id="13" creationId="{34E43289-2B71-B80C-F2D7-AB8C70514377}"/>
          </ac:cxnSpMkLst>
        </pc:cxnChg>
      </pc:sldChg>
      <pc:sldChg chg="modSp mod modNotesTx">
        <pc:chgData name="Luiz Alberto Ferreira Gomes" userId="bc531018-f902-4d26-b3af-7ca03fb059d6" providerId="ADAL" clId="{BAB875CE-E91C-4B2E-849C-E1F6EA5D597F}" dt="2024-02-27T13:01:08.957" v="1130" actId="1076"/>
        <pc:sldMkLst>
          <pc:docMk/>
          <pc:sldMk cId="1403238966" sldId="340"/>
        </pc:sldMkLst>
        <pc:spChg chg="mod">
          <ac:chgData name="Luiz Alberto Ferreira Gomes" userId="bc531018-f902-4d26-b3af-7ca03fb059d6" providerId="ADAL" clId="{BAB875CE-E91C-4B2E-849C-E1F6EA5D597F}" dt="2024-02-27T13:01:08.957" v="1130" actId="1076"/>
          <ac:spMkLst>
            <pc:docMk/>
            <pc:sldMk cId="1403238966" sldId="340"/>
            <ac:spMk id="8" creationId="{6BE08B75-6499-2CBB-D8A1-30CE070511DF}"/>
          </ac:spMkLst>
        </pc:spChg>
        <pc:spChg chg="mod">
          <ac:chgData name="Luiz Alberto Ferreira Gomes" userId="bc531018-f902-4d26-b3af-7ca03fb059d6" providerId="ADAL" clId="{BAB875CE-E91C-4B2E-849C-E1F6EA5D597F}" dt="2024-02-27T11:55:07.395" v="26" actId="14100"/>
          <ac:spMkLst>
            <pc:docMk/>
            <pc:sldMk cId="1403238966" sldId="340"/>
            <ac:spMk id="9" creationId="{18CC5D91-0676-C9AE-FD4D-6CF1931E0C96}"/>
          </ac:spMkLst>
        </pc:spChg>
        <pc:spChg chg="mod">
          <ac:chgData name="Luiz Alberto Ferreira Gomes" userId="bc531018-f902-4d26-b3af-7ca03fb059d6" providerId="ADAL" clId="{BAB875CE-E91C-4B2E-849C-E1F6EA5D597F}" dt="2024-02-27T11:55:12.802" v="27" actId="14100"/>
          <ac:spMkLst>
            <pc:docMk/>
            <pc:sldMk cId="1403238966" sldId="340"/>
            <ac:spMk id="11" creationId="{FE960F39-47AA-1557-B6A2-D7A3AC5DFB0B}"/>
          </ac:spMkLst>
        </pc:spChg>
      </pc:sldChg>
      <pc:sldChg chg="addSp delSp modSp add mod">
        <pc:chgData name="Luiz Alberto Ferreira Gomes" userId="bc531018-f902-4d26-b3af-7ca03fb059d6" providerId="ADAL" clId="{BAB875CE-E91C-4B2E-849C-E1F6EA5D597F}" dt="2024-02-27T12:29:28.754" v="411" actId="1076"/>
        <pc:sldMkLst>
          <pc:docMk/>
          <pc:sldMk cId="2382884497" sldId="341"/>
        </pc:sldMkLst>
        <pc:spChg chg="mod">
          <ac:chgData name="Luiz Alberto Ferreira Gomes" userId="bc531018-f902-4d26-b3af-7ca03fb059d6" providerId="ADAL" clId="{BAB875CE-E91C-4B2E-849C-E1F6EA5D597F}" dt="2024-02-27T12:20:32.459" v="296" actId="14100"/>
          <ac:spMkLst>
            <pc:docMk/>
            <pc:sldMk cId="2382884497" sldId="341"/>
            <ac:spMk id="3" creationId="{12FBA249-4B5B-22A7-25E7-0F91AE2BCB25}"/>
          </ac:spMkLst>
        </pc:spChg>
        <pc:spChg chg="del">
          <ac:chgData name="Luiz Alberto Ferreira Gomes" userId="bc531018-f902-4d26-b3af-7ca03fb059d6" providerId="ADAL" clId="{BAB875CE-E91C-4B2E-849C-E1F6EA5D597F}" dt="2024-02-27T12:21:11.040" v="300" actId="478"/>
          <ac:spMkLst>
            <pc:docMk/>
            <pc:sldMk cId="2382884497" sldId="341"/>
            <ac:spMk id="59" creationId="{72143379-18AE-C660-30A0-BADC8ECE716C}"/>
          </ac:spMkLst>
        </pc:spChg>
        <pc:spChg chg="del">
          <ac:chgData name="Luiz Alberto Ferreira Gomes" userId="bc531018-f902-4d26-b3af-7ca03fb059d6" providerId="ADAL" clId="{BAB875CE-E91C-4B2E-849C-E1F6EA5D597F}" dt="2024-02-27T12:21:11.040" v="300" actId="478"/>
          <ac:spMkLst>
            <pc:docMk/>
            <pc:sldMk cId="2382884497" sldId="341"/>
            <ac:spMk id="60" creationId="{A80B4CFC-D637-4C87-65EF-454866C003DC}"/>
          </ac:spMkLst>
        </pc:spChg>
        <pc:graphicFrameChg chg="add del mod">
          <ac:chgData name="Luiz Alberto Ferreira Gomes" userId="bc531018-f902-4d26-b3af-7ca03fb059d6" providerId="ADAL" clId="{BAB875CE-E91C-4B2E-849C-E1F6EA5D597F}" dt="2024-02-27T12:21:38.220" v="303" actId="478"/>
          <ac:graphicFrameMkLst>
            <pc:docMk/>
            <pc:sldMk cId="2382884497" sldId="341"/>
            <ac:graphicFrameMk id="7" creationId="{F8BB8054-E4AE-9CF6-4CE4-EA6F7697AA49}"/>
          </ac:graphicFrameMkLst>
        </pc:graphicFrameChg>
        <pc:graphicFrameChg chg="add del mod">
          <ac:chgData name="Luiz Alberto Ferreira Gomes" userId="bc531018-f902-4d26-b3af-7ca03fb059d6" providerId="ADAL" clId="{BAB875CE-E91C-4B2E-849C-E1F6EA5D597F}" dt="2024-02-27T12:24:37.459" v="377" actId="478"/>
          <ac:graphicFrameMkLst>
            <pc:docMk/>
            <pc:sldMk cId="2382884497" sldId="341"/>
            <ac:graphicFrameMk id="8" creationId="{5797B7D9-4C52-E007-127B-E1C690E960F9}"/>
          </ac:graphicFrameMkLst>
        </pc:graphicFrameChg>
        <pc:graphicFrameChg chg="add mod modGraphic">
          <ac:chgData name="Luiz Alberto Ferreira Gomes" userId="bc531018-f902-4d26-b3af-7ca03fb059d6" providerId="ADAL" clId="{BAB875CE-E91C-4B2E-849C-E1F6EA5D597F}" dt="2024-02-27T12:29:28.754" v="411" actId="1076"/>
          <ac:graphicFrameMkLst>
            <pc:docMk/>
            <pc:sldMk cId="2382884497" sldId="341"/>
            <ac:graphicFrameMk id="9" creationId="{1F4D2014-E016-CFF7-5391-86355C8FEDB6}"/>
          </ac:graphicFrameMkLst>
        </pc:graphicFrameChg>
        <pc:graphicFrameChg chg="del">
          <ac:chgData name="Luiz Alberto Ferreira Gomes" userId="bc531018-f902-4d26-b3af-7ca03fb059d6" providerId="ADAL" clId="{BAB875CE-E91C-4B2E-849C-E1F6EA5D597F}" dt="2024-02-27T12:21:11.040" v="300" actId="478"/>
          <ac:graphicFrameMkLst>
            <pc:docMk/>
            <pc:sldMk cId="2382884497" sldId="341"/>
            <ac:graphicFrameMk id="56" creationId="{D6420A53-799D-2E26-FBD6-0075EB81D98F}"/>
          </ac:graphicFrameMkLst>
        </pc:graphicFrameChg>
        <pc:graphicFrameChg chg="del">
          <ac:chgData name="Luiz Alberto Ferreira Gomes" userId="bc531018-f902-4d26-b3af-7ca03fb059d6" providerId="ADAL" clId="{BAB875CE-E91C-4B2E-849C-E1F6EA5D597F}" dt="2024-02-27T12:21:11.040" v="300" actId="478"/>
          <ac:graphicFrameMkLst>
            <pc:docMk/>
            <pc:sldMk cId="2382884497" sldId="341"/>
            <ac:graphicFrameMk id="58" creationId="{8AD954A7-153D-7C5E-B72F-7AC34E1A68FE}"/>
          </ac:graphicFrameMkLst>
        </pc:graphicFrameChg>
        <pc:cxnChg chg="mod">
          <ac:chgData name="Luiz Alberto Ferreira Gomes" userId="bc531018-f902-4d26-b3af-7ca03fb059d6" providerId="ADAL" clId="{BAB875CE-E91C-4B2E-849C-E1F6EA5D597F}" dt="2024-02-27T12:20:47.465" v="299" actId="14100"/>
          <ac:cxnSpMkLst>
            <pc:docMk/>
            <pc:sldMk cId="2382884497" sldId="341"/>
            <ac:cxnSpMk id="2" creationId="{4638791C-54C1-E7B5-BCD9-AB948F10D6BE}"/>
          </ac:cxnSpMkLst>
        </pc:cxnChg>
        <pc:cxnChg chg="del mod">
          <ac:chgData name="Luiz Alberto Ferreira Gomes" userId="bc531018-f902-4d26-b3af-7ca03fb059d6" providerId="ADAL" clId="{BAB875CE-E91C-4B2E-849C-E1F6EA5D597F}" dt="2024-02-27T12:21:11.040" v="300" actId="478"/>
          <ac:cxnSpMkLst>
            <pc:docMk/>
            <pc:sldMk cId="2382884497" sldId="341"/>
            <ac:cxnSpMk id="62" creationId="{6660ED55-E8BD-C980-AEB0-27EEEA3D0AFE}"/>
          </ac:cxnSpMkLst>
        </pc:cxnChg>
      </pc:sldChg>
      <pc:sldChg chg="addSp delSp modSp add mod">
        <pc:chgData name="Luiz Alberto Ferreira Gomes" userId="bc531018-f902-4d26-b3af-7ca03fb059d6" providerId="ADAL" clId="{BAB875CE-E91C-4B2E-849C-E1F6EA5D597F}" dt="2024-02-27T12:38:43.282" v="539" actId="20577"/>
        <pc:sldMkLst>
          <pc:docMk/>
          <pc:sldMk cId="4164271972" sldId="342"/>
        </pc:sldMkLst>
        <pc:spChg chg="mod topLvl">
          <ac:chgData name="Luiz Alberto Ferreira Gomes" userId="bc531018-f902-4d26-b3af-7ca03fb059d6" providerId="ADAL" clId="{BAB875CE-E91C-4B2E-849C-E1F6EA5D597F}" dt="2024-02-27T12:36:43.494" v="520" actId="14100"/>
          <ac:spMkLst>
            <pc:docMk/>
            <pc:sldMk cId="4164271972" sldId="342"/>
            <ac:spMk id="5" creationId="{50E0150B-0830-7CEA-184B-871F1659ED38}"/>
          </ac:spMkLst>
        </pc:spChg>
        <pc:spChg chg="mod topLvl">
          <ac:chgData name="Luiz Alberto Ferreira Gomes" userId="bc531018-f902-4d26-b3af-7ca03fb059d6" providerId="ADAL" clId="{BAB875CE-E91C-4B2E-849C-E1F6EA5D597F}" dt="2024-02-27T12:36:56.501" v="522" actId="465"/>
          <ac:spMkLst>
            <pc:docMk/>
            <pc:sldMk cId="4164271972" sldId="342"/>
            <ac:spMk id="8" creationId="{C41F3B40-AD2A-39FF-1D78-9E54F450B938}"/>
          </ac:spMkLst>
        </pc:spChg>
        <pc:spChg chg="mod topLvl">
          <ac:chgData name="Luiz Alberto Ferreira Gomes" userId="bc531018-f902-4d26-b3af-7ca03fb059d6" providerId="ADAL" clId="{BAB875CE-E91C-4B2E-849C-E1F6EA5D597F}" dt="2024-02-27T12:36:46.048" v="521" actId="14100"/>
          <ac:spMkLst>
            <pc:docMk/>
            <pc:sldMk cId="4164271972" sldId="342"/>
            <ac:spMk id="12" creationId="{69F9F47F-E719-E301-F6D1-5E9961512870}"/>
          </ac:spMkLst>
        </pc:spChg>
        <pc:spChg chg="add mod">
          <ac:chgData name="Luiz Alberto Ferreira Gomes" userId="bc531018-f902-4d26-b3af-7ca03fb059d6" providerId="ADAL" clId="{BAB875CE-E91C-4B2E-849C-E1F6EA5D597F}" dt="2024-02-27T12:37:33.617" v="528" actId="1076"/>
          <ac:spMkLst>
            <pc:docMk/>
            <pc:sldMk cId="4164271972" sldId="342"/>
            <ac:spMk id="15" creationId="{36D0B1C4-34D2-B75D-FDF2-E6991DA9BCA7}"/>
          </ac:spMkLst>
        </pc:spChg>
        <pc:spChg chg="add mod">
          <ac:chgData name="Luiz Alberto Ferreira Gomes" userId="bc531018-f902-4d26-b3af-7ca03fb059d6" providerId="ADAL" clId="{BAB875CE-E91C-4B2E-849C-E1F6EA5D597F}" dt="2024-02-27T12:38:22.929" v="536" actId="20577"/>
          <ac:spMkLst>
            <pc:docMk/>
            <pc:sldMk cId="4164271972" sldId="342"/>
            <ac:spMk id="16" creationId="{59A46C77-F7F6-9B3E-6FCF-F5EBB98494C8}"/>
          </ac:spMkLst>
        </pc:spChg>
        <pc:spChg chg="add mod">
          <ac:chgData name="Luiz Alberto Ferreira Gomes" userId="bc531018-f902-4d26-b3af-7ca03fb059d6" providerId="ADAL" clId="{BAB875CE-E91C-4B2E-849C-E1F6EA5D597F}" dt="2024-02-27T12:38:43.282" v="539" actId="20577"/>
          <ac:spMkLst>
            <pc:docMk/>
            <pc:sldMk cId="4164271972" sldId="342"/>
            <ac:spMk id="17" creationId="{1183B55D-575A-E7AA-BB78-123A474885B9}"/>
          </ac:spMkLst>
        </pc:spChg>
        <pc:grpChg chg="add del mod">
          <ac:chgData name="Luiz Alberto Ferreira Gomes" userId="bc531018-f902-4d26-b3af-7ca03fb059d6" providerId="ADAL" clId="{BAB875CE-E91C-4B2E-849C-E1F6EA5D597F}" dt="2024-02-27T12:34:49.539" v="484" actId="165"/>
          <ac:grpSpMkLst>
            <pc:docMk/>
            <pc:sldMk cId="4164271972" sldId="342"/>
            <ac:grpSpMk id="4" creationId="{65A5A924-3B85-C638-C584-77DE0F75FD4B}"/>
          </ac:grpSpMkLst>
        </pc:grpChg>
        <pc:grpChg chg="add del mod">
          <ac:chgData name="Luiz Alberto Ferreira Gomes" userId="bc531018-f902-4d26-b3af-7ca03fb059d6" providerId="ADAL" clId="{BAB875CE-E91C-4B2E-849C-E1F6EA5D597F}" dt="2024-02-27T12:34:49.539" v="484" actId="165"/>
          <ac:grpSpMkLst>
            <pc:docMk/>
            <pc:sldMk cId="4164271972" sldId="342"/>
            <ac:grpSpMk id="7" creationId="{25F679A4-972A-FAC7-4906-7032C9CCB67C}"/>
          </ac:grpSpMkLst>
        </pc:grpChg>
        <pc:grpChg chg="add del mod">
          <ac:chgData name="Luiz Alberto Ferreira Gomes" userId="bc531018-f902-4d26-b3af-7ca03fb059d6" providerId="ADAL" clId="{BAB875CE-E91C-4B2E-849C-E1F6EA5D597F}" dt="2024-02-27T12:34:49.539" v="484" actId="165"/>
          <ac:grpSpMkLst>
            <pc:docMk/>
            <pc:sldMk cId="4164271972" sldId="342"/>
            <ac:grpSpMk id="11" creationId="{93EA0361-D0F6-43AD-6955-AADF9F42BCBD}"/>
          </ac:grpSpMkLst>
        </pc:grpChg>
        <pc:graphicFrameChg chg="mod modGraphic">
          <ac:chgData name="Luiz Alberto Ferreira Gomes" userId="bc531018-f902-4d26-b3af-7ca03fb059d6" providerId="ADAL" clId="{BAB875CE-E91C-4B2E-849C-E1F6EA5D597F}" dt="2024-02-27T12:34:19.654" v="481" actId="121"/>
          <ac:graphicFrameMkLst>
            <pc:docMk/>
            <pc:sldMk cId="4164271972" sldId="342"/>
            <ac:graphicFrameMk id="9" creationId="{9817CEF4-B20F-B5AC-8963-67DC1535AE06}"/>
          </ac:graphicFrameMkLst>
        </pc:graphicFrameChg>
        <pc:picChg chg="del mod topLvl">
          <ac:chgData name="Luiz Alberto Ferreira Gomes" userId="bc531018-f902-4d26-b3af-7ca03fb059d6" providerId="ADAL" clId="{BAB875CE-E91C-4B2E-849C-E1F6EA5D597F}" dt="2024-02-27T12:34:56.466" v="487" actId="478"/>
          <ac:picMkLst>
            <pc:docMk/>
            <pc:sldMk cId="4164271972" sldId="342"/>
            <ac:picMk id="6" creationId="{EC89399D-B63A-AD35-3CD1-94C3CD7763D3}"/>
          </ac:picMkLst>
        </pc:picChg>
        <pc:picChg chg="del mod topLvl">
          <ac:chgData name="Luiz Alberto Ferreira Gomes" userId="bc531018-f902-4d26-b3af-7ca03fb059d6" providerId="ADAL" clId="{BAB875CE-E91C-4B2E-849C-E1F6EA5D597F}" dt="2024-02-27T12:34:54.244" v="486" actId="478"/>
          <ac:picMkLst>
            <pc:docMk/>
            <pc:sldMk cId="4164271972" sldId="342"/>
            <ac:picMk id="10" creationId="{B9B8F97A-A8CB-19D9-BB59-30B21B71729D}"/>
          </ac:picMkLst>
        </pc:picChg>
        <pc:picChg chg="del mod topLvl">
          <ac:chgData name="Luiz Alberto Ferreira Gomes" userId="bc531018-f902-4d26-b3af-7ca03fb059d6" providerId="ADAL" clId="{BAB875CE-E91C-4B2E-849C-E1F6EA5D597F}" dt="2024-02-27T12:34:52.078" v="485" actId="478"/>
          <ac:picMkLst>
            <pc:docMk/>
            <pc:sldMk cId="4164271972" sldId="342"/>
            <ac:picMk id="13" creationId="{320C7069-9B51-3DE1-51F1-3AFDAEAA8C71}"/>
          </ac:picMkLst>
        </pc:picChg>
      </pc:sldChg>
    </pc:docChg>
  </pc:docChgLst>
  <pc:docChgLst>
    <pc:chgData name="Luiz Alberto Ferreira Gomes" userId="bc531018-f902-4d26-b3af-7ca03fb059d6" providerId="ADAL" clId="{9FA256FF-A320-4147-B37B-FD44B12C5BD7}"/>
    <pc:docChg chg="undo custSel addSld delSld modSld sldOrd delMainMaster">
      <pc:chgData name="Luiz Alberto Ferreira Gomes" userId="bc531018-f902-4d26-b3af-7ca03fb059d6" providerId="ADAL" clId="{9FA256FF-A320-4147-B37B-FD44B12C5BD7}" dt="2024-02-16T06:18:33.483" v="2573" actId="20577"/>
      <pc:docMkLst>
        <pc:docMk/>
      </pc:docMkLst>
      <pc:sldChg chg="modSp mod modNotesTx">
        <pc:chgData name="Luiz Alberto Ferreira Gomes" userId="bc531018-f902-4d26-b3af-7ca03fb059d6" providerId="ADAL" clId="{9FA256FF-A320-4147-B37B-FD44B12C5BD7}" dt="2024-02-16T06:18:33.483" v="2573" actId="20577"/>
        <pc:sldMkLst>
          <pc:docMk/>
          <pc:sldMk cId="1241614345" sldId="279"/>
        </pc:sldMkLst>
        <pc:spChg chg="mod">
          <ac:chgData name="Luiz Alberto Ferreira Gomes" userId="bc531018-f902-4d26-b3af-7ca03fb059d6" providerId="ADAL" clId="{9FA256FF-A320-4147-B37B-FD44B12C5BD7}" dt="2024-02-12T03:37:47.856" v="21" actId="403"/>
          <ac:spMkLst>
            <pc:docMk/>
            <pc:sldMk cId="1241614345" sldId="279"/>
            <ac:spMk id="123" creationId="{00000000-0000-0000-0000-000000000000}"/>
          </ac:spMkLst>
        </pc:spChg>
      </pc:sldChg>
      <pc:sldChg chg="modNotesTx">
        <pc:chgData name="Luiz Alberto Ferreira Gomes" userId="bc531018-f902-4d26-b3af-7ca03fb059d6" providerId="ADAL" clId="{9FA256FF-A320-4147-B37B-FD44B12C5BD7}" dt="2024-02-16T06:17:13.598" v="2560" actId="108"/>
        <pc:sldMkLst>
          <pc:docMk/>
          <pc:sldMk cId="3179121524" sldId="286"/>
        </pc:sldMkLst>
      </pc:sldChg>
      <pc:sldChg chg="addSp delSp modSp mod modNotesTx">
        <pc:chgData name="Luiz Alberto Ferreira Gomes" userId="bc531018-f902-4d26-b3af-7ca03fb059d6" providerId="ADAL" clId="{9FA256FF-A320-4147-B37B-FD44B12C5BD7}" dt="2024-02-16T06:07:49.694" v="2375" actId="108"/>
        <pc:sldMkLst>
          <pc:docMk/>
          <pc:sldMk cId="4083999698" sldId="313"/>
        </pc:sldMkLst>
        <pc:spChg chg="mod">
          <ac:chgData name="Luiz Alberto Ferreira Gomes" userId="bc531018-f902-4d26-b3af-7ca03fb059d6" providerId="ADAL" clId="{9FA256FF-A320-4147-B37B-FD44B12C5BD7}" dt="2024-02-16T05:29:22.381" v="1835" actId="207"/>
          <ac:spMkLst>
            <pc:docMk/>
            <pc:sldMk cId="4083999698" sldId="313"/>
            <ac:spMk id="3" creationId="{59CFEB2C-7A8F-7D9F-7EB8-E2138A8BBF38}"/>
          </ac:spMkLst>
        </pc:spChg>
        <pc:spChg chg="del">
          <ac:chgData name="Luiz Alberto Ferreira Gomes" userId="bc531018-f902-4d26-b3af-7ca03fb059d6" providerId="ADAL" clId="{9FA256FF-A320-4147-B37B-FD44B12C5BD7}" dt="2024-02-12T03:41:06.061" v="44" actId="478"/>
          <ac:spMkLst>
            <pc:docMk/>
            <pc:sldMk cId="4083999698" sldId="313"/>
            <ac:spMk id="5" creationId="{FDF7EDA3-F448-3902-F083-6112AFA3D59F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8" creationId="{8BA0DC19-30C8-7F12-2275-F34229C4D257}"/>
          </ac:spMkLst>
        </pc:spChg>
        <pc:spChg chg="del mod topLvl">
          <ac:chgData name="Luiz Alberto Ferreira Gomes" userId="bc531018-f902-4d26-b3af-7ca03fb059d6" providerId="ADAL" clId="{9FA256FF-A320-4147-B37B-FD44B12C5BD7}" dt="2024-02-12T03:57:40.870" v="114" actId="478"/>
          <ac:spMkLst>
            <pc:docMk/>
            <pc:sldMk cId="4083999698" sldId="313"/>
            <ac:spMk id="10" creationId="{50F16C22-E689-CBC1-7E1A-0E7F530C7C4C}"/>
          </ac:spMkLst>
        </pc:spChg>
        <pc:spChg chg="del">
          <ac:chgData name="Luiz Alberto Ferreira Gomes" userId="bc531018-f902-4d26-b3af-7ca03fb059d6" providerId="ADAL" clId="{9FA256FF-A320-4147-B37B-FD44B12C5BD7}" dt="2024-02-12T03:38:34.536" v="40" actId="478"/>
          <ac:spMkLst>
            <pc:docMk/>
            <pc:sldMk cId="4083999698" sldId="313"/>
            <ac:spMk id="13" creationId="{F323318D-F68E-C036-EE20-27A9BAAF15D9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17" creationId="{9A023121-82CB-6A66-EEA2-FFD662254083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19" creationId="{2CC0AC9C-AF07-51B8-3DBA-13D1F6D95F76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21" creationId="{924B5215-D399-E4C4-09D2-D54275C879B1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23" creationId="{981A0210-4BB7-E336-8725-54747E706C9B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25" creationId="{B85ACBA2-C004-CBB8-71FA-B66A62FD6667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27" creationId="{2BB97770-0271-46ED-531C-168C193C77E9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29" creationId="{7751C393-63F7-AF1D-0767-CE247E8AF162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31" creationId="{8FFCA9B5-FDEF-CCFC-614D-0F0EAE50E627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33" creationId="{C3D238BB-F311-B816-F4DC-628B2DC9EDE3}"/>
          </ac:spMkLst>
        </pc:spChg>
        <pc:spChg chg="del mod topLvl">
          <ac:chgData name="Luiz Alberto Ferreira Gomes" userId="bc531018-f902-4d26-b3af-7ca03fb059d6" providerId="ADAL" clId="{9FA256FF-A320-4147-B37B-FD44B12C5BD7}" dt="2024-02-12T03:57:37.973" v="113" actId="478"/>
          <ac:spMkLst>
            <pc:docMk/>
            <pc:sldMk cId="4083999698" sldId="313"/>
            <ac:spMk id="34" creationId="{51F3BB54-C20F-E552-6F12-77F6537D19F4}"/>
          </ac:spMkLst>
        </pc:spChg>
        <pc:spChg chg="add mod">
          <ac:chgData name="Luiz Alberto Ferreira Gomes" userId="bc531018-f902-4d26-b3af-7ca03fb059d6" providerId="ADAL" clId="{9FA256FF-A320-4147-B37B-FD44B12C5BD7}" dt="2024-02-16T05:30:25.628" v="1843" actId="693"/>
          <ac:spMkLst>
            <pc:docMk/>
            <pc:sldMk cId="4083999698" sldId="313"/>
            <ac:spMk id="59" creationId="{947E66CC-A26D-1007-9C4B-0FA109F2948F}"/>
          </ac:spMkLst>
        </pc:spChg>
        <pc:spChg chg="add mod">
          <ac:chgData name="Luiz Alberto Ferreira Gomes" userId="bc531018-f902-4d26-b3af-7ca03fb059d6" providerId="ADAL" clId="{9FA256FF-A320-4147-B37B-FD44B12C5BD7}" dt="2024-02-16T05:30:06.798" v="1841" actId="693"/>
          <ac:spMkLst>
            <pc:docMk/>
            <pc:sldMk cId="4083999698" sldId="313"/>
            <ac:spMk id="60" creationId="{C656C649-7106-5901-A6DA-BDBE50E89708}"/>
          </ac:spMkLst>
        </pc:spChg>
        <pc:grpChg chg="add del mod">
          <ac:chgData name="Luiz Alberto Ferreira Gomes" userId="bc531018-f902-4d26-b3af-7ca03fb059d6" providerId="ADAL" clId="{9FA256FF-A320-4147-B37B-FD44B12C5BD7}" dt="2024-02-12T03:41:37.363" v="49" actId="165"/>
          <ac:grpSpMkLst>
            <pc:docMk/>
            <pc:sldMk cId="4083999698" sldId="313"/>
            <ac:grpSpMk id="2" creationId="{9208CE9F-F566-E5AE-9C21-4E7222DC786F}"/>
          </ac:grpSpMkLst>
        </pc:grpChg>
        <pc:grpChg chg="del mod">
          <ac:chgData name="Luiz Alberto Ferreira Gomes" userId="bc531018-f902-4d26-b3af-7ca03fb059d6" providerId="ADAL" clId="{9FA256FF-A320-4147-B37B-FD44B12C5BD7}" dt="2024-02-16T05:28:57.901" v="1829" actId="478"/>
          <ac:grpSpMkLst>
            <pc:docMk/>
            <pc:sldMk cId="4083999698" sldId="313"/>
            <ac:grpSpMk id="6" creationId="{3C1BD4C6-BE4E-3180-1DE3-56962A5EC851}"/>
          </ac:grpSpMkLst>
        </pc:grpChg>
        <pc:grpChg chg="add del mod">
          <ac:chgData name="Luiz Alberto Ferreira Gomes" userId="bc531018-f902-4d26-b3af-7ca03fb059d6" providerId="ADAL" clId="{9FA256FF-A320-4147-B37B-FD44B12C5BD7}" dt="2024-02-12T03:41:37.363" v="49" actId="165"/>
          <ac:grpSpMkLst>
            <pc:docMk/>
            <pc:sldMk cId="4083999698" sldId="313"/>
            <ac:grpSpMk id="11" creationId="{93E511A8-F30B-5064-5AA8-D18727FF4ECC}"/>
          </ac:grpSpMkLst>
        </pc:grpChg>
        <pc:grpChg chg="add del mod">
          <ac:chgData name="Luiz Alberto Ferreira Gomes" userId="bc531018-f902-4d26-b3af-7ca03fb059d6" providerId="ADAL" clId="{9FA256FF-A320-4147-B37B-FD44B12C5BD7}" dt="2024-02-12T03:41:37.363" v="49" actId="165"/>
          <ac:grpSpMkLst>
            <pc:docMk/>
            <pc:sldMk cId="4083999698" sldId="313"/>
            <ac:grpSpMk id="20" creationId="{33A49FA3-F5F3-C4D6-9C45-B9F0B7E3C8D7}"/>
          </ac:grpSpMkLst>
        </pc:grpChg>
        <pc:grpChg chg="add del mod">
          <ac:chgData name="Luiz Alberto Ferreira Gomes" userId="bc531018-f902-4d26-b3af-7ca03fb059d6" providerId="ADAL" clId="{9FA256FF-A320-4147-B37B-FD44B12C5BD7}" dt="2024-02-12T03:41:37.363" v="49" actId="165"/>
          <ac:grpSpMkLst>
            <pc:docMk/>
            <pc:sldMk cId="4083999698" sldId="313"/>
            <ac:grpSpMk id="24" creationId="{2017E85D-0E8E-645D-3A59-3608D4DD415B}"/>
          </ac:grpSpMkLst>
        </pc:grpChg>
        <pc:grpChg chg="add del mod">
          <ac:chgData name="Luiz Alberto Ferreira Gomes" userId="bc531018-f902-4d26-b3af-7ca03fb059d6" providerId="ADAL" clId="{9FA256FF-A320-4147-B37B-FD44B12C5BD7}" dt="2024-02-12T03:41:37.363" v="49" actId="165"/>
          <ac:grpSpMkLst>
            <pc:docMk/>
            <pc:sldMk cId="4083999698" sldId="313"/>
            <ac:grpSpMk id="28" creationId="{FE11BBD8-83F5-B64F-489F-E8610F231164}"/>
          </ac:grpSpMkLst>
        </pc:grpChg>
        <pc:grpChg chg="add del mod">
          <ac:chgData name="Luiz Alberto Ferreira Gomes" userId="bc531018-f902-4d26-b3af-7ca03fb059d6" providerId="ADAL" clId="{9FA256FF-A320-4147-B37B-FD44B12C5BD7}" dt="2024-02-12T03:41:37.363" v="49" actId="165"/>
          <ac:grpSpMkLst>
            <pc:docMk/>
            <pc:sldMk cId="4083999698" sldId="313"/>
            <ac:grpSpMk id="32" creationId="{84A9F15B-FD93-708A-67DA-14FA1E2FD3F8}"/>
          </ac:grpSpMkLst>
        </pc:grpChg>
        <pc:graphicFrameChg chg="add mod modGraphic">
          <ac:chgData name="Luiz Alberto Ferreira Gomes" userId="bc531018-f902-4d26-b3af-7ca03fb059d6" providerId="ADAL" clId="{9FA256FF-A320-4147-B37B-FD44B12C5BD7}" dt="2024-02-14T21:35:12.998" v="455" actId="1076"/>
          <ac:graphicFrameMkLst>
            <pc:docMk/>
            <pc:sldMk cId="4083999698" sldId="313"/>
            <ac:graphicFrameMk id="56" creationId="{D64AE0F7-6FFD-407C-4266-7CDE5CB48AB5}"/>
          </ac:graphicFrameMkLst>
        </pc:graphicFrameChg>
        <pc:graphicFrameChg chg="add mod">
          <ac:chgData name="Luiz Alberto Ferreira Gomes" userId="bc531018-f902-4d26-b3af-7ca03fb059d6" providerId="ADAL" clId="{9FA256FF-A320-4147-B37B-FD44B12C5BD7}" dt="2024-02-12T04:04:48.504" v="272" actId="1076"/>
          <ac:graphicFrameMkLst>
            <pc:docMk/>
            <pc:sldMk cId="4083999698" sldId="313"/>
            <ac:graphicFrameMk id="57" creationId="{4F428B71-FBB4-0B89-E32A-320EB7996E6B}"/>
          </ac:graphicFrameMkLst>
        </pc:graphicFrameChg>
        <pc:graphicFrameChg chg="add mod modGraphic">
          <ac:chgData name="Luiz Alberto Ferreira Gomes" userId="bc531018-f902-4d26-b3af-7ca03fb059d6" providerId="ADAL" clId="{9FA256FF-A320-4147-B37B-FD44B12C5BD7}" dt="2024-02-14T21:35:12.998" v="455" actId="1076"/>
          <ac:graphicFrameMkLst>
            <pc:docMk/>
            <pc:sldMk cId="4083999698" sldId="313"/>
            <ac:graphicFrameMk id="58" creationId="{A973198C-0905-179F-222F-BC3628331A14}"/>
          </ac:graphicFrameMkLst>
        </pc:graphicFrameChg>
        <pc:picChg chg="del">
          <ac:chgData name="Luiz Alberto Ferreira Gomes" userId="bc531018-f902-4d26-b3af-7ca03fb059d6" providerId="ADAL" clId="{9FA256FF-A320-4147-B37B-FD44B12C5BD7}" dt="2024-02-12T03:41:06.061" v="44" actId="478"/>
          <ac:picMkLst>
            <pc:docMk/>
            <pc:sldMk cId="4083999698" sldId="313"/>
            <ac:picMk id="4" creationId="{DF446F32-A0F9-48A9-FD31-123B7BFE49E8}"/>
          </ac:picMkLst>
        </pc:picChg>
        <pc:cxnChg chg="add mod">
          <ac:chgData name="Luiz Alberto Ferreira Gomes" userId="bc531018-f902-4d26-b3af-7ca03fb059d6" providerId="ADAL" clId="{9FA256FF-A320-4147-B37B-FD44B12C5BD7}" dt="2024-02-16T05:29:26.935" v="1838" actId="1037"/>
          <ac:cxnSpMkLst>
            <pc:docMk/>
            <pc:sldMk cId="4083999698" sldId="313"/>
            <ac:cxnSpMk id="2" creationId="{1CE99BB9-2D7C-1539-9A1B-1E047E9BB9D3}"/>
          </ac:cxnSpMkLst>
        </pc:cxnChg>
        <pc:cxnChg chg="del mod topLvl">
          <ac:chgData name="Luiz Alberto Ferreira Gomes" userId="bc531018-f902-4d26-b3af-7ca03fb059d6" providerId="ADAL" clId="{9FA256FF-A320-4147-B37B-FD44B12C5BD7}" dt="2024-02-12T03:57:37.973" v="113" actId="478"/>
          <ac:cxnSpMkLst>
            <pc:docMk/>
            <pc:sldMk cId="4083999698" sldId="313"/>
            <ac:cxnSpMk id="9" creationId="{4537ED9D-49CA-7C46-67EF-1B5E1BAC990E}"/>
          </ac:cxnSpMkLst>
        </pc:cxnChg>
        <pc:cxnChg chg="del mod ord topLvl">
          <ac:chgData name="Luiz Alberto Ferreira Gomes" userId="bc531018-f902-4d26-b3af-7ca03fb059d6" providerId="ADAL" clId="{9FA256FF-A320-4147-B37B-FD44B12C5BD7}" dt="2024-02-12T03:57:37.973" v="113" actId="478"/>
          <ac:cxnSpMkLst>
            <pc:docMk/>
            <pc:sldMk cId="4083999698" sldId="313"/>
            <ac:cxnSpMk id="18" creationId="{B61015D1-B3E6-722E-8A7E-E82AACEFCB5D}"/>
          </ac:cxnSpMkLst>
        </pc:cxnChg>
        <pc:cxnChg chg="del mod topLvl">
          <ac:chgData name="Luiz Alberto Ferreira Gomes" userId="bc531018-f902-4d26-b3af-7ca03fb059d6" providerId="ADAL" clId="{9FA256FF-A320-4147-B37B-FD44B12C5BD7}" dt="2024-02-12T03:57:37.973" v="113" actId="478"/>
          <ac:cxnSpMkLst>
            <pc:docMk/>
            <pc:sldMk cId="4083999698" sldId="313"/>
            <ac:cxnSpMk id="22" creationId="{415C06FF-2C51-2850-83A8-1770EF63F4E8}"/>
          </ac:cxnSpMkLst>
        </pc:cxnChg>
        <pc:cxnChg chg="del mod topLvl">
          <ac:chgData name="Luiz Alberto Ferreira Gomes" userId="bc531018-f902-4d26-b3af-7ca03fb059d6" providerId="ADAL" clId="{9FA256FF-A320-4147-B37B-FD44B12C5BD7}" dt="2024-02-12T03:57:37.973" v="113" actId="478"/>
          <ac:cxnSpMkLst>
            <pc:docMk/>
            <pc:sldMk cId="4083999698" sldId="313"/>
            <ac:cxnSpMk id="26" creationId="{2DE8EDDD-F152-1125-15DC-58D0A1734F02}"/>
          </ac:cxnSpMkLst>
        </pc:cxnChg>
        <pc:cxnChg chg="del mod topLvl">
          <ac:chgData name="Luiz Alberto Ferreira Gomes" userId="bc531018-f902-4d26-b3af-7ca03fb059d6" providerId="ADAL" clId="{9FA256FF-A320-4147-B37B-FD44B12C5BD7}" dt="2024-02-12T03:57:37.973" v="113" actId="478"/>
          <ac:cxnSpMkLst>
            <pc:docMk/>
            <pc:sldMk cId="4083999698" sldId="313"/>
            <ac:cxnSpMk id="30" creationId="{F48BC310-828D-A6C0-B2AE-6DEDF3DCE2F7}"/>
          </ac:cxnSpMkLst>
        </pc:cxnChg>
        <pc:cxnChg chg="add mod">
          <ac:chgData name="Luiz Alberto Ferreira Gomes" userId="bc531018-f902-4d26-b3af-7ca03fb059d6" providerId="ADAL" clId="{9FA256FF-A320-4147-B37B-FD44B12C5BD7}" dt="2024-02-16T05:30:22.611" v="1842" actId="693"/>
          <ac:cxnSpMkLst>
            <pc:docMk/>
            <pc:sldMk cId="4083999698" sldId="313"/>
            <ac:cxnSpMk id="62" creationId="{F9A70B55-C9FE-B0C2-5E08-8164EA368246}"/>
          </ac:cxnSpMkLst>
        </pc:cxnChg>
      </pc:sldChg>
      <pc:sldChg chg="addSp delSp modSp mod modNotesTx">
        <pc:chgData name="Luiz Alberto Ferreira Gomes" userId="bc531018-f902-4d26-b3af-7ca03fb059d6" providerId="ADAL" clId="{9FA256FF-A320-4147-B37B-FD44B12C5BD7}" dt="2024-02-16T06:07:44.128" v="2374" actId="207"/>
        <pc:sldMkLst>
          <pc:docMk/>
          <pc:sldMk cId="257746967" sldId="333"/>
        </pc:sldMkLst>
        <pc:spChg chg="add mod">
          <ac:chgData name="Luiz Alberto Ferreira Gomes" userId="bc531018-f902-4d26-b3af-7ca03fb059d6" providerId="ADAL" clId="{9FA256FF-A320-4147-B37B-FD44B12C5BD7}" dt="2024-02-16T05:39:20.930" v="2073" actId="207"/>
          <ac:spMkLst>
            <pc:docMk/>
            <pc:sldMk cId="257746967" sldId="333"/>
            <ac:spMk id="2" creationId="{405041A3-5B40-4B74-4655-C231AAB86CC1}"/>
          </ac:spMkLst>
        </pc:spChg>
        <pc:spChg chg="mod topLvl">
          <ac:chgData name="Luiz Alberto Ferreira Gomes" userId="bc531018-f902-4d26-b3af-7ca03fb059d6" providerId="ADAL" clId="{9FA256FF-A320-4147-B37B-FD44B12C5BD7}" dt="2024-02-15T11:56:11.204" v="699" actId="164"/>
          <ac:spMkLst>
            <pc:docMk/>
            <pc:sldMk cId="257746967" sldId="333"/>
            <ac:spMk id="3" creationId="{33C81D77-CE4C-7B11-046A-F669E8411733}"/>
          </ac:spMkLst>
        </pc:spChg>
        <pc:spChg chg="del mod">
          <ac:chgData name="Luiz Alberto Ferreira Gomes" userId="bc531018-f902-4d26-b3af-7ca03fb059d6" providerId="ADAL" clId="{9FA256FF-A320-4147-B37B-FD44B12C5BD7}" dt="2024-02-16T05:31:12.399" v="1847" actId="478"/>
          <ac:spMkLst>
            <pc:docMk/>
            <pc:sldMk cId="257746967" sldId="333"/>
            <ac:spMk id="4" creationId="{D8373BB2-56B0-FCA1-5F4E-737FD5CC5A08}"/>
          </ac:spMkLst>
        </pc:spChg>
        <pc:spChg chg="del mod">
          <ac:chgData name="Luiz Alberto Ferreira Gomes" userId="bc531018-f902-4d26-b3af-7ca03fb059d6" providerId="ADAL" clId="{9FA256FF-A320-4147-B37B-FD44B12C5BD7}" dt="2024-02-15T11:45:10.817" v="464"/>
          <ac:spMkLst>
            <pc:docMk/>
            <pc:sldMk cId="257746967" sldId="333"/>
            <ac:spMk id="6" creationId="{65CA5345-53A0-E01E-A893-1591EAAF530D}"/>
          </ac:spMkLst>
        </pc:spChg>
        <pc:spChg chg="add del mod">
          <ac:chgData name="Luiz Alberto Ferreira Gomes" userId="bc531018-f902-4d26-b3af-7ca03fb059d6" providerId="ADAL" clId="{9FA256FF-A320-4147-B37B-FD44B12C5BD7}" dt="2024-02-15T20:45:52.349" v="1518" actId="478"/>
          <ac:spMkLst>
            <pc:docMk/>
            <pc:sldMk cId="257746967" sldId="333"/>
            <ac:spMk id="6" creationId="{9C902068-1E78-D7D1-78D8-778BC2B41C19}"/>
          </ac:spMkLst>
        </pc:spChg>
        <pc:spChg chg="add mod">
          <ac:chgData name="Luiz Alberto Ferreira Gomes" userId="bc531018-f902-4d26-b3af-7ca03fb059d6" providerId="ADAL" clId="{9FA256FF-A320-4147-B37B-FD44B12C5BD7}" dt="2024-02-16T05:39:15.878" v="2072" actId="207"/>
          <ac:spMkLst>
            <pc:docMk/>
            <pc:sldMk cId="257746967" sldId="333"/>
            <ac:spMk id="7" creationId="{640B7263-BB60-2661-0EBB-B2AF6128141D}"/>
          </ac:spMkLst>
        </pc:spChg>
        <pc:spChg chg="del mod">
          <ac:chgData name="Luiz Alberto Ferreira Gomes" userId="bc531018-f902-4d26-b3af-7ca03fb059d6" providerId="ADAL" clId="{9FA256FF-A320-4147-B37B-FD44B12C5BD7}" dt="2024-02-15T11:49:15.321" v="525" actId="478"/>
          <ac:spMkLst>
            <pc:docMk/>
            <pc:sldMk cId="257746967" sldId="333"/>
            <ac:spMk id="7" creationId="{F9C68AB3-A6CB-59AD-AE59-A9D8B00A738A}"/>
          </ac:spMkLst>
        </pc:spChg>
        <pc:spChg chg="del mod">
          <ac:chgData name="Luiz Alberto Ferreira Gomes" userId="bc531018-f902-4d26-b3af-7ca03fb059d6" providerId="ADAL" clId="{9FA256FF-A320-4147-B37B-FD44B12C5BD7}" dt="2024-02-15T11:49:15.321" v="525" actId="478"/>
          <ac:spMkLst>
            <pc:docMk/>
            <pc:sldMk cId="257746967" sldId="333"/>
            <ac:spMk id="9" creationId="{E32BBEDC-8D85-ACB7-03E6-EFCEE9A88E50}"/>
          </ac:spMkLst>
        </pc:spChg>
        <pc:spChg chg="del mod">
          <ac:chgData name="Luiz Alberto Ferreira Gomes" userId="bc531018-f902-4d26-b3af-7ca03fb059d6" providerId="ADAL" clId="{9FA256FF-A320-4147-B37B-FD44B12C5BD7}" dt="2024-02-15T11:49:15.321" v="525" actId="478"/>
          <ac:spMkLst>
            <pc:docMk/>
            <pc:sldMk cId="257746967" sldId="333"/>
            <ac:spMk id="15" creationId="{496A07EC-100F-4B62-529D-BBB4E7E9B2F5}"/>
          </ac:spMkLst>
        </pc:spChg>
        <pc:spChg chg="del mod">
          <ac:chgData name="Luiz Alberto Ferreira Gomes" userId="bc531018-f902-4d26-b3af-7ca03fb059d6" providerId="ADAL" clId="{9FA256FF-A320-4147-B37B-FD44B12C5BD7}" dt="2024-02-15T11:49:15.321" v="525" actId="478"/>
          <ac:spMkLst>
            <pc:docMk/>
            <pc:sldMk cId="257746967" sldId="333"/>
            <ac:spMk id="17" creationId="{0D6B7C5A-09F4-D4A8-2D49-2A92DC3B87C0}"/>
          </ac:spMkLst>
        </pc:spChg>
        <pc:spChg chg="mod topLvl">
          <ac:chgData name="Luiz Alberto Ferreira Gomes" userId="bc531018-f902-4d26-b3af-7ca03fb059d6" providerId="ADAL" clId="{9FA256FF-A320-4147-B37B-FD44B12C5BD7}" dt="2024-02-15T11:56:18.972" v="700" actId="164"/>
          <ac:spMkLst>
            <pc:docMk/>
            <pc:sldMk cId="257746967" sldId="333"/>
            <ac:spMk id="18" creationId="{FC5CD744-EECB-F49D-2A7C-FA6A55B8B764}"/>
          </ac:spMkLst>
        </pc:spChg>
        <pc:spChg chg="del mod">
          <ac:chgData name="Luiz Alberto Ferreira Gomes" userId="bc531018-f902-4d26-b3af-7ca03fb059d6" providerId="ADAL" clId="{9FA256FF-A320-4147-B37B-FD44B12C5BD7}" dt="2024-02-15T11:48:50.558" v="522" actId="478"/>
          <ac:spMkLst>
            <pc:docMk/>
            <pc:sldMk cId="257746967" sldId="333"/>
            <ac:spMk id="20" creationId="{37F9C325-9DEC-257A-2FC7-3A5E3C9B6BEB}"/>
          </ac:spMkLst>
        </pc:spChg>
        <pc:spChg chg="del mod">
          <ac:chgData name="Luiz Alberto Ferreira Gomes" userId="bc531018-f902-4d26-b3af-7ca03fb059d6" providerId="ADAL" clId="{9FA256FF-A320-4147-B37B-FD44B12C5BD7}" dt="2024-02-15T11:49:15.321" v="525" actId="478"/>
          <ac:spMkLst>
            <pc:docMk/>
            <pc:sldMk cId="257746967" sldId="333"/>
            <ac:spMk id="21" creationId="{19CFBC72-15D8-A456-B6EB-5A121229E9FD}"/>
          </ac:spMkLst>
        </pc:spChg>
        <pc:spChg chg="add mod topLvl">
          <ac:chgData name="Luiz Alberto Ferreira Gomes" userId="bc531018-f902-4d26-b3af-7ca03fb059d6" providerId="ADAL" clId="{9FA256FF-A320-4147-B37B-FD44B12C5BD7}" dt="2024-02-15T11:56:24.733" v="701" actId="164"/>
          <ac:spMkLst>
            <pc:docMk/>
            <pc:sldMk cId="257746967" sldId="333"/>
            <ac:spMk id="23" creationId="{06642257-3283-73BF-DD38-92E86C649CF3}"/>
          </ac:spMkLst>
        </pc:spChg>
        <pc:spChg chg="add mod topLvl">
          <ac:chgData name="Luiz Alberto Ferreira Gomes" userId="bc531018-f902-4d26-b3af-7ca03fb059d6" providerId="ADAL" clId="{9FA256FF-A320-4147-B37B-FD44B12C5BD7}" dt="2024-02-15T11:56:30.540" v="702" actId="164"/>
          <ac:spMkLst>
            <pc:docMk/>
            <pc:sldMk cId="257746967" sldId="333"/>
            <ac:spMk id="25" creationId="{F7666BD6-E6BF-ED68-5718-B4AE21AB7E78}"/>
          </ac:spMkLst>
        </pc:spChg>
        <pc:spChg chg="del mod">
          <ac:chgData name="Luiz Alberto Ferreira Gomes" userId="bc531018-f902-4d26-b3af-7ca03fb059d6" providerId="ADAL" clId="{9FA256FF-A320-4147-B37B-FD44B12C5BD7}" dt="2024-02-15T11:49:15.321" v="525" actId="478"/>
          <ac:spMkLst>
            <pc:docMk/>
            <pc:sldMk cId="257746967" sldId="333"/>
            <ac:spMk id="26" creationId="{0BFC1B93-C464-1886-FB57-27EEE3852155}"/>
          </ac:spMkLst>
        </pc:spChg>
        <pc:spChg chg="add mod topLvl">
          <ac:chgData name="Luiz Alberto Ferreira Gomes" userId="bc531018-f902-4d26-b3af-7ca03fb059d6" providerId="ADAL" clId="{9FA256FF-A320-4147-B37B-FD44B12C5BD7}" dt="2024-02-15T11:56:36.389" v="703" actId="164"/>
          <ac:spMkLst>
            <pc:docMk/>
            <pc:sldMk cId="257746967" sldId="333"/>
            <ac:spMk id="28" creationId="{960B8CEA-CEEC-5920-6DD3-B0E80241E657}"/>
          </ac:spMkLst>
        </pc:spChg>
        <pc:grpChg chg="del">
          <ac:chgData name="Luiz Alberto Ferreira Gomes" userId="bc531018-f902-4d26-b3af-7ca03fb059d6" providerId="ADAL" clId="{9FA256FF-A320-4147-B37B-FD44B12C5BD7}" dt="2024-02-16T05:31:16.945" v="1848" actId="478"/>
          <ac:grpSpMkLst>
            <pc:docMk/>
            <pc:sldMk cId="257746967" sldId="333"/>
            <ac:grpSpMk id="10" creationId="{EBBF723E-0F07-1E18-7436-3DEF2E5681E2}"/>
          </ac:grpSpMkLst>
        </pc:grpChg>
        <pc:grpChg chg="add del mod">
          <ac:chgData name="Luiz Alberto Ferreira Gomes" userId="bc531018-f902-4d26-b3af-7ca03fb059d6" providerId="ADAL" clId="{9FA256FF-A320-4147-B37B-FD44B12C5BD7}" dt="2024-02-15T11:55:38.451" v="697" actId="165"/>
          <ac:grpSpMkLst>
            <pc:docMk/>
            <pc:sldMk cId="257746967" sldId="333"/>
            <ac:grpSpMk id="30" creationId="{B57DF5EF-73C8-9DB7-27E4-76A2BD1E4267}"/>
          </ac:grpSpMkLst>
        </pc:grpChg>
        <pc:grpChg chg="add del mod">
          <ac:chgData name="Luiz Alberto Ferreira Gomes" userId="bc531018-f902-4d26-b3af-7ca03fb059d6" providerId="ADAL" clId="{9FA256FF-A320-4147-B37B-FD44B12C5BD7}" dt="2024-02-15T11:55:38.451" v="697" actId="165"/>
          <ac:grpSpMkLst>
            <pc:docMk/>
            <pc:sldMk cId="257746967" sldId="333"/>
            <ac:grpSpMk id="31" creationId="{BA240E55-92D9-60C3-DEBB-30011D627712}"/>
          </ac:grpSpMkLst>
        </pc:grpChg>
        <pc:grpChg chg="add del mod">
          <ac:chgData name="Luiz Alberto Ferreira Gomes" userId="bc531018-f902-4d26-b3af-7ca03fb059d6" providerId="ADAL" clId="{9FA256FF-A320-4147-B37B-FD44B12C5BD7}" dt="2024-02-15T11:55:38.451" v="697" actId="165"/>
          <ac:grpSpMkLst>
            <pc:docMk/>
            <pc:sldMk cId="257746967" sldId="333"/>
            <ac:grpSpMk id="32" creationId="{8A6CDE35-4BE7-AFE3-E8BD-664FEBD4428A}"/>
          </ac:grpSpMkLst>
        </pc:grpChg>
        <pc:grpChg chg="add del mod">
          <ac:chgData name="Luiz Alberto Ferreira Gomes" userId="bc531018-f902-4d26-b3af-7ca03fb059d6" providerId="ADAL" clId="{9FA256FF-A320-4147-B37B-FD44B12C5BD7}" dt="2024-02-15T11:55:38.451" v="697" actId="165"/>
          <ac:grpSpMkLst>
            <pc:docMk/>
            <pc:sldMk cId="257746967" sldId="333"/>
            <ac:grpSpMk id="33" creationId="{94EBE042-B0CD-A10B-7A10-3BF990D66A95}"/>
          </ac:grpSpMkLst>
        </pc:grpChg>
        <pc:grpChg chg="add del mod">
          <ac:chgData name="Luiz Alberto Ferreira Gomes" userId="bc531018-f902-4d26-b3af-7ca03fb059d6" providerId="ADAL" clId="{9FA256FF-A320-4147-B37B-FD44B12C5BD7}" dt="2024-02-15T11:55:38.451" v="697" actId="165"/>
          <ac:grpSpMkLst>
            <pc:docMk/>
            <pc:sldMk cId="257746967" sldId="333"/>
            <ac:grpSpMk id="34" creationId="{98C73847-5FE6-5D5F-0EA8-23586B084834}"/>
          </ac:grpSpMkLst>
        </pc:grpChg>
        <pc:grpChg chg="add mod">
          <ac:chgData name="Luiz Alberto Ferreira Gomes" userId="bc531018-f902-4d26-b3af-7ca03fb059d6" providerId="ADAL" clId="{9FA256FF-A320-4147-B37B-FD44B12C5BD7}" dt="2024-02-16T05:34:37.018" v="1887" actId="1037"/>
          <ac:grpSpMkLst>
            <pc:docMk/>
            <pc:sldMk cId="257746967" sldId="333"/>
            <ac:grpSpMk id="35" creationId="{8070B79C-DEDE-84D6-7146-1A49A0E02C76}"/>
          </ac:grpSpMkLst>
        </pc:grpChg>
        <pc:grpChg chg="add mod">
          <ac:chgData name="Luiz Alberto Ferreira Gomes" userId="bc531018-f902-4d26-b3af-7ca03fb059d6" providerId="ADAL" clId="{9FA256FF-A320-4147-B37B-FD44B12C5BD7}" dt="2024-02-16T05:34:37.018" v="1887" actId="1037"/>
          <ac:grpSpMkLst>
            <pc:docMk/>
            <pc:sldMk cId="257746967" sldId="333"/>
            <ac:grpSpMk id="36" creationId="{C5139354-5E9A-8BD8-2014-7C22E4E54F9A}"/>
          </ac:grpSpMkLst>
        </pc:grpChg>
        <pc:grpChg chg="add mod">
          <ac:chgData name="Luiz Alberto Ferreira Gomes" userId="bc531018-f902-4d26-b3af-7ca03fb059d6" providerId="ADAL" clId="{9FA256FF-A320-4147-B37B-FD44B12C5BD7}" dt="2024-02-16T05:34:37.018" v="1887" actId="1037"/>
          <ac:grpSpMkLst>
            <pc:docMk/>
            <pc:sldMk cId="257746967" sldId="333"/>
            <ac:grpSpMk id="37" creationId="{DF3483E4-EF85-02FA-38FE-E3ECDC7BDC16}"/>
          </ac:grpSpMkLst>
        </pc:grpChg>
        <pc:grpChg chg="add mod">
          <ac:chgData name="Luiz Alberto Ferreira Gomes" userId="bc531018-f902-4d26-b3af-7ca03fb059d6" providerId="ADAL" clId="{9FA256FF-A320-4147-B37B-FD44B12C5BD7}" dt="2024-02-16T05:34:37.018" v="1887" actId="1037"/>
          <ac:grpSpMkLst>
            <pc:docMk/>
            <pc:sldMk cId="257746967" sldId="333"/>
            <ac:grpSpMk id="38" creationId="{B0B2605F-6911-A3E9-C8B5-DE45C8BBE075}"/>
          </ac:grpSpMkLst>
        </pc:grpChg>
        <pc:grpChg chg="add mod">
          <ac:chgData name="Luiz Alberto Ferreira Gomes" userId="bc531018-f902-4d26-b3af-7ca03fb059d6" providerId="ADAL" clId="{9FA256FF-A320-4147-B37B-FD44B12C5BD7}" dt="2024-02-16T05:34:37.018" v="1887" actId="1037"/>
          <ac:grpSpMkLst>
            <pc:docMk/>
            <pc:sldMk cId="257746967" sldId="333"/>
            <ac:grpSpMk id="40" creationId="{EAE1AF7C-3C33-76BA-0AFE-0BBB03A22521}"/>
          </ac:grpSpMkLst>
        </pc:grpChg>
        <pc:picChg chg="add mod topLvl">
          <ac:chgData name="Luiz Alberto Ferreira Gomes" userId="bc531018-f902-4d26-b3af-7ca03fb059d6" providerId="ADAL" clId="{9FA256FF-A320-4147-B37B-FD44B12C5BD7}" dt="2024-02-15T11:56:11.204" v="699" actId="164"/>
          <ac:picMkLst>
            <pc:docMk/>
            <pc:sldMk cId="257746967" sldId="333"/>
            <ac:picMk id="5" creationId="{C0F08168-A2DC-581C-7C40-ABB53AC7EF6B}"/>
          </ac:picMkLst>
        </pc:picChg>
        <pc:picChg chg="del mod">
          <ac:chgData name="Luiz Alberto Ferreira Gomes" userId="bc531018-f902-4d26-b3af-7ca03fb059d6" providerId="ADAL" clId="{9FA256FF-A320-4147-B37B-FD44B12C5BD7}" dt="2024-02-16T05:31:08.697" v="1846" actId="478"/>
          <ac:picMkLst>
            <pc:docMk/>
            <pc:sldMk cId="257746967" sldId="333"/>
            <ac:picMk id="8" creationId="{25A59E20-41A5-18D6-7B26-89AFF6BA1EC5}"/>
          </ac:picMkLst>
        </pc:picChg>
        <pc:picChg chg="add mod topLvl">
          <ac:chgData name="Luiz Alberto Ferreira Gomes" userId="bc531018-f902-4d26-b3af-7ca03fb059d6" providerId="ADAL" clId="{9FA256FF-A320-4147-B37B-FD44B12C5BD7}" dt="2024-02-15T11:56:18.972" v="700" actId="164"/>
          <ac:picMkLst>
            <pc:docMk/>
            <pc:sldMk cId="257746967" sldId="333"/>
            <ac:picMk id="22" creationId="{119EC7A7-63A2-E116-3D23-EC1BC9DC91BF}"/>
          </ac:picMkLst>
        </pc:picChg>
        <pc:picChg chg="add mod topLvl">
          <ac:chgData name="Luiz Alberto Ferreira Gomes" userId="bc531018-f902-4d26-b3af-7ca03fb059d6" providerId="ADAL" clId="{9FA256FF-A320-4147-B37B-FD44B12C5BD7}" dt="2024-02-15T11:56:24.733" v="701" actId="164"/>
          <ac:picMkLst>
            <pc:docMk/>
            <pc:sldMk cId="257746967" sldId="333"/>
            <ac:picMk id="24" creationId="{CD40C0B2-5A9D-720A-7A1A-1198C1657F13}"/>
          </ac:picMkLst>
        </pc:picChg>
        <pc:picChg chg="add mod topLvl">
          <ac:chgData name="Luiz Alberto Ferreira Gomes" userId="bc531018-f902-4d26-b3af-7ca03fb059d6" providerId="ADAL" clId="{9FA256FF-A320-4147-B37B-FD44B12C5BD7}" dt="2024-02-15T11:56:30.540" v="702" actId="164"/>
          <ac:picMkLst>
            <pc:docMk/>
            <pc:sldMk cId="257746967" sldId="333"/>
            <ac:picMk id="27" creationId="{F1D31363-2FE1-B2EE-3272-A7B202CD50AA}"/>
          </ac:picMkLst>
        </pc:picChg>
        <pc:picChg chg="add mod topLvl">
          <ac:chgData name="Luiz Alberto Ferreira Gomes" userId="bc531018-f902-4d26-b3af-7ca03fb059d6" providerId="ADAL" clId="{9FA256FF-A320-4147-B37B-FD44B12C5BD7}" dt="2024-02-15T11:56:36.389" v="703" actId="164"/>
          <ac:picMkLst>
            <pc:docMk/>
            <pc:sldMk cId="257746967" sldId="333"/>
            <ac:picMk id="29" creationId="{5EFBA174-E0DA-FFBF-95A1-CF551F4F8CAE}"/>
          </ac:picMkLst>
        </pc:picChg>
        <pc:cxnChg chg="add mod">
          <ac:chgData name="Luiz Alberto Ferreira Gomes" userId="bc531018-f902-4d26-b3af-7ca03fb059d6" providerId="ADAL" clId="{9FA256FF-A320-4147-B37B-FD44B12C5BD7}" dt="2024-02-16T05:31:39.178" v="1849"/>
          <ac:cxnSpMkLst>
            <pc:docMk/>
            <pc:sldMk cId="257746967" sldId="333"/>
            <ac:cxnSpMk id="6" creationId="{F28454B5-6F89-8AFF-46AF-3F6DB2ECA93E}"/>
          </ac:cxnSpMkLst>
        </pc:cxnChg>
        <pc:cxnChg chg="add mod">
          <ac:chgData name="Luiz Alberto Ferreira Gomes" userId="bc531018-f902-4d26-b3af-7ca03fb059d6" providerId="ADAL" clId="{9FA256FF-A320-4147-B37B-FD44B12C5BD7}" dt="2024-02-16T05:39:10.111" v="2071" actId="1036"/>
          <ac:cxnSpMkLst>
            <pc:docMk/>
            <pc:sldMk cId="257746967" sldId="333"/>
            <ac:cxnSpMk id="9" creationId="{A44BBD1F-C454-1695-D01D-F3C74C8893B8}"/>
          </ac:cxnSpMkLst>
        </pc:cxnChg>
        <pc:cxnChg chg="del mod">
          <ac:chgData name="Luiz Alberto Ferreira Gomes" userId="bc531018-f902-4d26-b3af-7ca03fb059d6" providerId="ADAL" clId="{9FA256FF-A320-4147-B37B-FD44B12C5BD7}" dt="2024-02-16T05:33:38.172" v="1874" actId="478"/>
          <ac:cxnSpMkLst>
            <pc:docMk/>
            <pc:sldMk cId="257746967" sldId="333"/>
            <ac:cxnSpMk id="39" creationId="{D4F9249E-F27E-F072-4A9A-05931339D4A7}"/>
          </ac:cxnSpMkLst>
        </pc:cxnChg>
      </pc:sldChg>
      <pc:sldChg chg="add del">
        <pc:chgData name="Luiz Alberto Ferreira Gomes" userId="bc531018-f902-4d26-b3af-7ca03fb059d6" providerId="ADAL" clId="{9FA256FF-A320-4147-B37B-FD44B12C5BD7}" dt="2024-02-15T11:41:42.459" v="456" actId="47"/>
        <pc:sldMkLst>
          <pc:docMk/>
          <pc:sldMk cId="2842175840" sldId="334"/>
        </pc:sldMkLst>
      </pc:sldChg>
      <pc:sldChg chg="addSp delSp modSp add mod modNotesTx">
        <pc:chgData name="Luiz Alberto Ferreira Gomes" userId="bc531018-f902-4d26-b3af-7ca03fb059d6" providerId="ADAL" clId="{9FA256FF-A320-4147-B37B-FD44B12C5BD7}" dt="2024-02-16T06:09:37.390" v="2411"/>
        <pc:sldMkLst>
          <pc:docMk/>
          <pc:sldMk cId="3466435538" sldId="334"/>
        </pc:sldMkLst>
        <pc:spChg chg="del">
          <ac:chgData name="Luiz Alberto Ferreira Gomes" userId="bc531018-f902-4d26-b3af-7ca03fb059d6" providerId="ADAL" clId="{9FA256FF-A320-4147-B37B-FD44B12C5BD7}" dt="2024-02-16T05:34:55.991" v="1888" actId="478"/>
          <ac:spMkLst>
            <pc:docMk/>
            <pc:sldMk cId="3466435538" sldId="334"/>
            <ac:spMk id="4" creationId="{57A5045D-DFAB-7517-BCE5-790FE6CE509F}"/>
          </ac:spMkLst>
        </pc:spChg>
        <pc:spChg chg="mod">
          <ac:chgData name="Luiz Alberto Ferreira Gomes" userId="bc531018-f902-4d26-b3af-7ca03fb059d6" providerId="ADAL" clId="{9FA256FF-A320-4147-B37B-FD44B12C5BD7}" dt="2024-02-16T05:34:59.566" v="1890"/>
          <ac:spMkLst>
            <pc:docMk/>
            <pc:sldMk cId="3466435538" sldId="334"/>
            <ac:spMk id="6" creationId="{E269AD7D-B745-E3DA-C734-C79033323ACD}"/>
          </ac:spMkLst>
        </pc:spChg>
        <pc:spChg chg="mod">
          <ac:chgData name="Luiz Alberto Ferreira Gomes" userId="bc531018-f902-4d26-b3af-7ca03fb059d6" providerId="ADAL" clId="{9FA256FF-A320-4147-B37B-FD44B12C5BD7}" dt="2024-02-16T05:34:59.566" v="1890"/>
          <ac:spMkLst>
            <pc:docMk/>
            <pc:sldMk cId="3466435538" sldId="334"/>
            <ac:spMk id="15" creationId="{8168AD48-AE57-6D64-C3D9-2A30C756FE28}"/>
          </ac:spMkLst>
        </pc:spChg>
        <pc:spChg chg="mod">
          <ac:chgData name="Luiz Alberto Ferreira Gomes" userId="bc531018-f902-4d26-b3af-7ca03fb059d6" providerId="ADAL" clId="{9FA256FF-A320-4147-B37B-FD44B12C5BD7}" dt="2024-02-16T05:34:59.566" v="1890"/>
          <ac:spMkLst>
            <pc:docMk/>
            <pc:sldMk cId="3466435538" sldId="334"/>
            <ac:spMk id="20" creationId="{8D40A9E1-FD29-00B1-2885-9000D3F5C30D}"/>
          </ac:spMkLst>
        </pc:spChg>
        <pc:spChg chg="mod">
          <ac:chgData name="Luiz Alberto Ferreira Gomes" userId="bc531018-f902-4d26-b3af-7ca03fb059d6" providerId="ADAL" clId="{9FA256FF-A320-4147-B37B-FD44B12C5BD7}" dt="2024-02-16T05:34:59.566" v="1890"/>
          <ac:spMkLst>
            <pc:docMk/>
            <pc:sldMk cId="3466435538" sldId="334"/>
            <ac:spMk id="30" creationId="{3EC470FC-C8BD-BFCF-B28E-9BF9E4D195D2}"/>
          </ac:spMkLst>
        </pc:spChg>
        <pc:spChg chg="mod">
          <ac:chgData name="Luiz Alberto Ferreira Gomes" userId="bc531018-f902-4d26-b3af-7ca03fb059d6" providerId="ADAL" clId="{9FA256FF-A320-4147-B37B-FD44B12C5BD7}" dt="2024-02-16T05:34:59.566" v="1890"/>
          <ac:spMkLst>
            <pc:docMk/>
            <pc:sldMk cId="3466435538" sldId="334"/>
            <ac:spMk id="33" creationId="{5071E366-67AD-5431-6D36-816693A05881}"/>
          </ac:spMkLst>
        </pc:spChg>
        <pc:spChg chg="add mod">
          <ac:chgData name="Luiz Alberto Ferreira Gomes" userId="bc531018-f902-4d26-b3af-7ca03fb059d6" providerId="ADAL" clId="{9FA256FF-A320-4147-B37B-FD44B12C5BD7}" dt="2024-02-16T05:38:44.045" v="2035" actId="207"/>
          <ac:spMkLst>
            <pc:docMk/>
            <pc:sldMk cId="3466435538" sldId="334"/>
            <ac:spMk id="41" creationId="{7DE90E0A-CD79-1517-9EBE-853CA7DED315}"/>
          </ac:spMkLst>
        </pc:spChg>
        <pc:spChg chg="add mod">
          <ac:chgData name="Luiz Alberto Ferreira Gomes" userId="bc531018-f902-4d26-b3af-7ca03fb059d6" providerId="ADAL" clId="{9FA256FF-A320-4147-B37B-FD44B12C5BD7}" dt="2024-02-16T05:38:48.103" v="2036" actId="207"/>
          <ac:spMkLst>
            <pc:docMk/>
            <pc:sldMk cId="3466435538" sldId="334"/>
            <ac:spMk id="43" creationId="{DE3B942B-6B53-774F-BFCA-30DAA80678C0}"/>
          </ac:spMkLst>
        </pc:spChg>
        <pc:grpChg chg="add mod">
          <ac:chgData name="Luiz Alberto Ferreira Gomes" userId="bc531018-f902-4d26-b3af-7ca03fb059d6" providerId="ADAL" clId="{9FA256FF-A320-4147-B37B-FD44B12C5BD7}" dt="2024-02-16T05:34:59.566" v="1890"/>
          <ac:grpSpMkLst>
            <pc:docMk/>
            <pc:sldMk cId="3466435538" sldId="334"/>
            <ac:grpSpMk id="2" creationId="{77D48C62-FF61-194C-75DA-27CF213F392F}"/>
          </ac:grpSpMkLst>
        </pc:grpChg>
        <pc:grpChg chg="add mod">
          <ac:chgData name="Luiz Alberto Ferreira Gomes" userId="bc531018-f902-4d26-b3af-7ca03fb059d6" providerId="ADAL" clId="{9FA256FF-A320-4147-B37B-FD44B12C5BD7}" dt="2024-02-16T05:34:59.566" v="1890"/>
          <ac:grpSpMkLst>
            <pc:docMk/>
            <pc:sldMk cId="3466435538" sldId="334"/>
            <ac:grpSpMk id="9" creationId="{91B977E7-1F75-AE3B-C038-68F23D03719A}"/>
          </ac:grpSpMkLst>
        </pc:grpChg>
        <pc:grpChg chg="del">
          <ac:chgData name="Luiz Alberto Ferreira Gomes" userId="bc531018-f902-4d26-b3af-7ca03fb059d6" providerId="ADAL" clId="{9FA256FF-A320-4147-B37B-FD44B12C5BD7}" dt="2024-02-16T05:34:55.991" v="1888" actId="478"/>
          <ac:grpSpMkLst>
            <pc:docMk/>
            <pc:sldMk cId="3466435538" sldId="334"/>
            <ac:grpSpMk id="10" creationId="{D78CAC9B-1EAD-10DE-9EC3-65F5BEC05EE7}"/>
          </ac:grpSpMkLst>
        </pc:grpChg>
        <pc:grpChg chg="add mod">
          <ac:chgData name="Luiz Alberto Ferreira Gomes" userId="bc531018-f902-4d26-b3af-7ca03fb059d6" providerId="ADAL" clId="{9FA256FF-A320-4147-B37B-FD44B12C5BD7}" dt="2024-02-16T05:34:59.566" v="1890"/>
          <ac:grpSpMkLst>
            <pc:docMk/>
            <pc:sldMk cId="3466435538" sldId="334"/>
            <ac:grpSpMk id="19" creationId="{FEFE03E9-5362-162C-42AE-CD0F78F4501E}"/>
          </ac:grpSpMkLst>
        </pc:grpChg>
        <pc:grpChg chg="add mod">
          <ac:chgData name="Luiz Alberto Ferreira Gomes" userId="bc531018-f902-4d26-b3af-7ca03fb059d6" providerId="ADAL" clId="{9FA256FF-A320-4147-B37B-FD44B12C5BD7}" dt="2024-02-16T05:34:59.566" v="1890"/>
          <ac:grpSpMkLst>
            <pc:docMk/>
            <pc:sldMk cId="3466435538" sldId="334"/>
            <ac:grpSpMk id="26" creationId="{2EC0BFC4-D0EA-C280-AF5A-A78624349A1E}"/>
          </ac:grpSpMkLst>
        </pc:grpChg>
        <pc:grpChg chg="add mod">
          <ac:chgData name="Luiz Alberto Ferreira Gomes" userId="bc531018-f902-4d26-b3af-7ca03fb059d6" providerId="ADAL" clId="{9FA256FF-A320-4147-B37B-FD44B12C5BD7}" dt="2024-02-16T05:34:59.566" v="1890"/>
          <ac:grpSpMkLst>
            <pc:docMk/>
            <pc:sldMk cId="3466435538" sldId="334"/>
            <ac:grpSpMk id="32" creationId="{F5A96D45-B4D7-DC03-A2E2-251956D721DE}"/>
          </ac:grpSpMkLst>
        </pc:grpChg>
        <pc:grpChg chg="del">
          <ac:chgData name="Luiz Alberto Ferreira Gomes" userId="bc531018-f902-4d26-b3af-7ca03fb059d6" providerId="ADAL" clId="{9FA256FF-A320-4147-B37B-FD44B12C5BD7}" dt="2024-02-16T05:34:55.991" v="1888" actId="478"/>
          <ac:grpSpMkLst>
            <pc:docMk/>
            <pc:sldMk cId="3466435538" sldId="334"/>
            <ac:grpSpMk id="35" creationId="{4CBAD97E-486E-DAFD-A9A5-DFD724085F23}"/>
          </ac:grpSpMkLst>
        </pc:grpChg>
        <pc:grpChg chg="del">
          <ac:chgData name="Luiz Alberto Ferreira Gomes" userId="bc531018-f902-4d26-b3af-7ca03fb059d6" providerId="ADAL" clId="{9FA256FF-A320-4147-B37B-FD44B12C5BD7}" dt="2024-02-16T05:34:55.991" v="1888" actId="478"/>
          <ac:grpSpMkLst>
            <pc:docMk/>
            <pc:sldMk cId="3466435538" sldId="334"/>
            <ac:grpSpMk id="36" creationId="{3F8F9BC6-4AE7-A4E5-5335-5F19EF354E7B}"/>
          </ac:grpSpMkLst>
        </pc:grpChg>
        <pc:grpChg chg="del">
          <ac:chgData name="Luiz Alberto Ferreira Gomes" userId="bc531018-f902-4d26-b3af-7ca03fb059d6" providerId="ADAL" clId="{9FA256FF-A320-4147-B37B-FD44B12C5BD7}" dt="2024-02-16T05:34:55.991" v="1888" actId="478"/>
          <ac:grpSpMkLst>
            <pc:docMk/>
            <pc:sldMk cId="3466435538" sldId="334"/>
            <ac:grpSpMk id="37" creationId="{F493C4CF-A6D6-D0F3-E37A-681B9C1F3974}"/>
          </ac:grpSpMkLst>
        </pc:grpChg>
        <pc:grpChg chg="del">
          <ac:chgData name="Luiz Alberto Ferreira Gomes" userId="bc531018-f902-4d26-b3af-7ca03fb059d6" providerId="ADAL" clId="{9FA256FF-A320-4147-B37B-FD44B12C5BD7}" dt="2024-02-16T05:34:55.991" v="1888" actId="478"/>
          <ac:grpSpMkLst>
            <pc:docMk/>
            <pc:sldMk cId="3466435538" sldId="334"/>
            <ac:grpSpMk id="38" creationId="{E3BA1357-B8DD-3D88-92BC-1E84EEC6C398}"/>
          </ac:grpSpMkLst>
        </pc:grpChg>
        <pc:grpChg chg="del">
          <ac:chgData name="Luiz Alberto Ferreira Gomes" userId="bc531018-f902-4d26-b3af-7ca03fb059d6" providerId="ADAL" clId="{9FA256FF-A320-4147-B37B-FD44B12C5BD7}" dt="2024-02-16T05:34:55.991" v="1888" actId="478"/>
          <ac:grpSpMkLst>
            <pc:docMk/>
            <pc:sldMk cId="3466435538" sldId="334"/>
            <ac:grpSpMk id="40" creationId="{0C810432-ABB9-0C49-7F00-FEC262588BB9}"/>
          </ac:grpSpMkLst>
        </pc:grpChg>
        <pc:picChg chg="mod">
          <ac:chgData name="Luiz Alberto Ferreira Gomes" userId="bc531018-f902-4d26-b3af-7ca03fb059d6" providerId="ADAL" clId="{9FA256FF-A320-4147-B37B-FD44B12C5BD7}" dt="2024-02-16T05:34:59.566" v="1890"/>
          <ac:picMkLst>
            <pc:docMk/>
            <pc:sldMk cId="3466435538" sldId="334"/>
            <ac:picMk id="7" creationId="{1D1BDC0E-CB81-963D-2DAA-487D4A72AE22}"/>
          </ac:picMkLst>
        </pc:picChg>
        <pc:picChg chg="del mod">
          <ac:chgData name="Luiz Alberto Ferreira Gomes" userId="bc531018-f902-4d26-b3af-7ca03fb059d6" providerId="ADAL" clId="{9FA256FF-A320-4147-B37B-FD44B12C5BD7}" dt="2024-02-16T05:34:58.595" v="1889" actId="478"/>
          <ac:picMkLst>
            <pc:docMk/>
            <pc:sldMk cId="3466435538" sldId="334"/>
            <ac:picMk id="8" creationId="{29563753-E808-7A84-3514-BC913133601E}"/>
          </ac:picMkLst>
        </pc:picChg>
        <pc:picChg chg="mod">
          <ac:chgData name="Luiz Alberto Ferreira Gomes" userId="bc531018-f902-4d26-b3af-7ca03fb059d6" providerId="ADAL" clId="{9FA256FF-A320-4147-B37B-FD44B12C5BD7}" dt="2024-02-16T05:34:59.566" v="1890"/>
          <ac:picMkLst>
            <pc:docMk/>
            <pc:sldMk cId="3466435538" sldId="334"/>
            <ac:picMk id="17" creationId="{A4DB321D-9873-BD8F-D65C-4403A462572A}"/>
          </ac:picMkLst>
        </pc:picChg>
        <pc:picChg chg="mod">
          <ac:chgData name="Luiz Alberto Ferreira Gomes" userId="bc531018-f902-4d26-b3af-7ca03fb059d6" providerId="ADAL" clId="{9FA256FF-A320-4147-B37B-FD44B12C5BD7}" dt="2024-02-16T05:34:59.566" v="1890"/>
          <ac:picMkLst>
            <pc:docMk/>
            <pc:sldMk cId="3466435538" sldId="334"/>
            <ac:picMk id="21" creationId="{AD8278BC-A853-A937-6777-B44077166029}"/>
          </ac:picMkLst>
        </pc:picChg>
        <pc:picChg chg="mod">
          <ac:chgData name="Luiz Alberto Ferreira Gomes" userId="bc531018-f902-4d26-b3af-7ca03fb059d6" providerId="ADAL" clId="{9FA256FF-A320-4147-B37B-FD44B12C5BD7}" dt="2024-02-16T05:34:59.566" v="1890"/>
          <ac:picMkLst>
            <pc:docMk/>
            <pc:sldMk cId="3466435538" sldId="334"/>
            <ac:picMk id="31" creationId="{A56E1904-FCC8-19A4-EFCB-5E9353934886}"/>
          </ac:picMkLst>
        </pc:picChg>
        <pc:picChg chg="mod">
          <ac:chgData name="Luiz Alberto Ferreira Gomes" userId="bc531018-f902-4d26-b3af-7ca03fb059d6" providerId="ADAL" clId="{9FA256FF-A320-4147-B37B-FD44B12C5BD7}" dt="2024-02-16T05:34:59.566" v="1890"/>
          <ac:picMkLst>
            <pc:docMk/>
            <pc:sldMk cId="3466435538" sldId="334"/>
            <ac:picMk id="34" creationId="{1FDB65B5-4466-99E6-9B9A-29F886CF675F}"/>
          </ac:picMkLst>
        </pc:picChg>
        <pc:cxnChg chg="del mod">
          <ac:chgData name="Luiz Alberto Ferreira Gomes" userId="bc531018-f902-4d26-b3af-7ca03fb059d6" providerId="ADAL" clId="{9FA256FF-A320-4147-B37B-FD44B12C5BD7}" dt="2024-02-16T05:34:55.991" v="1888" actId="478"/>
          <ac:cxnSpMkLst>
            <pc:docMk/>
            <pc:sldMk cId="3466435538" sldId="334"/>
            <ac:cxnSpMk id="39" creationId="{DAA5F28E-4B50-4F36-936E-502E9144218E}"/>
          </ac:cxnSpMkLst>
        </pc:cxnChg>
        <pc:cxnChg chg="add mod">
          <ac:chgData name="Luiz Alberto Ferreira Gomes" userId="bc531018-f902-4d26-b3af-7ca03fb059d6" providerId="ADAL" clId="{9FA256FF-A320-4147-B37B-FD44B12C5BD7}" dt="2024-02-16T05:34:59.566" v="1890"/>
          <ac:cxnSpMkLst>
            <pc:docMk/>
            <pc:sldMk cId="3466435538" sldId="334"/>
            <ac:cxnSpMk id="42" creationId="{11EE9C6C-BDE1-BE03-854E-F0C18ABCC30F}"/>
          </ac:cxnSpMkLst>
        </pc:cxnChg>
        <pc:cxnChg chg="add mod">
          <ac:chgData name="Luiz Alberto Ferreira Gomes" userId="bc531018-f902-4d26-b3af-7ca03fb059d6" providerId="ADAL" clId="{9FA256FF-A320-4147-B37B-FD44B12C5BD7}" dt="2024-02-16T05:38:33.121" v="2034" actId="1036"/>
          <ac:cxnSpMkLst>
            <pc:docMk/>
            <pc:sldMk cId="3466435538" sldId="334"/>
            <ac:cxnSpMk id="44" creationId="{2CBBF7F2-D48D-F6E6-8E6E-1CA3C2944D16}"/>
          </ac:cxnSpMkLst>
        </pc:cxnChg>
      </pc:sldChg>
      <pc:sldChg chg="addSp delSp modSp add mod modNotesTx">
        <pc:chgData name="Luiz Alberto Ferreira Gomes" userId="bc531018-f902-4d26-b3af-7ca03fb059d6" providerId="ADAL" clId="{9FA256FF-A320-4147-B37B-FD44B12C5BD7}" dt="2024-02-16T06:11:06.786" v="2434" actId="108"/>
        <pc:sldMkLst>
          <pc:docMk/>
          <pc:sldMk cId="33280015" sldId="335"/>
        </pc:sldMkLst>
        <pc:spChg chg="del">
          <ac:chgData name="Luiz Alberto Ferreira Gomes" userId="bc531018-f902-4d26-b3af-7ca03fb059d6" providerId="ADAL" clId="{9FA256FF-A320-4147-B37B-FD44B12C5BD7}" dt="2024-02-16T05:36:03.336" v="1892" actId="478"/>
          <ac:spMkLst>
            <pc:docMk/>
            <pc:sldMk cId="33280015" sldId="335"/>
            <ac:spMk id="4" creationId="{C78DF101-8862-18C5-A9A6-58CC653C3359}"/>
          </ac:spMkLst>
        </pc:spChg>
        <pc:spChg chg="mod">
          <ac:chgData name="Luiz Alberto Ferreira Gomes" userId="bc531018-f902-4d26-b3af-7ca03fb059d6" providerId="ADAL" clId="{9FA256FF-A320-4147-B37B-FD44B12C5BD7}" dt="2024-02-16T05:36:04.375" v="1893"/>
          <ac:spMkLst>
            <pc:docMk/>
            <pc:sldMk cId="33280015" sldId="335"/>
            <ac:spMk id="6" creationId="{964878EB-F5EF-E4FD-C910-34623E0C3A87}"/>
          </ac:spMkLst>
        </pc:spChg>
        <pc:spChg chg="mod">
          <ac:chgData name="Luiz Alberto Ferreira Gomes" userId="bc531018-f902-4d26-b3af-7ca03fb059d6" providerId="ADAL" clId="{9FA256FF-A320-4147-B37B-FD44B12C5BD7}" dt="2024-02-16T05:36:04.375" v="1893"/>
          <ac:spMkLst>
            <pc:docMk/>
            <pc:sldMk cId="33280015" sldId="335"/>
            <ac:spMk id="15" creationId="{B2F4B92C-DFD5-378C-EB40-34FCE83A08FD}"/>
          </ac:spMkLst>
        </pc:spChg>
        <pc:spChg chg="mod">
          <ac:chgData name="Luiz Alberto Ferreira Gomes" userId="bc531018-f902-4d26-b3af-7ca03fb059d6" providerId="ADAL" clId="{9FA256FF-A320-4147-B37B-FD44B12C5BD7}" dt="2024-02-16T05:36:04.375" v="1893"/>
          <ac:spMkLst>
            <pc:docMk/>
            <pc:sldMk cId="33280015" sldId="335"/>
            <ac:spMk id="20" creationId="{F39EA4A5-0811-AF56-EEF0-6A58E9B07692}"/>
          </ac:spMkLst>
        </pc:spChg>
        <pc:spChg chg="mod">
          <ac:chgData name="Luiz Alberto Ferreira Gomes" userId="bc531018-f902-4d26-b3af-7ca03fb059d6" providerId="ADAL" clId="{9FA256FF-A320-4147-B37B-FD44B12C5BD7}" dt="2024-02-16T05:36:04.375" v="1893"/>
          <ac:spMkLst>
            <pc:docMk/>
            <pc:sldMk cId="33280015" sldId="335"/>
            <ac:spMk id="30" creationId="{94BF052B-E793-3CA7-E7AF-DB90785FD54D}"/>
          </ac:spMkLst>
        </pc:spChg>
        <pc:spChg chg="mod">
          <ac:chgData name="Luiz Alberto Ferreira Gomes" userId="bc531018-f902-4d26-b3af-7ca03fb059d6" providerId="ADAL" clId="{9FA256FF-A320-4147-B37B-FD44B12C5BD7}" dt="2024-02-16T05:36:04.375" v="1893"/>
          <ac:spMkLst>
            <pc:docMk/>
            <pc:sldMk cId="33280015" sldId="335"/>
            <ac:spMk id="33" creationId="{44B19F40-1AC8-1704-97C8-8B38E06E5046}"/>
          </ac:spMkLst>
        </pc:spChg>
        <pc:spChg chg="add mod">
          <ac:chgData name="Luiz Alberto Ferreira Gomes" userId="bc531018-f902-4d26-b3af-7ca03fb059d6" providerId="ADAL" clId="{9FA256FF-A320-4147-B37B-FD44B12C5BD7}" dt="2024-02-16T05:39:32.754" v="2074" actId="207"/>
          <ac:spMkLst>
            <pc:docMk/>
            <pc:sldMk cId="33280015" sldId="335"/>
            <ac:spMk id="41" creationId="{87578A6D-84BB-BA9D-980F-EFAAA801C374}"/>
          </ac:spMkLst>
        </pc:spChg>
        <pc:spChg chg="add mod">
          <ac:chgData name="Luiz Alberto Ferreira Gomes" userId="bc531018-f902-4d26-b3af-7ca03fb059d6" providerId="ADAL" clId="{9FA256FF-A320-4147-B37B-FD44B12C5BD7}" dt="2024-02-16T05:39:36.080" v="2075" actId="207"/>
          <ac:spMkLst>
            <pc:docMk/>
            <pc:sldMk cId="33280015" sldId="335"/>
            <ac:spMk id="43" creationId="{6419100F-0D96-F0F7-A1A7-110B0D0CA516}"/>
          </ac:spMkLst>
        </pc:spChg>
        <pc:grpChg chg="add mod">
          <ac:chgData name="Luiz Alberto Ferreira Gomes" userId="bc531018-f902-4d26-b3af-7ca03fb059d6" providerId="ADAL" clId="{9FA256FF-A320-4147-B37B-FD44B12C5BD7}" dt="2024-02-16T05:36:04.375" v="1893"/>
          <ac:grpSpMkLst>
            <pc:docMk/>
            <pc:sldMk cId="33280015" sldId="335"/>
            <ac:grpSpMk id="2" creationId="{BCE72419-495A-424E-0B3E-07709E67DF86}"/>
          </ac:grpSpMkLst>
        </pc:grpChg>
        <pc:grpChg chg="add mod">
          <ac:chgData name="Luiz Alberto Ferreira Gomes" userId="bc531018-f902-4d26-b3af-7ca03fb059d6" providerId="ADAL" clId="{9FA256FF-A320-4147-B37B-FD44B12C5BD7}" dt="2024-02-16T05:36:04.375" v="1893"/>
          <ac:grpSpMkLst>
            <pc:docMk/>
            <pc:sldMk cId="33280015" sldId="335"/>
            <ac:grpSpMk id="9" creationId="{E0B5A6B3-E951-F410-578E-21D56CECB7DB}"/>
          </ac:grpSpMkLst>
        </pc:grpChg>
        <pc:grpChg chg="del">
          <ac:chgData name="Luiz Alberto Ferreira Gomes" userId="bc531018-f902-4d26-b3af-7ca03fb059d6" providerId="ADAL" clId="{9FA256FF-A320-4147-B37B-FD44B12C5BD7}" dt="2024-02-16T05:36:03.336" v="1892" actId="478"/>
          <ac:grpSpMkLst>
            <pc:docMk/>
            <pc:sldMk cId="33280015" sldId="335"/>
            <ac:grpSpMk id="10" creationId="{F181FF88-991E-1C66-757F-80535BEA7647}"/>
          </ac:grpSpMkLst>
        </pc:grpChg>
        <pc:grpChg chg="add mod">
          <ac:chgData name="Luiz Alberto Ferreira Gomes" userId="bc531018-f902-4d26-b3af-7ca03fb059d6" providerId="ADAL" clId="{9FA256FF-A320-4147-B37B-FD44B12C5BD7}" dt="2024-02-16T05:36:04.375" v="1893"/>
          <ac:grpSpMkLst>
            <pc:docMk/>
            <pc:sldMk cId="33280015" sldId="335"/>
            <ac:grpSpMk id="19" creationId="{16DAFF70-C406-2806-FE2A-A5F965C2FDA8}"/>
          </ac:grpSpMkLst>
        </pc:grpChg>
        <pc:grpChg chg="add mod">
          <ac:chgData name="Luiz Alberto Ferreira Gomes" userId="bc531018-f902-4d26-b3af-7ca03fb059d6" providerId="ADAL" clId="{9FA256FF-A320-4147-B37B-FD44B12C5BD7}" dt="2024-02-16T05:36:04.375" v="1893"/>
          <ac:grpSpMkLst>
            <pc:docMk/>
            <pc:sldMk cId="33280015" sldId="335"/>
            <ac:grpSpMk id="26" creationId="{175D8F58-550B-3E7F-AE9E-6BE164B1F9C2}"/>
          </ac:grpSpMkLst>
        </pc:grpChg>
        <pc:grpChg chg="add mod">
          <ac:chgData name="Luiz Alberto Ferreira Gomes" userId="bc531018-f902-4d26-b3af-7ca03fb059d6" providerId="ADAL" clId="{9FA256FF-A320-4147-B37B-FD44B12C5BD7}" dt="2024-02-16T05:36:04.375" v="1893"/>
          <ac:grpSpMkLst>
            <pc:docMk/>
            <pc:sldMk cId="33280015" sldId="335"/>
            <ac:grpSpMk id="32" creationId="{A9D785AB-506D-4AA8-D89A-5443264E570B}"/>
          </ac:grpSpMkLst>
        </pc:grpChg>
        <pc:grpChg chg="del">
          <ac:chgData name="Luiz Alberto Ferreira Gomes" userId="bc531018-f902-4d26-b3af-7ca03fb059d6" providerId="ADAL" clId="{9FA256FF-A320-4147-B37B-FD44B12C5BD7}" dt="2024-02-16T05:36:03.336" v="1892" actId="478"/>
          <ac:grpSpMkLst>
            <pc:docMk/>
            <pc:sldMk cId="33280015" sldId="335"/>
            <ac:grpSpMk id="35" creationId="{7D5649C5-DFC4-0DE0-2623-CE5B89E33CB4}"/>
          </ac:grpSpMkLst>
        </pc:grpChg>
        <pc:grpChg chg="del">
          <ac:chgData name="Luiz Alberto Ferreira Gomes" userId="bc531018-f902-4d26-b3af-7ca03fb059d6" providerId="ADAL" clId="{9FA256FF-A320-4147-B37B-FD44B12C5BD7}" dt="2024-02-16T05:36:03.336" v="1892" actId="478"/>
          <ac:grpSpMkLst>
            <pc:docMk/>
            <pc:sldMk cId="33280015" sldId="335"/>
            <ac:grpSpMk id="36" creationId="{662F043F-9BC9-9F18-741B-1C9FF9F11B25}"/>
          </ac:grpSpMkLst>
        </pc:grpChg>
        <pc:grpChg chg="del">
          <ac:chgData name="Luiz Alberto Ferreira Gomes" userId="bc531018-f902-4d26-b3af-7ca03fb059d6" providerId="ADAL" clId="{9FA256FF-A320-4147-B37B-FD44B12C5BD7}" dt="2024-02-16T05:36:03.336" v="1892" actId="478"/>
          <ac:grpSpMkLst>
            <pc:docMk/>
            <pc:sldMk cId="33280015" sldId="335"/>
            <ac:grpSpMk id="37" creationId="{20BB19B0-941A-1B69-77E7-ED06A1A761E7}"/>
          </ac:grpSpMkLst>
        </pc:grpChg>
        <pc:grpChg chg="del">
          <ac:chgData name="Luiz Alberto Ferreira Gomes" userId="bc531018-f902-4d26-b3af-7ca03fb059d6" providerId="ADAL" clId="{9FA256FF-A320-4147-B37B-FD44B12C5BD7}" dt="2024-02-16T05:36:03.336" v="1892" actId="478"/>
          <ac:grpSpMkLst>
            <pc:docMk/>
            <pc:sldMk cId="33280015" sldId="335"/>
            <ac:grpSpMk id="38" creationId="{D288C5D1-15EE-9ED8-EF49-3389B078BC9F}"/>
          </ac:grpSpMkLst>
        </pc:grpChg>
        <pc:grpChg chg="del">
          <ac:chgData name="Luiz Alberto Ferreira Gomes" userId="bc531018-f902-4d26-b3af-7ca03fb059d6" providerId="ADAL" clId="{9FA256FF-A320-4147-B37B-FD44B12C5BD7}" dt="2024-02-16T05:36:03.336" v="1892" actId="478"/>
          <ac:grpSpMkLst>
            <pc:docMk/>
            <pc:sldMk cId="33280015" sldId="335"/>
            <ac:grpSpMk id="40" creationId="{D54C76E3-9204-2268-B858-8FB2A4400952}"/>
          </ac:grpSpMkLst>
        </pc:grpChg>
        <pc:picChg chg="mod">
          <ac:chgData name="Luiz Alberto Ferreira Gomes" userId="bc531018-f902-4d26-b3af-7ca03fb059d6" providerId="ADAL" clId="{9FA256FF-A320-4147-B37B-FD44B12C5BD7}" dt="2024-02-16T05:36:04.375" v="1893"/>
          <ac:picMkLst>
            <pc:docMk/>
            <pc:sldMk cId="33280015" sldId="335"/>
            <ac:picMk id="7" creationId="{80886230-BCAC-02A1-A762-AAFB008AF5FB}"/>
          </ac:picMkLst>
        </pc:picChg>
        <pc:picChg chg="del mod">
          <ac:chgData name="Luiz Alberto Ferreira Gomes" userId="bc531018-f902-4d26-b3af-7ca03fb059d6" providerId="ADAL" clId="{9FA256FF-A320-4147-B37B-FD44B12C5BD7}" dt="2024-02-16T05:36:03.336" v="1892" actId="478"/>
          <ac:picMkLst>
            <pc:docMk/>
            <pc:sldMk cId="33280015" sldId="335"/>
            <ac:picMk id="8" creationId="{14C13E1B-6B02-2683-3944-0DE48B15D3DA}"/>
          </ac:picMkLst>
        </pc:picChg>
        <pc:picChg chg="mod">
          <ac:chgData name="Luiz Alberto Ferreira Gomes" userId="bc531018-f902-4d26-b3af-7ca03fb059d6" providerId="ADAL" clId="{9FA256FF-A320-4147-B37B-FD44B12C5BD7}" dt="2024-02-16T05:36:04.375" v="1893"/>
          <ac:picMkLst>
            <pc:docMk/>
            <pc:sldMk cId="33280015" sldId="335"/>
            <ac:picMk id="17" creationId="{5723B62B-B464-5E8E-6941-F66ABA40DAD1}"/>
          </ac:picMkLst>
        </pc:picChg>
        <pc:picChg chg="mod">
          <ac:chgData name="Luiz Alberto Ferreira Gomes" userId="bc531018-f902-4d26-b3af-7ca03fb059d6" providerId="ADAL" clId="{9FA256FF-A320-4147-B37B-FD44B12C5BD7}" dt="2024-02-16T05:36:04.375" v="1893"/>
          <ac:picMkLst>
            <pc:docMk/>
            <pc:sldMk cId="33280015" sldId="335"/>
            <ac:picMk id="21" creationId="{C25131B0-97A4-906D-C039-F65108F71CF9}"/>
          </ac:picMkLst>
        </pc:picChg>
        <pc:picChg chg="mod">
          <ac:chgData name="Luiz Alberto Ferreira Gomes" userId="bc531018-f902-4d26-b3af-7ca03fb059d6" providerId="ADAL" clId="{9FA256FF-A320-4147-B37B-FD44B12C5BD7}" dt="2024-02-16T05:36:04.375" v="1893"/>
          <ac:picMkLst>
            <pc:docMk/>
            <pc:sldMk cId="33280015" sldId="335"/>
            <ac:picMk id="31" creationId="{99EFCF3C-9656-45A2-48F6-B4187C5EC94D}"/>
          </ac:picMkLst>
        </pc:picChg>
        <pc:picChg chg="mod">
          <ac:chgData name="Luiz Alberto Ferreira Gomes" userId="bc531018-f902-4d26-b3af-7ca03fb059d6" providerId="ADAL" clId="{9FA256FF-A320-4147-B37B-FD44B12C5BD7}" dt="2024-02-16T05:36:04.375" v="1893"/>
          <ac:picMkLst>
            <pc:docMk/>
            <pc:sldMk cId="33280015" sldId="335"/>
            <ac:picMk id="34" creationId="{2DD8211B-150E-90E0-AB8F-97FF0EAB97AF}"/>
          </ac:picMkLst>
        </pc:picChg>
        <pc:cxnChg chg="del mod">
          <ac:chgData name="Luiz Alberto Ferreira Gomes" userId="bc531018-f902-4d26-b3af-7ca03fb059d6" providerId="ADAL" clId="{9FA256FF-A320-4147-B37B-FD44B12C5BD7}" dt="2024-02-16T05:36:03.336" v="1892" actId="478"/>
          <ac:cxnSpMkLst>
            <pc:docMk/>
            <pc:sldMk cId="33280015" sldId="335"/>
            <ac:cxnSpMk id="39" creationId="{0A8CCA7D-E09D-B397-CB1D-8610DDA4A00C}"/>
          </ac:cxnSpMkLst>
        </pc:cxnChg>
        <pc:cxnChg chg="add mod">
          <ac:chgData name="Luiz Alberto Ferreira Gomes" userId="bc531018-f902-4d26-b3af-7ca03fb059d6" providerId="ADAL" clId="{9FA256FF-A320-4147-B37B-FD44B12C5BD7}" dt="2024-02-16T05:36:04.375" v="1893"/>
          <ac:cxnSpMkLst>
            <pc:docMk/>
            <pc:sldMk cId="33280015" sldId="335"/>
            <ac:cxnSpMk id="42" creationId="{E68CFAE4-B667-7F90-ED67-6496784E8B3C}"/>
          </ac:cxnSpMkLst>
        </pc:cxnChg>
        <pc:cxnChg chg="add mod">
          <ac:chgData name="Luiz Alberto Ferreira Gomes" userId="bc531018-f902-4d26-b3af-7ca03fb059d6" providerId="ADAL" clId="{9FA256FF-A320-4147-B37B-FD44B12C5BD7}" dt="2024-02-16T05:38:06.799" v="1996" actId="1036"/>
          <ac:cxnSpMkLst>
            <pc:docMk/>
            <pc:sldMk cId="33280015" sldId="335"/>
            <ac:cxnSpMk id="44" creationId="{941D5B9C-EDB5-677B-7591-4248095F6C9A}"/>
          </ac:cxnSpMkLst>
        </pc:cxnChg>
      </pc:sldChg>
      <pc:sldChg chg="addSp delSp modSp add mod modNotesTx">
        <pc:chgData name="Luiz Alberto Ferreira Gomes" userId="bc531018-f902-4d26-b3af-7ca03fb059d6" providerId="ADAL" clId="{9FA256FF-A320-4147-B37B-FD44B12C5BD7}" dt="2024-02-16T06:16:44.238" v="2557" actId="108"/>
        <pc:sldMkLst>
          <pc:docMk/>
          <pc:sldMk cId="2538930406" sldId="336"/>
        </pc:sldMkLst>
        <pc:spChg chg="del">
          <ac:chgData name="Luiz Alberto Ferreira Gomes" userId="bc531018-f902-4d26-b3af-7ca03fb059d6" providerId="ADAL" clId="{9FA256FF-A320-4147-B37B-FD44B12C5BD7}" dt="2024-02-16T05:36:12.239" v="1894" actId="478"/>
          <ac:spMkLst>
            <pc:docMk/>
            <pc:sldMk cId="2538930406" sldId="336"/>
            <ac:spMk id="4" creationId="{BADE8F3B-1C0F-A66E-BB3C-FB35BD04D332}"/>
          </ac:spMkLst>
        </pc:spChg>
        <pc:spChg chg="mod">
          <ac:chgData name="Luiz Alberto Ferreira Gomes" userId="bc531018-f902-4d26-b3af-7ca03fb059d6" providerId="ADAL" clId="{9FA256FF-A320-4147-B37B-FD44B12C5BD7}" dt="2024-02-16T05:36:14.771" v="1895"/>
          <ac:spMkLst>
            <pc:docMk/>
            <pc:sldMk cId="2538930406" sldId="336"/>
            <ac:spMk id="6" creationId="{F9D36015-9350-52C6-17F6-806315F15DB2}"/>
          </ac:spMkLst>
        </pc:spChg>
        <pc:spChg chg="mod">
          <ac:chgData name="Luiz Alberto Ferreira Gomes" userId="bc531018-f902-4d26-b3af-7ca03fb059d6" providerId="ADAL" clId="{9FA256FF-A320-4147-B37B-FD44B12C5BD7}" dt="2024-02-16T05:36:14.771" v="1895"/>
          <ac:spMkLst>
            <pc:docMk/>
            <pc:sldMk cId="2538930406" sldId="336"/>
            <ac:spMk id="15" creationId="{9B55C39B-EC62-DF2D-8A2D-CDF3A358A7D1}"/>
          </ac:spMkLst>
        </pc:spChg>
        <pc:spChg chg="mod">
          <ac:chgData name="Luiz Alberto Ferreira Gomes" userId="bc531018-f902-4d26-b3af-7ca03fb059d6" providerId="ADAL" clId="{9FA256FF-A320-4147-B37B-FD44B12C5BD7}" dt="2024-02-16T05:36:14.771" v="1895"/>
          <ac:spMkLst>
            <pc:docMk/>
            <pc:sldMk cId="2538930406" sldId="336"/>
            <ac:spMk id="20" creationId="{2F59561D-1EB4-54E5-1AD0-26CF0BDA9C7A}"/>
          </ac:spMkLst>
        </pc:spChg>
        <pc:spChg chg="mod">
          <ac:chgData name="Luiz Alberto Ferreira Gomes" userId="bc531018-f902-4d26-b3af-7ca03fb059d6" providerId="ADAL" clId="{9FA256FF-A320-4147-B37B-FD44B12C5BD7}" dt="2024-02-16T05:36:14.771" v="1895"/>
          <ac:spMkLst>
            <pc:docMk/>
            <pc:sldMk cId="2538930406" sldId="336"/>
            <ac:spMk id="30" creationId="{2B83D145-A8B1-01F7-D115-B7FE9E6FC0F3}"/>
          </ac:spMkLst>
        </pc:spChg>
        <pc:spChg chg="mod">
          <ac:chgData name="Luiz Alberto Ferreira Gomes" userId="bc531018-f902-4d26-b3af-7ca03fb059d6" providerId="ADAL" clId="{9FA256FF-A320-4147-B37B-FD44B12C5BD7}" dt="2024-02-16T05:36:14.771" v="1895"/>
          <ac:spMkLst>
            <pc:docMk/>
            <pc:sldMk cId="2538930406" sldId="336"/>
            <ac:spMk id="33" creationId="{66A2C80B-026C-0FD5-EC34-3FF70BB5D1CB}"/>
          </ac:spMkLst>
        </pc:spChg>
        <pc:spChg chg="add mod">
          <ac:chgData name="Luiz Alberto Ferreira Gomes" userId="bc531018-f902-4d26-b3af-7ca03fb059d6" providerId="ADAL" clId="{9FA256FF-A320-4147-B37B-FD44B12C5BD7}" dt="2024-02-16T05:39:44.075" v="2076" actId="207"/>
          <ac:spMkLst>
            <pc:docMk/>
            <pc:sldMk cId="2538930406" sldId="336"/>
            <ac:spMk id="41" creationId="{FA194DF2-EE96-044B-DF02-20E4B0A1CF26}"/>
          </ac:spMkLst>
        </pc:spChg>
        <pc:spChg chg="add mod">
          <ac:chgData name="Luiz Alberto Ferreira Gomes" userId="bc531018-f902-4d26-b3af-7ca03fb059d6" providerId="ADAL" clId="{9FA256FF-A320-4147-B37B-FD44B12C5BD7}" dt="2024-02-16T05:39:47.488" v="2077" actId="207"/>
          <ac:spMkLst>
            <pc:docMk/>
            <pc:sldMk cId="2538930406" sldId="336"/>
            <ac:spMk id="43" creationId="{52325D97-6E9B-ED18-C954-0421B3F6B27E}"/>
          </ac:spMkLst>
        </pc:spChg>
        <pc:grpChg chg="add mod">
          <ac:chgData name="Luiz Alberto Ferreira Gomes" userId="bc531018-f902-4d26-b3af-7ca03fb059d6" providerId="ADAL" clId="{9FA256FF-A320-4147-B37B-FD44B12C5BD7}" dt="2024-02-16T05:36:14.771" v="1895"/>
          <ac:grpSpMkLst>
            <pc:docMk/>
            <pc:sldMk cId="2538930406" sldId="336"/>
            <ac:grpSpMk id="2" creationId="{D9C8339E-1290-1BF1-33BF-3E5DC9994655}"/>
          </ac:grpSpMkLst>
        </pc:grpChg>
        <pc:grpChg chg="add mod">
          <ac:chgData name="Luiz Alberto Ferreira Gomes" userId="bc531018-f902-4d26-b3af-7ca03fb059d6" providerId="ADAL" clId="{9FA256FF-A320-4147-B37B-FD44B12C5BD7}" dt="2024-02-16T05:36:14.771" v="1895"/>
          <ac:grpSpMkLst>
            <pc:docMk/>
            <pc:sldMk cId="2538930406" sldId="336"/>
            <ac:grpSpMk id="9" creationId="{40F9F409-E8EE-7814-72AC-5683E9AB52CE}"/>
          </ac:grpSpMkLst>
        </pc:grpChg>
        <pc:grpChg chg="del">
          <ac:chgData name="Luiz Alberto Ferreira Gomes" userId="bc531018-f902-4d26-b3af-7ca03fb059d6" providerId="ADAL" clId="{9FA256FF-A320-4147-B37B-FD44B12C5BD7}" dt="2024-02-16T05:36:12.239" v="1894" actId="478"/>
          <ac:grpSpMkLst>
            <pc:docMk/>
            <pc:sldMk cId="2538930406" sldId="336"/>
            <ac:grpSpMk id="10" creationId="{396FC341-DC15-CC64-D8FC-A19B76E57CDF}"/>
          </ac:grpSpMkLst>
        </pc:grpChg>
        <pc:grpChg chg="add mod">
          <ac:chgData name="Luiz Alberto Ferreira Gomes" userId="bc531018-f902-4d26-b3af-7ca03fb059d6" providerId="ADAL" clId="{9FA256FF-A320-4147-B37B-FD44B12C5BD7}" dt="2024-02-16T05:36:14.771" v="1895"/>
          <ac:grpSpMkLst>
            <pc:docMk/>
            <pc:sldMk cId="2538930406" sldId="336"/>
            <ac:grpSpMk id="19" creationId="{E11EDD07-68B4-F602-CA86-E4B39935B05A}"/>
          </ac:grpSpMkLst>
        </pc:grpChg>
        <pc:grpChg chg="add mod">
          <ac:chgData name="Luiz Alberto Ferreira Gomes" userId="bc531018-f902-4d26-b3af-7ca03fb059d6" providerId="ADAL" clId="{9FA256FF-A320-4147-B37B-FD44B12C5BD7}" dt="2024-02-16T05:36:14.771" v="1895"/>
          <ac:grpSpMkLst>
            <pc:docMk/>
            <pc:sldMk cId="2538930406" sldId="336"/>
            <ac:grpSpMk id="26" creationId="{BB646429-B688-249D-ED35-1120B97D1935}"/>
          </ac:grpSpMkLst>
        </pc:grpChg>
        <pc:grpChg chg="add mod">
          <ac:chgData name="Luiz Alberto Ferreira Gomes" userId="bc531018-f902-4d26-b3af-7ca03fb059d6" providerId="ADAL" clId="{9FA256FF-A320-4147-B37B-FD44B12C5BD7}" dt="2024-02-16T05:36:14.771" v="1895"/>
          <ac:grpSpMkLst>
            <pc:docMk/>
            <pc:sldMk cId="2538930406" sldId="336"/>
            <ac:grpSpMk id="32" creationId="{F8C7557C-7B49-4259-B847-0255EC782FDD}"/>
          </ac:grpSpMkLst>
        </pc:grpChg>
        <pc:grpChg chg="del">
          <ac:chgData name="Luiz Alberto Ferreira Gomes" userId="bc531018-f902-4d26-b3af-7ca03fb059d6" providerId="ADAL" clId="{9FA256FF-A320-4147-B37B-FD44B12C5BD7}" dt="2024-02-16T05:36:12.239" v="1894" actId="478"/>
          <ac:grpSpMkLst>
            <pc:docMk/>
            <pc:sldMk cId="2538930406" sldId="336"/>
            <ac:grpSpMk id="35" creationId="{BE29E1D2-FF4F-53E4-363B-7A87A165CD80}"/>
          </ac:grpSpMkLst>
        </pc:grpChg>
        <pc:grpChg chg="del">
          <ac:chgData name="Luiz Alberto Ferreira Gomes" userId="bc531018-f902-4d26-b3af-7ca03fb059d6" providerId="ADAL" clId="{9FA256FF-A320-4147-B37B-FD44B12C5BD7}" dt="2024-02-16T05:36:12.239" v="1894" actId="478"/>
          <ac:grpSpMkLst>
            <pc:docMk/>
            <pc:sldMk cId="2538930406" sldId="336"/>
            <ac:grpSpMk id="36" creationId="{2206B72C-DF2D-F57A-CCC2-70831CB1BC63}"/>
          </ac:grpSpMkLst>
        </pc:grpChg>
        <pc:grpChg chg="del">
          <ac:chgData name="Luiz Alberto Ferreira Gomes" userId="bc531018-f902-4d26-b3af-7ca03fb059d6" providerId="ADAL" clId="{9FA256FF-A320-4147-B37B-FD44B12C5BD7}" dt="2024-02-16T05:36:12.239" v="1894" actId="478"/>
          <ac:grpSpMkLst>
            <pc:docMk/>
            <pc:sldMk cId="2538930406" sldId="336"/>
            <ac:grpSpMk id="37" creationId="{3B2A3EA0-49D4-CB1E-5EA5-B29DC01FD787}"/>
          </ac:grpSpMkLst>
        </pc:grpChg>
        <pc:grpChg chg="del">
          <ac:chgData name="Luiz Alberto Ferreira Gomes" userId="bc531018-f902-4d26-b3af-7ca03fb059d6" providerId="ADAL" clId="{9FA256FF-A320-4147-B37B-FD44B12C5BD7}" dt="2024-02-16T05:36:12.239" v="1894" actId="478"/>
          <ac:grpSpMkLst>
            <pc:docMk/>
            <pc:sldMk cId="2538930406" sldId="336"/>
            <ac:grpSpMk id="38" creationId="{842A35B8-0110-31F9-91AC-62656BD535DD}"/>
          </ac:grpSpMkLst>
        </pc:grpChg>
        <pc:grpChg chg="del">
          <ac:chgData name="Luiz Alberto Ferreira Gomes" userId="bc531018-f902-4d26-b3af-7ca03fb059d6" providerId="ADAL" clId="{9FA256FF-A320-4147-B37B-FD44B12C5BD7}" dt="2024-02-16T05:36:12.239" v="1894" actId="478"/>
          <ac:grpSpMkLst>
            <pc:docMk/>
            <pc:sldMk cId="2538930406" sldId="336"/>
            <ac:grpSpMk id="40" creationId="{CA090E4A-202A-810A-BF0E-7A5D75A9F9F3}"/>
          </ac:grpSpMkLst>
        </pc:grpChg>
        <pc:picChg chg="mod">
          <ac:chgData name="Luiz Alberto Ferreira Gomes" userId="bc531018-f902-4d26-b3af-7ca03fb059d6" providerId="ADAL" clId="{9FA256FF-A320-4147-B37B-FD44B12C5BD7}" dt="2024-02-16T05:36:14.771" v="1895"/>
          <ac:picMkLst>
            <pc:docMk/>
            <pc:sldMk cId="2538930406" sldId="336"/>
            <ac:picMk id="7" creationId="{2BC7505B-D502-4707-A0B3-31E9D4942A95}"/>
          </ac:picMkLst>
        </pc:picChg>
        <pc:picChg chg="del mod">
          <ac:chgData name="Luiz Alberto Ferreira Gomes" userId="bc531018-f902-4d26-b3af-7ca03fb059d6" providerId="ADAL" clId="{9FA256FF-A320-4147-B37B-FD44B12C5BD7}" dt="2024-02-16T05:36:12.239" v="1894" actId="478"/>
          <ac:picMkLst>
            <pc:docMk/>
            <pc:sldMk cId="2538930406" sldId="336"/>
            <ac:picMk id="8" creationId="{5AF54B1A-3E31-9F1F-0EAA-B68BF8889150}"/>
          </ac:picMkLst>
        </pc:picChg>
        <pc:picChg chg="mod">
          <ac:chgData name="Luiz Alberto Ferreira Gomes" userId="bc531018-f902-4d26-b3af-7ca03fb059d6" providerId="ADAL" clId="{9FA256FF-A320-4147-B37B-FD44B12C5BD7}" dt="2024-02-16T05:36:14.771" v="1895"/>
          <ac:picMkLst>
            <pc:docMk/>
            <pc:sldMk cId="2538930406" sldId="336"/>
            <ac:picMk id="17" creationId="{59F7ACA8-A7E6-61FE-EDBD-A7987E74DE7D}"/>
          </ac:picMkLst>
        </pc:picChg>
        <pc:picChg chg="mod">
          <ac:chgData name="Luiz Alberto Ferreira Gomes" userId="bc531018-f902-4d26-b3af-7ca03fb059d6" providerId="ADAL" clId="{9FA256FF-A320-4147-B37B-FD44B12C5BD7}" dt="2024-02-16T05:36:14.771" v="1895"/>
          <ac:picMkLst>
            <pc:docMk/>
            <pc:sldMk cId="2538930406" sldId="336"/>
            <ac:picMk id="21" creationId="{626C1ACB-D2CF-D299-ABC4-2CF46CDE888A}"/>
          </ac:picMkLst>
        </pc:picChg>
        <pc:picChg chg="mod">
          <ac:chgData name="Luiz Alberto Ferreira Gomes" userId="bc531018-f902-4d26-b3af-7ca03fb059d6" providerId="ADAL" clId="{9FA256FF-A320-4147-B37B-FD44B12C5BD7}" dt="2024-02-16T05:36:14.771" v="1895"/>
          <ac:picMkLst>
            <pc:docMk/>
            <pc:sldMk cId="2538930406" sldId="336"/>
            <ac:picMk id="31" creationId="{1B53032C-AECA-7435-5EC2-73E97E077881}"/>
          </ac:picMkLst>
        </pc:picChg>
        <pc:picChg chg="mod">
          <ac:chgData name="Luiz Alberto Ferreira Gomes" userId="bc531018-f902-4d26-b3af-7ca03fb059d6" providerId="ADAL" clId="{9FA256FF-A320-4147-B37B-FD44B12C5BD7}" dt="2024-02-16T05:36:14.771" v="1895"/>
          <ac:picMkLst>
            <pc:docMk/>
            <pc:sldMk cId="2538930406" sldId="336"/>
            <ac:picMk id="34" creationId="{CE42DC8D-5660-EE8D-9DD8-BE3B5DD98F9A}"/>
          </ac:picMkLst>
        </pc:picChg>
        <pc:cxnChg chg="del mod">
          <ac:chgData name="Luiz Alberto Ferreira Gomes" userId="bc531018-f902-4d26-b3af-7ca03fb059d6" providerId="ADAL" clId="{9FA256FF-A320-4147-B37B-FD44B12C5BD7}" dt="2024-02-16T05:36:12.239" v="1894" actId="478"/>
          <ac:cxnSpMkLst>
            <pc:docMk/>
            <pc:sldMk cId="2538930406" sldId="336"/>
            <ac:cxnSpMk id="39" creationId="{5F70CE69-C1C3-8ACA-0256-3CA0B605A1A9}"/>
          </ac:cxnSpMkLst>
        </pc:cxnChg>
        <pc:cxnChg chg="add mod">
          <ac:chgData name="Luiz Alberto Ferreira Gomes" userId="bc531018-f902-4d26-b3af-7ca03fb059d6" providerId="ADAL" clId="{9FA256FF-A320-4147-B37B-FD44B12C5BD7}" dt="2024-02-16T05:36:14.771" v="1895"/>
          <ac:cxnSpMkLst>
            <pc:docMk/>
            <pc:sldMk cId="2538930406" sldId="336"/>
            <ac:cxnSpMk id="42" creationId="{11A7C757-0D61-DB70-B90C-A75C99028C7D}"/>
          </ac:cxnSpMkLst>
        </pc:cxnChg>
        <pc:cxnChg chg="add del mod">
          <ac:chgData name="Luiz Alberto Ferreira Gomes" userId="bc531018-f902-4d26-b3af-7ca03fb059d6" providerId="ADAL" clId="{9FA256FF-A320-4147-B37B-FD44B12C5BD7}" dt="2024-02-16T05:37:28.193" v="1916" actId="478"/>
          <ac:cxnSpMkLst>
            <pc:docMk/>
            <pc:sldMk cId="2538930406" sldId="336"/>
            <ac:cxnSpMk id="44" creationId="{10A0EC9B-69B8-ED9E-AAE8-D371FEB24618}"/>
          </ac:cxnSpMkLst>
        </pc:cxnChg>
        <pc:cxnChg chg="add mod">
          <ac:chgData name="Luiz Alberto Ferreira Gomes" userId="bc531018-f902-4d26-b3af-7ca03fb059d6" providerId="ADAL" clId="{9FA256FF-A320-4147-B37B-FD44B12C5BD7}" dt="2024-02-16T05:37:45.179" v="1956" actId="1036"/>
          <ac:cxnSpMkLst>
            <pc:docMk/>
            <pc:sldMk cId="2538930406" sldId="336"/>
            <ac:cxnSpMk id="45" creationId="{6F50FDFF-3A85-FCCA-A533-A3845B7CA9E7}"/>
          </ac:cxnSpMkLst>
        </pc:cxnChg>
      </pc:sldChg>
      <pc:sldChg chg="addSp delSp modSp add mod modNotesTx">
        <pc:chgData name="Luiz Alberto Ferreira Gomes" userId="bc531018-f902-4d26-b3af-7ca03fb059d6" providerId="ADAL" clId="{9FA256FF-A320-4147-B37B-FD44B12C5BD7}" dt="2024-02-16T06:16:49.757" v="2558" actId="108"/>
        <pc:sldMkLst>
          <pc:docMk/>
          <pc:sldMk cId="114059201" sldId="337"/>
        </pc:sldMkLst>
        <pc:spChg chg="del">
          <ac:chgData name="Luiz Alberto Ferreira Gomes" userId="bc531018-f902-4d26-b3af-7ca03fb059d6" providerId="ADAL" clId="{9FA256FF-A320-4147-B37B-FD44B12C5BD7}" dt="2024-02-16T05:36:44.874" v="1898" actId="478"/>
          <ac:spMkLst>
            <pc:docMk/>
            <pc:sldMk cId="114059201" sldId="337"/>
            <ac:spMk id="4" creationId="{711022DD-DC9A-63CE-ACEA-424907B151D2}"/>
          </ac:spMkLst>
        </pc:spChg>
        <pc:spChg chg="mod">
          <ac:chgData name="Luiz Alberto Ferreira Gomes" userId="bc531018-f902-4d26-b3af-7ca03fb059d6" providerId="ADAL" clId="{9FA256FF-A320-4147-B37B-FD44B12C5BD7}" dt="2024-02-16T05:36:55.064" v="1899"/>
          <ac:spMkLst>
            <pc:docMk/>
            <pc:sldMk cId="114059201" sldId="337"/>
            <ac:spMk id="6" creationId="{14B780DF-64EA-820A-6BB3-99813D1DE0AF}"/>
          </ac:spMkLst>
        </pc:spChg>
        <pc:spChg chg="mod">
          <ac:chgData name="Luiz Alberto Ferreira Gomes" userId="bc531018-f902-4d26-b3af-7ca03fb059d6" providerId="ADAL" clId="{9FA256FF-A320-4147-B37B-FD44B12C5BD7}" dt="2024-02-16T05:36:55.064" v="1899"/>
          <ac:spMkLst>
            <pc:docMk/>
            <pc:sldMk cId="114059201" sldId="337"/>
            <ac:spMk id="15" creationId="{B47E223B-557D-E5E5-0229-555F8A60037F}"/>
          </ac:spMkLst>
        </pc:spChg>
        <pc:spChg chg="mod">
          <ac:chgData name="Luiz Alberto Ferreira Gomes" userId="bc531018-f902-4d26-b3af-7ca03fb059d6" providerId="ADAL" clId="{9FA256FF-A320-4147-B37B-FD44B12C5BD7}" dt="2024-02-16T05:36:55.064" v="1899"/>
          <ac:spMkLst>
            <pc:docMk/>
            <pc:sldMk cId="114059201" sldId="337"/>
            <ac:spMk id="20" creationId="{FBE90EFB-2E50-41CB-7D74-98D13E4FE612}"/>
          </ac:spMkLst>
        </pc:spChg>
        <pc:spChg chg="mod">
          <ac:chgData name="Luiz Alberto Ferreira Gomes" userId="bc531018-f902-4d26-b3af-7ca03fb059d6" providerId="ADAL" clId="{9FA256FF-A320-4147-B37B-FD44B12C5BD7}" dt="2024-02-16T05:36:55.064" v="1899"/>
          <ac:spMkLst>
            <pc:docMk/>
            <pc:sldMk cId="114059201" sldId="337"/>
            <ac:spMk id="30" creationId="{AFB5F0A4-754F-D861-7AF2-5B9D4DE05ACA}"/>
          </ac:spMkLst>
        </pc:spChg>
        <pc:spChg chg="mod">
          <ac:chgData name="Luiz Alberto Ferreira Gomes" userId="bc531018-f902-4d26-b3af-7ca03fb059d6" providerId="ADAL" clId="{9FA256FF-A320-4147-B37B-FD44B12C5BD7}" dt="2024-02-16T05:36:55.064" v="1899"/>
          <ac:spMkLst>
            <pc:docMk/>
            <pc:sldMk cId="114059201" sldId="337"/>
            <ac:spMk id="33" creationId="{DC153891-2572-F25A-FF17-D926D96CF35C}"/>
          </ac:spMkLst>
        </pc:spChg>
        <pc:spChg chg="add mod">
          <ac:chgData name="Luiz Alberto Ferreira Gomes" userId="bc531018-f902-4d26-b3af-7ca03fb059d6" providerId="ADAL" clId="{9FA256FF-A320-4147-B37B-FD44B12C5BD7}" dt="2024-02-16T05:39:57.825" v="2078" actId="207"/>
          <ac:spMkLst>
            <pc:docMk/>
            <pc:sldMk cId="114059201" sldId="337"/>
            <ac:spMk id="41" creationId="{81CE451B-FAE6-840A-2B1F-E2AD1D4B798F}"/>
          </ac:spMkLst>
        </pc:spChg>
        <pc:spChg chg="add mod">
          <ac:chgData name="Luiz Alberto Ferreira Gomes" userId="bc531018-f902-4d26-b3af-7ca03fb059d6" providerId="ADAL" clId="{9FA256FF-A320-4147-B37B-FD44B12C5BD7}" dt="2024-02-16T05:40:01.278" v="2079" actId="207"/>
          <ac:spMkLst>
            <pc:docMk/>
            <pc:sldMk cId="114059201" sldId="337"/>
            <ac:spMk id="43" creationId="{63A3DA5A-540E-AB77-E279-3D88760CAC94}"/>
          </ac:spMkLst>
        </pc:spChg>
        <pc:grpChg chg="add mod">
          <ac:chgData name="Luiz Alberto Ferreira Gomes" userId="bc531018-f902-4d26-b3af-7ca03fb059d6" providerId="ADAL" clId="{9FA256FF-A320-4147-B37B-FD44B12C5BD7}" dt="2024-02-16T05:36:55.064" v="1899"/>
          <ac:grpSpMkLst>
            <pc:docMk/>
            <pc:sldMk cId="114059201" sldId="337"/>
            <ac:grpSpMk id="2" creationId="{1DB46925-5B88-C39F-7884-6C599023514C}"/>
          </ac:grpSpMkLst>
        </pc:grpChg>
        <pc:grpChg chg="add mod">
          <ac:chgData name="Luiz Alberto Ferreira Gomes" userId="bc531018-f902-4d26-b3af-7ca03fb059d6" providerId="ADAL" clId="{9FA256FF-A320-4147-B37B-FD44B12C5BD7}" dt="2024-02-16T05:36:55.064" v="1899"/>
          <ac:grpSpMkLst>
            <pc:docMk/>
            <pc:sldMk cId="114059201" sldId="337"/>
            <ac:grpSpMk id="9" creationId="{2BADF4B7-B3CF-02AD-1D70-A2A9EC335781}"/>
          </ac:grpSpMkLst>
        </pc:grpChg>
        <pc:grpChg chg="del">
          <ac:chgData name="Luiz Alberto Ferreira Gomes" userId="bc531018-f902-4d26-b3af-7ca03fb059d6" providerId="ADAL" clId="{9FA256FF-A320-4147-B37B-FD44B12C5BD7}" dt="2024-02-16T05:36:44.874" v="1898" actId="478"/>
          <ac:grpSpMkLst>
            <pc:docMk/>
            <pc:sldMk cId="114059201" sldId="337"/>
            <ac:grpSpMk id="10" creationId="{AB370048-93CF-1866-1CAB-E0A73CFD29E9}"/>
          </ac:grpSpMkLst>
        </pc:grpChg>
        <pc:grpChg chg="add mod">
          <ac:chgData name="Luiz Alberto Ferreira Gomes" userId="bc531018-f902-4d26-b3af-7ca03fb059d6" providerId="ADAL" clId="{9FA256FF-A320-4147-B37B-FD44B12C5BD7}" dt="2024-02-16T05:36:55.064" v="1899"/>
          <ac:grpSpMkLst>
            <pc:docMk/>
            <pc:sldMk cId="114059201" sldId="337"/>
            <ac:grpSpMk id="19" creationId="{B5C0FF2F-D227-2295-D018-2512F6F32F95}"/>
          </ac:grpSpMkLst>
        </pc:grpChg>
        <pc:grpChg chg="add mod">
          <ac:chgData name="Luiz Alberto Ferreira Gomes" userId="bc531018-f902-4d26-b3af-7ca03fb059d6" providerId="ADAL" clId="{9FA256FF-A320-4147-B37B-FD44B12C5BD7}" dt="2024-02-16T05:36:55.064" v="1899"/>
          <ac:grpSpMkLst>
            <pc:docMk/>
            <pc:sldMk cId="114059201" sldId="337"/>
            <ac:grpSpMk id="26" creationId="{36343D91-623C-7467-A992-6F50863882CE}"/>
          </ac:grpSpMkLst>
        </pc:grpChg>
        <pc:grpChg chg="add mod">
          <ac:chgData name="Luiz Alberto Ferreira Gomes" userId="bc531018-f902-4d26-b3af-7ca03fb059d6" providerId="ADAL" clId="{9FA256FF-A320-4147-B37B-FD44B12C5BD7}" dt="2024-02-16T05:36:55.064" v="1899"/>
          <ac:grpSpMkLst>
            <pc:docMk/>
            <pc:sldMk cId="114059201" sldId="337"/>
            <ac:grpSpMk id="32" creationId="{B37B15E5-C34E-BF8D-E865-38FE50F3F816}"/>
          </ac:grpSpMkLst>
        </pc:grpChg>
        <pc:grpChg chg="del">
          <ac:chgData name="Luiz Alberto Ferreira Gomes" userId="bc531018-f902-4d26-b3af-7ca03fb059d6" providerId="ADAL" clId="{9FA256FF-A320-4147-B37B-FD44B12C5BD7}" dt="2024-02-16T05:36:44.874" v="1898" actId="478"/>
          <ac:grpSpMkLst>
            <pc:docMk/>
            <pc:sldMk cId="114059201" sldId="337"/>
            <ac:grpSpMk id="35" creationId="{75D3DD63-7191-8D37-F385-51892C14E3DB}"/>
          </ac:grpSpMkLst>
        </pc:grpChg>
        <pc:grpChg chg="del">
          <ac:chgData name="Luiz Alberto Ferreira Gomes" userId="bc531018-f902-4d26-b3af-7ca03fb059d6" providerId="ADAL" clId="{9FA256FF-A320-4147-B37B-FD44B12C5BD7}" dt="2024-02-16T05:36:44.874" v="1898" actId="478"/>
          <ac:grpSpMkLst>
            <pc:docMk/>
            <pc:sldMk cId="114059201" sldId="337"/>
            <ac:grpSpMk id="36" creationId="{F8FE54FB-2F60-7996-98C9-A4308E1741EA}"/>
          </ac:grpSpMkLst>
        </pc:grpChg>
        <pc:grpChg chg="del">
          <ac:chgData name="Luiz Alberto Ferreira Gomes" userId="bc531018-f902-4d26-b3af-7ca03fb059d6" providerId="ADAL" clId="{9FA256FF-A320-4147-B37B-FD44B12C5BD7}" dt="2024-02-16T05:36:44.874" v="1898" actId="478"/>
          <ac:grpSpMkLst>
            <pc:docMk/>
            <pc:sldMk cId="114059201" sldId="337"/>
            <ac:grpSpMk id="37" creationId="{DBCCF788-14ED-78AF-1690-BAC006BBFBB3}"/>
          </ac:grpSpMkLst>
        </pc:grpChg>
        <pc:grpChg chg="del">
          <ac:chgData name="Luiz Alberto Ferreira Gomes" userId="bc531018-f902-4d26-b3af-7ca03fb059d6" providerId="ADAL" clId="{9FA256FF-A320-4147-B37B-FD44B12C5BD7}" dt="2024-02-16T05:36:44.874" v="1898" actId="478"/>
          <ac:grpSpMkLst>
            <pc:docMk/>
            <pc:sldMk cId="114059201" sldId="337"/>
            <ac:grpSpMk id="38" creationId="{91400A0F-3695-CFE7-9E40-A5F6AD27617B}"/>
          </ac:grpSpMkLst>
        </pc:grpChg>
        <pc:grpChg chg="del">
          <ac:chgData name="Luiz Alberto Ferreira Gomes" userId="bc531018-f902-4d26-b3af-7ca03fb059d6" providerId="ADAL" clId="{9FA256FF-A320-4147-B37B-FD44B12C5BD7}" dt="2024-02-16T05:36:44.874" v="1898" actId="478"/>
          <ac:grpSpMkLst>
            <pc:docMk/>
            <pc:sldMk cId="114059201" sldId="337"/>
            <ac:grpSpMk id="40" creationId="{C309B8C5-93F9-60DE-6FB8-22070AF10AA5}"/>
          </ac:grpSpMkLst>
        </pc:grpChg>
        <pc:picChg chg="mod">
          <ac:chgData name="Luiz Alberto Ferreira Gomes" userId="bc531018-f902-4d26-b3af-7ca03fb059d6" providerId="ADAL" clId="{9FA256FF-A320-4147-B37B-FD44B12C5BD7}" dt="2024-02-16T05:36:55.064" v="1899"/>
          <ac:picMkLst>
            <pc:docMk/>
            <pc:sldMk cId="114059201" sldId="337"/>
            <ac:picMk id="7" creationId="{8E30E9FC-B62B-0BAC-EBCE-F94775457F66}"/>
          </ac:picMkLst>
        </pc:picChg>
        <pc:picChg chg="del mod">
          <ac:chgData name="Luiz Alberto Ferreira Gomes" userId="bc531018-f902-4d26-b3af-7ca03fb059d6" providerId="ADAL" clId="{9FA256FF-A320-4147-B37B-FD44B12C5BD7}" dt="2024-02-16T05:36:44.874" v="1898" actId="478"/>
          <ac:picMkLst>
            <pc:docMk/>
            <pc:sldMk cId="114059201" sldId="337"/>
            <ac:picMk id="8" creationId="{EDC9E040-B82E-2577-0740-9BE320337EB0}"/>
          </ac:picMkLst>
        </pc:picChg>
        <pc:picChg chg="mod">
          <ac:chgData name="Luiz Alberto Ferreira Gomes" userId="bc531018-f902-4d26-b3af-7ca03fb059d6" providerId="ADAL" clId="{9FA256FF-A320-4147-B37B-FD44B12C5BD7}" dt="2024-02-16T05:36:55.064" v="1899"/>
          <ac:picMkLst>
            <pc:docMk/>
            <pc:sldMk cId="114059201" sldId="337"/>
            <ac:picMk id="17" creationId="{78689B29-C785-D29D-9E36-7CB83766E2BC}"/>
          </ac:picMkLst>
        </pc:picChg>
        <pc:picChg chg="mod">
          <ac:chgData name="Luiz Alberto Ferreira Gomes" userId="bc531018-f902-4d26-b3af-7ca03fb059d6" providerId="ADAL" clId="{9FA256FF-A320-4147-B37B-FD44B12C5BD7}" dt="2024-02-16T05:36:55.064" v="1899"/>
          <ac:picMkLst>
            <pc:docMk/>
            <pc:sldMk cId="114059201" sldId="337"/>
            <ac:picMk id="21" creationId="{F3E38D92-5DF9-C644-3C82-D091E9A057A4}"/>
          </ac:picMkLst>
        </pc:picChg>
        <pc:picChg chg="mod">
          <ac:chgData name="Luiz Alberto Ferreira Gomes" userId="bc531018-f902-4d26-b3af-7ca03fb059d6" providerId="ADAL" clId="{9FA256FF-A320-4147-B37B-FD44B12C5BD7}" dt="2024-02-16T05:36:55.064" v="1899"/>
          <ac:picMkLst>
            <pc:docMk/>
            <pc:sldMk cId="114059201" sldId="337"/>
            <ac:picMk id="31" creationId="{D28920D9-CBCF-C109-E5C8-641C70B92D33}"/>
          </ac:picMkLst>
        </pc:picChg>
        <pc:picChg chg="mod">
          <ac:chgData name="Luiz Alberto Ferreira Gomes" userId="bc531018-f902-4d26-b3af-7ca03fb059d6" providerId="ADAL" clId="{9FA256FF-A320-4147-B37B-FD44B12C5BD7}" dt="2024-02-16T05:36:55.064" v="1899"/>
          <ac:picMkLst>
            <pc:docMk/>
            <pc:sldMk cId="114059201" sldId="337"/>
            <ac:picMk id="34" creationId="{E2F9B236-3A8E-7E9D-E992-090219149FD0}"/>
          </ac:picMkLst>
        </pc:picChg>
        <pc:cxnChg chg="del mod">
          <ac:chgData name="Luiz Alberto Ferreira Gomes" userId="bc531018-f902-4d26-b3af-7ca03fb059d6" providerId="ADAL" clId="{9FA256FF-A320-4147-B37B-FD44B12C5BD7}" dt="2024-02-16T05:36:44.874" v="1898" actId="478"/>
          <ac:cxnSpMkLst>
            <pc:docMk/>
            <pc:sldMk cId="114059201" sldId="337"/>
            <ac:cxnSpMk id="39" creationId="{4A582CA8-782C-D2AB-164B-64F44F938E5B}"/>
          </ac:cxnSpMkLst>
        </pc:cxnChg>
        <pc:cxnChg chg="add mod">
          <ac:chgData name="Luiz Alberto Ferreira Gomes" userId="bc531018-f902-4d26-b3af-7ca03fb059d6" providerId="ADAL" clId="{9FA256FF-A320-4147-B37B-FD44B12C5BD7}" dt="2024-02-16T05:36:55.064" v="1899"/>
          <ac:cxnSpMkLst>
            <pc:docMk/>
            <pc:sldMk cId="114059201" sldId="337"/>
            <ac:cxnSpMk id="42" creationId="{D6506C1D-01C3-0942-49C5-1BAAEFF89F92}"/>
          </ac:cxnSpMkLst>
        </pc:cxnChg>
        <pc:cxnChg chg="add mod">
          <ac:chgData name="Luiz Alberto Ferreira Gomes" userId="bc531018-f902-4d26-b3af-7ca03fb059d6" providerId="ADAL" clId="{9FA256FF-A320-4147-B37B-FD44B12C5BD7}" dt="2024-02-16T05:37:19.413" v="1915" actId="1582"/>
          <ac:cxnSpMkLst>
            <pc:docMk/>
            <pc:sldMk cId="114059201" sldId="337"/>
            <ac:cxnSpMk id="44" creationId="{C3168B55-0E8B-E610-E710-660A36DADB8B}"/>
          </ac:cxnSpMkLst>
        </pc:cxnChg>
      </pc:sldChg>
      <pc:sldChg chg="addSp delSp modSp add mod modNotesTx">
        <pc:chgData name="Luiz Alberto Ferreira Gomes" userId="bc531018-f902-4d26-b3af-7ca03fb059d6" providerId="ADAL" clId="{9FA256FF-A320-4147-B37B-FD44B12C5BD7}" dt="2024-02-16T06:16:55.003" v="2559" actId="108"/>
        <pc:sldMkLst>
          <pc:docMk/>
          <pc:sldMk cId="1700764663" sldId="338"/>
        </pc:sldMkLst>
        <pc:spChg chg="del mod">
          <ac:chgData name="Luiz Alberto Ferreira Gomes" userId="bc531018-f902-4d26-b3af-7ca03fb059d6" providerId="ADAL" clId="{9FA256FF-A320-4147-B37B-FD44B12C5BD7}" dt="2024-02-16T05:40:36.176" v="2083" actId="478"/>
          <ac:spMkLst>
            <pc:docMk/>
            <pc:sldMk cId="1700764663" sldId="338"/>
            <ac:spMk id="2" creationId="{D086B5D2-FB45-25D4-F321-54FF00794DEF}"/>
          </ac:spMkLst>
        </pc:spChg>
        <pc:spChg chg="mod">
          <ac:chgData name="Luiz Alberto Ferreira Gomes" userId="bc531018-f902-4d26-b3af-7ca03fb059d6" providerId="ADAL" clId="{9FA256FF-A320-4147-B37B-FD44B12C5BD7}" dt="2024-02-16T05:14:52.560" v="1679" actId="1076"/>
          <ac:spMkLst>
            <pc:docMk/>
            <pc:sldMk cId="1700764663" sldId="338"/>
            <ac:spMk id="3" creationId="{6A8F342A-72E4-1982-924C-4816672D8FCB}"/>
          </ac:spMkLst>
        </pc:spChg>
        <pc:spChg chg="add mod">
          <ac:chgData name="Luiz Alberto Ferreira Gomes" userId="bc531018-f902-4d26-b3af-7ca03fb059d6" providerId="ADAL" clId="{9FA256FF-A320-4147-B37B-FD44B12C5BD7}" dt="2024-02-16T05:45:27.884" v="2196" actId="20577"/>
          <ac:spMkLst>
            <pc:docMk/>
            <pc:sldMk cId="1700764663" sldId="338"/>
            <ac:spMk id="4" creationId="{CFCEE3DC-4F2A-F9AF-1E06-00D44887487E}"/>
          </ac:spMkLst>
        </pc:spChg>
        <pc:spChg chg="mod">
          <ac:chgData name="Luiz Alberto Ferreira Gomes" userId="bc531018-f902-4d26-b3af-7ca03fb059d6" providerId="ADAL" clId="{9FA256FF-A320-4147-B37B-FD44B12C5BD7}" dt="2024-02-16T05:45:56.486" v="2199" actId="207"/>
          <ac:spMkLst>
            <pc:docMk/>
            <pc:sldMk cId="1700764663" sldId="338"/>
            <ac:spMk id="5" creationId="{22FE315D-1520-25E4-50F6-9A138BB84B8E}"/>
          </ac:spMkLst>
        </pc:spChg>
        <pc:spChg chg="add mod ord">
          <ac:chgData name="Luiz Alberto Ferreira Gomes" userId="bc531018-f902-4d26-b3af-7ca03fb059d6" providerId="ADAL" clId="{9FA256FF-A320-4147-B37B-FD44B12C5BD7}" dt="2024-02-16T05:43:39.507" v="2191" actId="3064"/>
          <ac:spMkLst>
            <pc:docMk/>
            <pc:sldMk cId="1700764663" sldId="338"/>
            <ac:spMk id="8" creationId="{C05C61CA-1C59-D932-B929-BBB42C05C34C}"/>
          </ac:spMkLst>
        </pc:spChg>
        <pc:spChg chg="add del">
          <ac:chgData name="Luiz Alberto Ferreira Gomes" userId="bc531018-f902-4d26-b3af-7ca03fb059d6" providerId="ADAL" clId="{9FA256FF-A320-4147-B37B-FD44B12C5BD7}" dt="2024-02-16T05:40:58.718" v="2086" actId="22"/>
          <ac:spMkLst>
            <pc:docMk/>
            <pc:sldMk cId="1700764663" sldId="338"/>
            <ac:spMk id="11" creationId="{5CC82067-3750-FAF1-25E6-41493A1FBB4D}"/>
          </ac:spMkLst>
        </pc:spChg>
        <pc:spChg chg="add mod">
          <ac:chgData name="Luiz Alberto Ferreira Gomes" userId="bc531018-f902-4d26-b3af-7ca03fb059d6" providerId="ADAL" clId="{9FA256FF-A320-4147-B37B-FD44B12C5BD7}" dt="2024-02-16T05:41:12.447" v="2087"/>
          <ac:spMkLst>
            <pc:docMk/>
            <pc:sldMk cId="1700764663" sldId="338"/>
            <ac:spMk id="12" creationId="{B05D987C-93E4-CB0C-F0C9-0323E38EFFF1}"/>
          </ac:spMkLst>
        </pc:spChg>
        <pc:grpChg chg="del mod">
          <ac:chgData name="Luiz Alberto Ferreira Gomes" userId="bc531018-f902-4d26-b3af-7ca03fb059d6" providerId="ADAL" clId="{9FA256FF-A320-4147-B37B-FD44B12C5BD7}" dt="2024-02-16T05:40:55.612" v="2084" actId="478"/>
          <ac:grpSpMkLst>
            <pc:docMk/>
            <pc:sldMk cId="1700764663" sldId="338"/>
            <ac:grpSpMk id="6" creationId="{B5BA7D4F-092B-03A3-38FE-5712E87EE377}"/>
          </ac:grpSpMkLst>
        </pc:grpChg>
        <pc:picChg chg="del">
          <ac:chgData name="Luiz Alberto Ferreira Gomes" userId="bc531018-f902-4d26-b3af-7ca03fb059d6" providerId="ADAL" clId="{9FA256FF-A320-4147-B37B-FD44B12C5BD7}" dt="2024-02-15T20:51:01.407" v="1532" actId="478"/>
          <ac:picMkLst>
            <pc:docMk/>
            <pc:sldMk cId="1700764663" sldId="338"/>
            <ac:picMk id="19" creationId="{67147E98-C2B2-2A3E-4C74-CAD9F770121C}"/>
          </ac:picMkLst>
        </pc:picChg>
        <pc:cxnChg chg="add mod">
          <ac:chgData name="Luiz Alberto Ferreira Gomes" userId="bc531018-f902-4d26-b3af-7ca03fb059d6" providerId="ADAL" clId="{9FA256FF-A320-4147-B37B-FD44B12C5BD7}" dt="2024-02-16T05:41:41.613" v="2095" actId="14100"/>
          <ac:cxnSpMkLst>
            <pc:docMk/>
            <pc:sldMk cId="1700764663" sldId="338"/>
            <ac:cxnSpMk id="13" creationId="{34E43289-2B71-B80C-F2D7-AB8C70514377}"/>
          </ac:cxnSpMkLst>
        </pc:cxnChg>
      </pc:sldChg>
      <pc:sldChg chg="add del">
        <pc:chgData name="Luiz Alberto Ferreira Gomes" userId="bc531018-f902-4d26-b3af-7ca03fb059d6" providerId="ADAL" clId="{9FA256FF-A320-4147-B37B-FD44B12C5BD7}" dt="2024-02-15T19:45:50.075" v="1323" actId="47"/>
        <pc:sldMkLst>
          <pc:docMk/>
          <pc:sldMk cId="3545370678" sldId="339"/>
        </pc:sldMkLst>
      </pc:sldChg>
      <pc:sldChg chg="addSp delSp modSp add mod modNotesTx">
        <pc:chgData name="Luiz Alberto Ferreira Gomes" userId="bc531018-f902-4d26-b3af-7ca03fb059d6" providerId="ADAL" clId="{9FA256FF-A320-4147-B37B-FD44B12C5BD7}" dt="2024-02-16T06:07:55.171" v="2376" actId="108"/>
        <pc:sldMkLst>
          <pc:docMk/>
          <pc:sldMk cId="1403238966" sldId="340"/>
        </pc:sldMkLst>
        <pc:spChg chg="del mod">
          <ac:chgData name="Luiz Alberto Ferreira Gomes" userId="bc531018-f902-4d26-b3af-7ca03fb059d6" providerId="ADAL" clId="{9FA256FF-A320-4147-B37B-FD44B12C5BD7}" dt="2024-02-16T05:20:23.929" v="1731" actId="478"/>
          <ac:spMkLst>
            <pc:docMk/>
            <pc:sldMk cId="1403238966" sldId="340"/>
            <ac:spMk id="3" creationId="{59CFEB2C-7A8F-7D9F-7EB8-E2138A8BBF38}"/>
          </ac:spMkLst>
        </pc:spChg>
        <pc:spChg chg="del">
          <ac:chgData name="Luiz Alberto Ferreira Gomes" userId="bc531018-f902-4d26-b3af-7ca03fb059d6" providerId="ADAL" clId="{9FA256FF-A320-4147-B37B-FD44B12C5BD7}" dt="2024-02-16T05:18:54.739" v="1709" actId="478"/>
          <ac:spMkLst>
            <pc:docMk/>
            <pc:sldMk cId="1403238966" sldId="340"/>
            <ac:spMk id="5" creationId="{FDF7EDA3-F448-3902-F083-6112AFA3D59F}"/>
          </ac:spMkLst>
        </pc:spChg>
        <pc:spChg chg="add mod">
          <ac:chgData name="Luiz Alberto Ferreira Gomes" userId="bc531018-f902-4d26-b3af-7ca03fb059d6" providerId="ADAL" clId="{9FA256FF-A320-4147-B37B-FD44B12C5BD7}" dt="2024-02-16T05:35:51.527" v="1891" actId="1076"/>
          <ac:spMkLst>
            <pc:docMk/>
            <pc:sldMk cId="1403238966" sldId="340"/>
            <ac:spMk id="8" creationId="{6BE08B75-6499-2CBB-D8A1-30CE070511DF}"/>
          </ac:spMkLst>
        </pc:spChg>
        <pc:spChg chg="mod topLvl">
          <ac:chgData name="Luiz Alberto Ferreira Gomes" userId="bc531018-f902-4d26-b3af-7ca03fb059d6" providerId="ADAL" clId="{9FA256FF-A320-4147-B37B-FD44B12C5BD7}" dt="2024-02-16T05:29:48.464" v="1840" actId="20577"/>
          <ac:spMkLst>
            <pc:docMk/>
            <pc:sldMk cId="1403238966" sldId="340"/>
            <ac:spMk id="9" creationId="{18CC5D91-0676-C9AE-FD4D-6CF1931E0C96}"/>
          </ac:spMkLst>
        </pc:spChg>
        <pc:spChg chg="mod topLvl">
          <ac:chgData name="Luiz Alberto Ferreira Gomes" userId="bc531018-f902-4d26-b3af-7ca03fb059d6" providerId="ADAL" clId="{9FA256FF-A320-4147-B37B-FD44B12C5BD7}" dt="2024-02-16T05:28:04.548" v="1824" actId="1076"/>
          <ac:spMkLst>
            <pc:docMk/>
            <pc:sldMk cId="1403238966" sldId="340"/>
            <ac:spMk id="11" creationId="{FE960F39-47AA-1557-B6A2-D7A3AC5DFB0B}"/>
          </ac:spMkLst>
        </pc:spChg>
        <pc:spChg chg="del mod">
          <ac:chgData name="Luiz Alberto Ferreira Gomes" userId="bc531018-f902-4d26-b3af-7ca03fb059d6" providerId="ADAL" clId="{9FA256FF-A320-4147-B37B-FD44B12C5BD7}" dt="2024-02-15T20:22:24.153" v="1354"/>
          <ac:spMkLst>
            <pc:docMk/>
            <pc:sldMk cId="1403238966" sldId="340"/>
            <ac:spMk id="13" creationId="{F323318D-F68E-C036-EE20-27A9BAAF15D9}"/>
          </ac:spMkLst>
        </pc:spChg>
        <pc:grpChg chg="add del mod">
          <ac:chgData name="Luiz Alberto Ferreira Gomes" userId="bc531018-f902-4d26-b3af-7ca03fb059d6" providerId="ADAL" clId="{9FA256FF-A320-4147-B37B-FD44B12C5BD7}" dt="2024-02-16T05:20:41.248" v="1740" actId="165"/>
          <ac:grpSpMkLst>
            <pc:docMk/>
            <pc:sldMk cId="1403238966" sldId="340"/>
            <ac:grpSpMk id="2" creationId="{9908E2C6-3D48-25FA-F97D-C29D6DECFACB}"/>
          </ac:grpSpMkLst>
        </pc:grpChg>
        <pc:grpChg chg="del mod">
          <ac:chgData name="Luiz Alberto Ferreira Gomes" userId="bc531018-f902-4d26-b3af-7ca03fb059d6" providerId="ADAL" clId="{9FA256FF-A320-4147-B37B-FD44B12C5BD7}" dt="2024-02-16T05:19:01.328" v="1711" actId="478"/>
          <ac:grpSpMkLst>
            <pc:docMk/>
            <pc:sldMk cId="1403238966" sldId="340"/>
            <ac:grpSpMk id="6" creationId="{3C1BD4C6-BE4E-3180-1DE3-56962A5EC851}"/>
          </ac:grpSpMkLst>
        </pc:grpChg>
        <pc:picChg chg="del">
          <ac:chgData name="Luiz Alberto Ferreira Gomes" userId="bc531018-f902-4d26-b3af-7ca03fb059d6" providerId="ADAL" clId="{9FA256FF-A320-4147-B37B-FD44B12C5BD7}" dt="2024-02-16T05:18:52.181" v="1708" actId="478"/>
          <ac:picMkLst>
            <pc:docMk/>
            <pc:sldMk cId="1403238966" sldId="340"/>
            <ac:picMk id="4" creationId="{DF446F32-A0F9-48A9-FD31-123B7BFE49E8}"/>
          </ac:picMkLst>
        </pc:picChg>
        <pc:picChg chg="add del mod">
          <ac:chgData name="Luiz Alberto Ferreira Gomes" userId="bc531018-f902-4d26-b3af-7ca03fb059d6" providerId="ADAL" clId="{9FA256FF-A320-4147-B37B-FD44B12C5BD7}" dt="2024-02-16T05:22:34.091" v="1752" actId="478"/>
          <ac:picMkLst>
            <pc:docMk/>
            <pc:sldMk cId="1403238966" sldId="340"/>
            <ac:picMk id="13" creationId="{FBAA3665-59C7-BE72-A81E-9D9BD6AF1C93}"/>
          </ac:picMkLst>
        </pc:picChg>
        <pc:picChg chg="add del mod modCrop">
          <ac:chgData name="Luiz Alberto Ferreira Gomes" userId="bc531018-f902-4d26-b3af-7ca03fb059d6" providerId="ADAL" clId="{9FA256FF-A320-4147-B37B-FD44B12C5BD7}" dt="2024-02-16T05:30:45.263" v="1844" actId="478"/>
          <ac:picMkLst>
            <pc:docMk/>
            <pc:sldMk cId="1403238966" sldId="340"/>
            <ac:picMk id="18" creationId="{7B6B3B2F-74F2-260F-6F45-94BA29353A1F}"/>
          </ac:picMkLst>
        </pc:picChg>
        <pc:picChg chg="add del mod">
          <ac:chgData name="Luiz Alberto Ferreira Gomes" userId="bc531018-f902-4d26-b3af-7ca03fb059d6" providerId="ADAL" clId="{9FA256FF-A320-4147-B37B-FD44B12C5BD7}" dt="2024-02-16T05:28:16.888" v="1826" actId="478"/>
          <ac:picMkLst>
            <pc:docMk/>
            <pc:sldMk cId="1403238966" sldId="340"/>
            <ac:picMk id="20" creationId="{5AF1E14F-3E30-258A-F7CD-F679F42F3C08}"/>
          </ac:picMkLst>
        </pc:picChg>
        <pc:cxnChg chg="mod topLvl">
          <ac:chgData name="Luiz Alberto Ferreira Gomes" userId="bc531018-f902-4d26-b3af-7ca03fb059d6" providerId="ADAL" clId="{9FA256FF-A320-4147-B37B-FD44B12C5BD7}" dt="2024-02-16T05:28:04.548" v="1824" actId="1076"/>
          <ac:cxnSpMkLst>
            <pc:docMk/>
            <pc:sldMk cId="1403238966" sldId="340"/>
            <ac:cxnSpMk id="10" creationId="{E55F94F2-A193-C8B4-E746-130E2E546A29}"/>
          </ac:cxnSpMkLst>
        </pc:cxnChg>
      </pc:sldChg>
      <pc:sldChg chg="del">
        <pc:chgData name="Luiz Alberto Ferreira Gomes" userId="bc531018-f902-4d26-b3af-7ca03fb059d6" providerId="ADAL" clId="{9FA256FF-A320-4147-B37B-FD44B12C5BD7}" dt="2024-02-12T03:38:14.926" v="22" actId="47"/>
        <pc:sldMkLst>
          <pc:docMk/>
          <pc:sldMk cId="2171084529" sldId="340"/>
        </pc:sldMkLst>
      </pc:sldChg>
      <pc:sldChg chg="new del">
        <pc:chgData name="Luiz Alberto Ferreira Gomes" userId="bc531018-f902-4d26-b3af-7ca03fb059d6" providerId="ADAL" clId="{9FA256FF-A320-4147-B37B-FD44B12C5BD7}" dt="2024-02-15T20:55:44.892" v="1635" actId="47"/>
        <pc:sldMkLst>
          <pc:docMk/>
          <pc:sldMk cId="486111265" sldId="341"/>
        </pc:sldMkLst>
      </pc:sldChg>
      <pc:sldChg chg="addSp delSp modSp add del mod modNotesTx">
        <pc:chgData name="Luiz Alberto Ferreira Gomes" userId="bc531018-f902-4d26-b3af-7ca03fb059d6" providerId="ADAL" clId="{9FA256FF-A320-4147-B37B-FD44B12C5BD7}" dt="2024-02-16T05:41:49.426" v="2096" actId="47"/>
        <pc:sldMkLst>
          <pc:docMk/>
          <pc:sldMk cId="1504296912" sldId="341"/>
        </pc:sldMkLst>
        <pc:spChg chg="del">
          <ac:chgData name="Luiz Alberto Ferreira Gomes" userId="bc531018-f902-4d26-b3af-7ca03fb059d6" providerId="ADAL" clId="{9FA256FF-A320-4147-B37B-FD44B12C5BD7}" dt="2024-02-16T05:18:11.647" v="1698" actId="478"/>
          <ac:spMkLst>
            <pc:docMk/>
            <pc:sldMk cId="1504296912" sldId="341"/>
            <ac:spMk id="2" creationId="{D086B5D2-FB45-25D4-F321-54FF00794DEF}"/>
          </ac:spMkLst>
        </pc:spChg>
        <pc:spChg chg="add mod">
          <ac:chgData name="Luiz Alberto Ferreira Gomes" userId="bc531018-f902-4d26-b3af-7ca03fb059d6" providerId="ADAL" clId="{9FA256FF-A320-4147-B37B-FD44B12C5BD7}" dt="2024-02-16T05:40:30.785" v="2082" actId="1038"/>
          <ac:spMkLst>
            <pc:docMk/>
            <pc:sldMk cId="1504296912" sldId="341"/>
            <ac:spMk id="4" creationId="{5D497D11-C2E3-3B76-44F7-FD3B21C217C2}"/>
          </ac:spMkLst>
        </pc:spChg>
        <pc:spChg chg="mod">
          <ac:chgData name="Luiz Alberto Ferreira Gomes" userId="bc531018-f902-4d26-b3af-7ca03fb059d6" providerId="ADAL" clId="{9FA256FF-A320-4147-B37B-FD44B12C5BD7}" dt="2024-02-16T05:18:00.352" v="1697" actId="20577"/>
          <ac:spMkLst>
            <pc:docMk/>
            <pc:sldMk cId="1504296912" sldId="341"/>
            <ac:spMk id="5" creationId="{22FE315D-1520-25E4-50F6-9A138BB84B8E}"/>
          </ac:spMkLst>
        </pc:spChg>
        <pc:grpChg chg="del">
          <ac:chgData name="Luiz Alberto Ferreira Gomes" userId="bc531018-f902-4d26-b3af-7ca03fb059d6" providerId="ADAL" clId="{9FA256FF-A320-4147-B37B-FD44B12C5BD7}" dt="2024-02-16T05:40:20.512" v="2081" actId="478"/>
          <ac:grpSpMkLst>
            <pc:docMk/>
            <pc:sldMk cId="1504296912" sldId="341"/>
            <ac:grpSpMk id="6" creationId="{B5BA7D4F-092B-03A3-38FE-5712E87EE377}"/>
          </ac:grpSpMkLst>
        </pc:grpChg>
      </pc:sldChg>
      <pc:sldChg chg="add del">
        <pc:chgData name="Luiz Alberto Ferreira Gomes" userId="bc531018-f902-4d26-b3af-7ca03fb059d6" providerId="ADAL" clId="{9FA256FF-A320-4147-B37B-FD44B12C5BD7}" dt="2024-02-16T05:17:07.754" v="1689" actId="47"/>
        <pc:sldMkLst>
          <pc:docMk/>
          <pc:sldMk cId="2761011202" sldId="341"/>
        </pc:sldMkLst>
      </pc:sldChg>
      <pc:sldChg chg="add del ord">
        <pc:chgData name="Luiz Alberto Ferreira Gomes" userId="bc531018-f902-4d26-b3af-7ca03fb059d6" providerId="ADAL" clId="{9FA256FF-A320-4147-B37B-FD44B12C5BD7}" dt="2024-02-16T05:12:37.562" v="1668" actId="47"/>
        <pc:sldMkLst>
          <pc:docMk/>
          <pc:sldMk cId="3800459820" sldId="341"/>
        </pc:sldMkLst>
      </pc:sldChg>
      <pc:sldChg chg="add del">
        <pc:chgData name="Luiz Alberto Ferreira Gomes" userId="bc531018-f902-4d26-b3af-7ca03fb059d6" providerId="ADAL" clId="{9FA256FF-A320-4147-B37B-FD44B12C5BD7}" dt="2024-02-16T05:28:31.298" v="1827" actId="47"/>
        <pc:sldMkLst>
          <pc:docMk/>
          <pc:sldMk cId="1431775503" sldId="342"/>
        </pc:sldMkLst>
      </pc:sldChg>
      <pc:sldMasterChg chg="del delSldLayout">
        <pc:chgData name="Luiz Alberto Ferreira Gomes" userId="bc531018-f902-4d26-b3af-7ca03fb059d6" providerId="ADAL" clId="{9FA256FF-A320-4147-B37B-FD44B12C5BD7}" dt="2024-02-12T03:38:14.926" v="22" actId="47"/>
        <pc:sldMasterMkLst>
          <pc:docMk/>
          <pc:sldMasterMk cId="0" sldId="2147483659"/>
        </pc:sldMasterMkLst>
        <pc:sldLayoutChg chg="del">
          <pc:chgData name="Luiz Alberto Ferreira Gomes" userId="bc531018-f902-4d26-b3af-7ca03fb059d6" providerId="ADAL" clId="{9FA256FF-A320-4147-B37B-FD44B12C5BD7}" dt="2024-02-12T03:38:14.926" v="22" actId="47"/>
          <pc:sldLayoutMkLst>
            <pc:docMk/>
            <pc:sldMasterMk cId="0" sldId="2147483659"/>
            <pc:sldLayoutMk cId="0" sldId="2147483652"/>
          </pc:sldLayoutMkLst>
        </pc:sldLayoutChg>
      </pc:sldMasterChg>
    </pc:docChg>
  </pc:docChgLst>
  <pc:docChgLst>
    <pc:chgData name="Luiz Alberto Ferreira Gomes" userId="bc531018-f902-4d26-b3af-7ca03fb059d6" providerId="ADAL" clId="{2D51F733-338E-490F-91BA-79E276B04D14}"/>
    <pc:docChg chg="custSel delSld modSld">
      <pc:chgData name="Luiz Alberto Ferreira Gomes" userId="bc531018-f902-4d26-b3af-7ca03fb059d6" providerId="ADAL" clId="{2D51F733-338E-490F-91BA-79E276B04D14}" dt="2024-01-24T14:29:43.810" v="33" actId="20577"/>
      <pc:docMkLst>
        <pc:docMk/>
      </pc:docMkLst>
      <pc:sldChg chg="modSp mod">
        <pc:chgData name="Luiz Alberto Ferreira Gomes" userId="bc531018-f902-4d26-b3af-7ca03fb059d6" providerId="ADAL" clId="{2D51F733-338E-490F-91BA-79E276B04D14}" dt="2024-01-24T14:03:51.419" v="17" actId="404"/>
        <pc:sldMkLst>
          <pc:docMk/>
          <pc:sldMk cId="1241614345" sldId="279"/>
        </pc:sldMkLst>
        <pc:spChg chg="mod">
          <ac:chgData name="Luiz Alberto Ferreira Gomes" userId="bc531018-f902-4d26-b3af-7ca03fb059d6" providerId="ADAL" clId="{2D51F733-338E-490F-91BA-79E276B04D14}" dt="2024-01-24T14:03:51.419" v="17" actId="404"/>
          <ac:spMkLst>
            <pc:docMk/>
            <pc:sldMk cId="1241614345" sldId="279"/>
            <ac:spMk id="123" creationId="{00000000-0000-0000-0000-000000000000}"/>
          </ac:spMkLst>
        </pc:spChg>
      </pc:sldChg>
      <pc:sldChg chg="addSp delSp modSp mod">
        <pc:chgData name="Luiz Alberto Ferreira Gomes" userId="bc531018-f902-4d26-b3af-7ca03fb059d6" providerId="ADAL" clId="{2D51F733-338E-490F-91BA-79E276B04D14}" dt="2024-01-24T14:20:47.249" v="26" actId="1076"/>
        <pc:sldMkLst>
          <pc:docMk/>
          <pc:sldMk cId="3935225767" sldId="315"/>
        </pc:sldMkLst>
        <pc:spChg chg="del">
          <ac:chgData name="Luiz Alberto Ferreira Gomes" userId="bc531018-f902-4d26-b3af-7ca03fb059d6" providerId="ADAL" clId="{2D51F733-338E-490F-91BA-79E276B04D14}" dt="2024-01-24T14:04:17.389" v="22" actId="478"/>
          <ac:spMkLst>
            <pc:docMk/>
            <pc:sldMk cId="3935225767" sldId="315"/>
            <ac:spMk id="11" creationId="{71833BDB-2089-2173-0254-FE925FFE6074}"/>
          </ac:spMkLst>
        </pc:spChg>
        <pc:spChg chg="del">
          <ac:chgData name="Luiz Alberto Ferreira Gomes" userId="bc531018-f902-4d26-b3af-7ca03fb059d6" providerId="ADAL" clId="{2D51F733-338E-490F-91BA-79E276B04D14}" dt="2024-01-24T14:04:17.389" v="22" actId="478"/>
          <ac:spMkLst>
            <pc:docMk/>
            <pc:sldMk cId="3935225767" sldId="315"/>
            <ac:spMk id="33" creationId="{52CCACE3-FF07-2FA4-4291-5943F2F348AD}"/>
          </ac:spMkLst>
        </pc:spChg>
        <pc:spChg chg="del">
          <ac:chgData name="Luiz Alberto Ferreira Gomes" userId="bc531018-f902-4d26-b3af-7ca03fb059d6" providerId="ADAL" clId="{2D51F733-338E-490F-91BA-79E276B04D14}" dt="2024-01-24T14:04:17.389" v="22" actId="478"/>
          <ac:spMkLst>
            <pc:docMk/>
            <pc:sldMk cId="3935225767" sldId="315"/>
            <ac:spMk id="1028" creationId="{9620445F-CF6E-4C1D-B40F-2CB6184896A5}"/>
          </ac:spMkLst>
        </pc:spChg>
        <pc:spChg chg="del">
          <ac:chgData name="Luiz Alberto Ferreira Gomes" userId="bc531018-f902-4d26-b3af-7ca03fb059d6" providerId="ADAL" clId="{2D51F733-338E-490F-91BA-79E276B04D14}" dt="2024-01-24T14:04:17.389" v="22" actId="478"/>
          <ac:spMkLst>
            <pc:docMk/>
            <pc:sldMk cId="3935225767" sldId="315"/>
            <ac:spMk id="1032" creationId="{60644F0F-56B9-307D-0E1D-26A2711E95DD}"/>
          </ac:spMkLst>
        </pc:spChg>
        <pc:spChg chg="del">
          <ac:chgData name="Luiz Alberto Ferreira Gomes" userId="bc531018-f902-4d26-b3af-7ca03fb059d6" providerId="ADAL" clId="{2D51F733-338E-490F-91BA-79E276B04D14}" dt="2024-01-24T14:04:17.389" v="22" actId="478"/>
          <ac:spMkLst>
            <pc:docMk/>
            <pc:sldMk cId="3935225767" sldId="315"/>
            <ac:spMk id="1033" creationId="{82C09A1B-39B5-A3D6-F91B-3E4EE0818E61}"/>
          </ac:spMkLst>
        </pc:spChg>
        <pc:grpChg chg="del">
          <ac:chgData name="Luiz Alberto Ferreira Gomes" userId="bc531018-f902-4d26-b3af-7ca03fb059d6" providerId="ADAL" clId="{2D51F733-338E-490F-91BA-79E276B04D14}" dt="2024-01-24T14:04:20.939" v="23" actId="478"/>
          <ac:grpSpMkLst>
            <pc:docMk/>
            <pc:sldMk cId="3935225767" sldId="315"/>
            <ac:grpSpMk id="37" creationId="{9B9D3A87-1986-9C2B-0B09-70DD993875BE}"/>
          </ac:grpSpMkLst>
        </pc:grpChg>
        <pc:grpChg chg="del">
          <ac:chgData name="Luiz Alberto Ferreira Gomes" userId="bc531018-f902-4d26-b3af-7ca03fb059d6" providerId="ADAL" clId="{2D51F733-338E-490F-91BA-79E276B04D14}" dt="2024-01-24T14:04:17.389" v="22" actId="478"/>
          <ac:grpSpMkLst>
            <pc:docMk/>
            <pc:sldMk cId="3935225767" sldId="315"/>
            <ac:grpSpMk id="47" creationId="{39DD8F58-681F-995A-94A3-1FD0E3AA8CC5}"/>
          </ac:grpSpMkLst>
        </pc:grpChg>
        <pc:grpChg chg="del">
          <ac:chgData name="Luiz Alberto Ferreira Gomes" userId="bc531018-f902-4d26-b3af-7ca03fb059d6" providerId="ADAL" clId="{2D51F733-338E-490F-91BA-79E276B04D14}" dt="2024-01-24T14:04:17.389" v="22" actId="478"/>
          <ac:grpSpMkLst>
            <pc:docMk/>
            <pc:sldMk cId="3935225767" sldId="315"/>
            <ac:grpSpMk id="48" creationId="{395F9B8C-0CAC-258C-2E58-A8C3401FEA9F}"/>
          </ac:grpSpMkLst>
        </pc:grpChg>
        <pc:grpChg chg="del">
          <ac:chgData name="Luiz Alberto Ferreira Gomes" userId="bc531018-f902-4d26-b3af-7ca03fb059d6" providerId="ADAL" clId="{2D51F733-338E-490F-91BA-79E276B04D14}" dt="2024-01-24T14:04:17.389" v="22" actId="478"/>
          <ac:grpSpMkLst>
            <pc:docMk/>
            <pc:sldMk cId="3935225767" sldId="315"/>
            <ac:grpSpMk id="49" creationId="{390E5DC9-A55D-663D-7344-14918625360A}"/>
          </ac:grpSpMkLst>
        </pc:grpChg>
        <pc:grpChg chg="del">
          <ac:chgData name="Luiz Alberto Ferreira Gomes" userId="bc531018-f902-4d26-b3af-7ca03fb059d6" providerId="ADAL" clId="{2D51F733-338E-490F-91BA-79E276B04D14}" dt="2024-01-24T14:04:17.389" v="22" actId="478"/>
          <ac:grpSpMkLst>
            <pc:docMk/>
            <pc:sldMk cId="3935225767" sldId="315"/>
            <ac:grpSpMk id="50" creationId="{5F9E08FA-DE88-4948-4051-9808BF557608}"/>
          </ac:grpSpMkLst>
        </pc:grpChg>
        <pc:graphicFrameChg chg="del">
          <ac:chgData name="Luiz Alberto Ferreira Gomes" userId="bc531018-f902-4d26-b3af-7ca03fb059d6" providerId="ADAL" clId="{2D51F733-338E-490F-91BA-79E276B04D14}" dt="2024-01-24T14:04:35.686" v="24" actId="478"/>
          <ac:graphicFrameMkLst>
            <pc:docMk/>
            <pc:sldMk cId="3935225767" sldId="315"/>
            <ac:graphicFrameMk id="2" creationId="{FE0C854F-7877-A5BF-2BD8-AF1F778B6A33}"/>
          </ac:graphicFrameMkLst>
        </pc:graphicFrameChg>
        <pc:picChg chg="add mod">
          <ac:chgData name="Luiz Alberto Ferreira Gomes" userId="bc531018-f902-4d26-b3af-7ca03fb059d6" providerId="ADAL" clId="{2D51F733-338E-490F-91BA-79E276B04D14}" dt="2024-01-24T14:20:47.249" v="26" actId="1076"/>
          <ac:picMkLst>
            <pc:docMk/>
            <pc:sldMk cId="3935225767" sldId="315"/>
            <ac:picMk id="1026" creationId="{A9F80AE1-63E9-BA1E-762E-C6DFEF401E7E}"/>
          </ac:picMkLst>
        </pc:picChg>
        <pc:cxnChg chg="del">
          <ac:chgData name="Luiz Alberto Ferreira Gomes" userId="bc531018-f902-4d26-b3af-7ca03fb059d6" providerId="ADAL" clId="{2D51F733-338E-490F-91BA-79E276B04D14}" dt="2024-01-24T14:04:17.389" v="22" actId="478"/>
          <ac:cxnSpMkLst>
            <pc:docMk/>
            <pc:sldMk cId="3935225767" sldId="315"/>
            <ac:cxnSpMk id="14" creationId="{B7E2C620-CC69-A926-8659-7C8B27466EF6}"/>
          </ac:cxnSpMkLst>
        </pc:cxnChg>
        <pc:cxnChg chg="del">
          <ac:chgData name="Luiz Alberto Ferreira Gomes" userId="bc531018-f902-4d26-b3af-7ca03fb059d6" providerId="ADAL" clId="{2D51F733-338E-490F-91BA-79E276B04D14}" dt="2024-01-24T14:04:17.389" v="22" actId="478"/>
          <ac:cxnSpMkLst>
            <pc:docMk/>
            <pc:sldMk cId="3935225767" sldId="315"/>
            <ac:cxnSpMk id="22" creationId="{D0F40DA6-3563-50A1-195C-B910F35FB994}"/>
          </ac:cxnSpMkLst>
        </pc:cxnChg>
        <pc:cxnChg chg="del">
          <ac:chgData name="Luiz Alberto Ferreira Gomes" userId="bc531018-f902-4d26-b3af-7ca03fb059d6" providerId="ADAL" clId="{2D51F733-338E-490F-91BA-79E276B04D14}" dt="2024-01-24T14:04:17.389" v="22" actId="478"/>
          <ac:cxnSpMkLst>
            <pc:docMk/>
            <pc:sldMk cId="3935225767" sldId="315"/>
            <ac:cxnSpMk id="24" creationId="{01E8DFB9-52C6-2326-69D0-6717EFEC0AFE}"/>
          </ac:cxnSpMkLst>
        </pc:cxnChg>
        <pc:cxnChg chg="del">
          <ac:chgData name="Luiz Alberto Ferreira Gomes" userId="bc531018-f902-4d26-b3af-7ca03fb059d6" providerId="ADAL" clId="{2D51F733-338E-490F-91BA-79E276B04D14}" dt="2024-01-24T14:04:17.389" v="22" actId="478"/>
          <ac:cxnSpMkLst>
            <pc:docMk/>
            <pc:sldMk cId="3935225767" sldId="315"/>
            <ac:cxnSpMk id="53" creationId="{F1C87E7B-06FB-30EF-EF2A-6BF68911FA28}"/>
          </ac:cxnSpMkLst>
        </pc:cxnChg>
        <pc:cxnChg chg="del">
          <ac:chgData name="Luiz Alberto Ferreira Gomes" userId="bc531018-f902-4d26-b3af-7ca03fb059d6" providerId="ADAL" clId="{2D51F733-338E-490F-91BA-79E276B04D14}" dt="2024-01-24T14:04:17.389" v="22" actId="478"/>
          <ac:cxnSpMkLst>
            <pc:docMk/>
            <pc:sldMk cId="3935225767" sldId="315"/>
            <ac:cxnSpMk id="55" creationId="{C4118B5A-0B1D-23EC-410F-C005CB17F5DF}"/>
          </ac:cxnSpMkLst>
        </pc:cxnChg>
        <pc:cxnChg chg="del">
          <ac:chgData name="Luiz Alberto Ferreira Gomes" userId="bc531018-f902-4d26-b3af-7ca03fb059d6" providerId="ADAL" clId="{2D51F733-338E-490F-91BA-79E276B04D14}" dt="2024-01-24T14:04:17.389" v="22" actId="478"/>
          <ac:cxnSpMkLst>
            <pc:docMk/>
            <pc:sldMk cId="3935225767" sldId="315"/>
            <ac:cxnSpMk id="1027" creationId="{AD9BB252-60AD-7A71-E837-ED21F9E6113A}"/>
          </ac:cxnSpMkLst>
        </pc:cxnChg>
      </pc:sldChg>
      <pc:sldChg chg="del">
        <pc:chgData name="Luiz Alberto Ferreira Gomes" userId="bc531018-f902-4d26-b3af-7ca03fb059d6" providerId="ADAL" clId="{2D51F733-338E-490F-91BA-79E276B04D14}" dt="2024-01-24T14:04:03.969" v="18" actId="47"/>
        <pc:sldMkLst>
          <pc:docMk/>
          <pc:sldMk cId="4217627916" sldId="317"/>
        </pc:sldMkLst>
      </pc:sldChg>
      <pc:sldChg chg="del">
        <pc:chgData name="Luiz Alberto Ferreira Gomes" userId="bc531018-f902-4d26-b3af-7ca03fb059d6" providerId="ADAL" clId="{2D51F733-338E-490F-91BA-79E276B04D14}" dt="2024-01-24T14:04:04.891" v="20" actId="47"/>
        <pc:sldMkLst>
          <pc:docMk/>
          <pc:sldMk cId="2298143037" sldId="318"/>
        </pc:sldMkLst>
      </pc:sldChg>
      <pc:sldChg chg="del">
        <pc:chgData name="Luiz Alberto Ferreira Gomes" userId="bc531018-f902-4d26-b3af-7ca03fb059d6" providerId="ADAL" clId="{2D51F733-338E-490F-91BA-79E276B04D14}" dt="2024-01-24T14:04:04.459" v="19" actId="47"/>
        <pc:sldMkLst>
          <pc:docMk/>
          <pc:sldMk cId="1222254890" sldId="319"/>
        </pc:sldMkLst>
      </pc:sldChg>
      <pc:sldChg chg="del">
        <pc:chgData name="Luiz Alberto Ferreira Gomes" userId="bc531018-f902-4d26-b3af-7ca03fb059d6" providerId="ADAL" clId="{2D51F733-338E-490F-91BA-79E276B04D14}" dt="2024-01-24T14:04:05.559" v="21" actId="47"/>
        <pc:sldMkLst>
          <pc:docMk/>
          <pc:sldMk cId="384891058" sldId="320"/>
        </pc:sldMkLst>
      </pc:sldChg>
      <pc:sldChg chg="modSp mod">
        <pc:chgData name="Luiz Alberto Ferreira Gomes" userId="bc531018-f902-4d26-b3af-7ca03fb059d6" providerId="ADAL" clId="{2D51F733-338E-490F-91BA-79E276B04D14}" dt="2024-01-24T14:29:43.810" v="33" actId="20577"/>
        <pc:sldMkLst>
          <pc:docMk/>
          <pc:sldMk cId="3529404726" sldId="321"/>
        </pc:sldMkLst>
        <pc:spChg chg="mod">
          <ac:chgData name="Luiz Alberto Ferreira Gomes" userId="bc531018-f902-4d26-b3af-7ca03fb059d6" providerId="ADAL" clId="{2D51F733-338E-490F-91BA-79E276B04D14}" dt="2024-01-24T14:29:43.810" v="33" actId="20577"/>
          <ac:spMkLst>
            <pc:docMk/>
            <pc:sldMk cId="3529404726" sldId="321"/>
            <ac:spMk id="5" creationId="{22FE315D-1520-25E4-50F6-9A138BB84B8E}"/>
          </ac:spMkLst>
        </pc:spChg>
      </pc:sldChg>
    </pc:docChg>
  </pc:docChgLst>
  <pc:docChgLst>
    <pc:chgData name="Luiz Alberto Ferreira Gomes" userId="bc531018-f902-4d26-b3af-7ca03fb059d6" providerId="ADAL" clId="{3BB70D4F-FDB5-47A7-B74F-1C409795A232}"/>
    <pc:docChg chg="undo custSel addSld delSld modSld sldOrd">
      <pc:chgData name="Luiz Alberto Ferreira Gomes" userId="bc531018-f902-4d26-b3af-7ca03fb059d6" providerId="ADAL" clId="{3BB70D4F-FDB5-47A7-B74F-1C409795A232}" dt="2024-01-25T00:06:10.036" v="1545"/>
      <pc:docMkLst>
        <pc:docMk/>
      </pc:docMkLst>
      <pc:sldChg chg="modNotesTx">
        <pc:chgData name="Luiz Alberto Ferreira Gomes" userId="bc531018-f902-4d26-b3af-7ca03fb059d6" providerId="ADAL" clId="{3BB70D4F-FDB5-47A7-B74F-1C409795A232}" dt="2024-01-24T23:47:52.195" v="1529" actId="6549"/>
        <pc:sldMkLst>
          <pc:docMk/>
          <pc:sldMk cId="1241614345" sldId="279"/>
        </pc:sldMkLst>
      </pc:sldChg>
      <pc:sldChg chg="addSp delSp modSp mod modNotesTx">
        <pc:chgData name="Luiz Alberto Ferreira Gomes" userId="bc531018-f902-4d26-b3af-7ca03fb059d6" providerId="ADAL" clId="{3BB70D4F-FDB5-47A7-B74F-1C409795A232}" dt="2024-01-24T23:23:02.046" v="1043" actId="14826"/>
        <pc:sldMkLst>
          <pc:docMk/>
          <pc:sldMk cId="4083999698" sldId="313"/>
        </pc:sldMkLst>
        <pc:spChg chg="mod">
          <ac:chgData name="Luiz Alberto Ferreira Gomes" userId="bc531018-f902-4d26-b3af-7ca03fb059d6" providerId="ADAL" clId="{3BB70D4F-FDB5-47A7-B74F-1C409795A232}" dt="2024-01-24T20:17:52.972" v="49" actId="14100"/>
          <ac:spMkLst>
            <pc:docMk/>
            <pc:sldMk cId="4083999698" sldId="313"/>
            <ac:spMk id="3" creationId="{59CFEB2C-7A8F-7D9F-7EB8-E2138A8BBF38}"/>
          </ac:spMkLst>
        </pc:spChg>
        <pc:spChg chg="mod">
          <ac:chgData name="Luiz Alberto Ferreira Gomes" userId="bc531018-f902-4d26-b3af-7ca03fb059d6" providerId="ADAL" clId="{3BB70D4F-FDB5-47A7-B74F-1C409795A232}" dt="2024-01-24T20:16:57.441" v="34" actId="14100"/>
          <ac:spMkLst>
            <pc:docMk/>
            <pc:sldMk cId="4083999698" sldId="313"/>
            <ac:spMk id="5" creationId="{FDF7EDA3-F448-3902-F083-6112AFA3D59F}"/>
          </ac:spMkLst>
        </pc:spChg>
        <pc:spChg chg="mod">
          <ac:chgData name="Luiz Alberto Ferreira Gomes" userId="bc531018-f902-4d26-b3af-7ca03fb059d6" providerId="ADAL" clId="{3BB70D4F-FDB5-47A7-B74F-1C409795A232}" dt="2024-01-24T20:18:50.953" v="101" actId="1076"/>
          <ac:spMkLst>
            <pc:docMk/>
            <pc:sldMk cId="4083999698" sldId="313"/>
            <ac:spMk id="13" creationId="{F323318D-F68E-C036-EE20-27A9BAAF15D9}"/>
          </ac:spMkLst>
        </pc:spChg>
        <pc:grpChg chg="mod">
          <ac:chgData name="Luiz Alberto Ferreira Gomes" userId="bc531018-f902-4d26-b3af-7ca03fb059d6" providerId="ADAL" clId="{3BB70D4F-FDB5-47A7-B74F-1C409795A232}" dt="2024-01-24T20:19:13.874" v="103" actId="1076"/>
          <ac:grpSpMkLst>
            <pc:docMk/>
            <pc:sldMk cId="4083999698" sldId="313"/>
            <ac:grpSpMk id="6" creationId="{3C1BD4C6-BE4E-3180-1DE3-56962A5EC851}"/>
          </ac:grpSpMkLst>
        </pc:grpChg>
        <pc:picChg chg="add mod modCrop">
          <ac:chgData name="Luiz Alberto Ferreira Gomes" userId="bc531018-f902-4d26-b3af-7ca03fb059d6" providerId="ADAL" clId="{3BB70D4F-FDB5-47A7-B74F-1C409795A232}" dt="2024-01-24T23:23:02.046" v="1043" actId="14826"/>
          <ac:picMkLst>
            <pc:docMk/>
            <pc:sldMk cId="4083999698" sldId="313"/>
            <ac:picMk id="4" creationId="{DF446F32-A0F9-48A9-FD31-123B7BFE49E8}"/>
          </ac:picMkLst>
        </pc:picChg>
        <pc:picChg chg="del">
          <ac:chgData name="Luiz Alberto Ferreira Gomes" userId="bc531018-f902-4d26-b3af-7ca03fb059d6" providerId="ADAL" clId="{3BB70D4F-FDB5-47A7-B74F-1C409795A232}" dt="2024-01-24T20:13:46.724" v="5" actId="478"/>
          <ac:picMkLst>
            <pc:docMk/>
            <pc:sldMk cId="4083999698" sldId="313"/>
            <ac:picMk id="2050" creationId="{9663DE7D-04A6-E296-EB7F-19EAAA21FC29}"/>
          </ac:picMkLst>
        </pc:picChg>
      </pc:sldChg>
      <pc:sldChg chg="delSp del modNotesTx">
        <pc:chgData name="Luiz Alberto Ferreira Gomes" userId="bc531018-f902-4d26-b3af-7ca03fb059d6" providerId="ADAL" clId="{3BB70D4F-FDB5-47A7-B74F-1C409795A232}" dt="2024-01-24T22:58:59.497" v="914" actId="2696"/>
        <pc:sldMkLst>
          <pc:docMk/>
          <pc:sldMk cId="3935225767" sldId="315"/>
        </pc:sldMkLst>
        <pc:picChg chg="del">
          <ac:chgData name="Luiz Alberto Ferreira Gomes" userId="bc531018-f902-4d26-b3af-7ca03fb059d6" providerId="ADAL" clId="{3BB70D4F-FDB5-47A7-B74F-1C409795A232}" dt="2024-01-24T22:58:18.844" v="905" actId="21"/>
          <ac:picMkLst>
            <pc:docMk/>
            <pc:sldMk cId="3935225767" sldId="315"/>
            <ac:picMk id="1026" creationId="{A9F80AE1-63E9-BA1E-762E-C6DFEF401E7E}"/>
          </ac:picMkLst>
        </pc:picChg>
      </pc:sldChg>
      <pc:sldChg chg="addSp modSp mod">
        <pc:chgData name="Luiz Alberto Ferreira Gomes" userId="bc531018-f902-4d26-b3af-7ca03fb059d6" providerId="ADAL" clId="{3BB70D4F-FDB5-47A7-B74F-1C409795A232}" dt="2024-01-24T22:58:43.498" v="913" actId="1076"/>
        <pc:sldMkLst>
          <pc:docMk/>
          <pc:sldMk cId="2978100021" sldId="316"/>
        </pc:sldMkLst>
        <pc:picChg chg="mod">
          <ac:chgData name="Luiz Alberto Ferreira Gomes" userId="bc531018-f902-4d26-b3af-7ca03fb059d6" providerId="ADAL" clId="{3BB70D4F-FDB5-47A7-B74F-1C409795A232}" dt="2024-01-24T22:58:40.891" v="912" actId="1076"/>
          <ac:picMkLst>
            <pc:docMk/>
            <pc:sldMk cId="2978100021" sldId="316"/>
            <ac:picMk id="8" creationId="{198599B6-3273-6132-F607-02AEDEFB938F}"/>
          </ac:picMkLst>
        </pc:picChg>
        <pc:picChg chg="mod">
          <ac:chgData name="Luiz Alberto Ferreira Gomes" userId="bc531018-f902-4d26-b3af-7ca03fb059d6" providerId="ADAL" clId="{3BB70D4F-FDB5-47A7-B74F-1C409795A232}" dt="2024-01-24T22:58:38.939" v="911" actId="1076"/>
          <ac:picMkLst>
            <pc:docMk/>
            <pc:sldMk cId="2978100021" sldId="316"/>
            <ac:picMk id="32" creationId="{EFA6EC55-ECF4-0024-E69A-25D91261DC6B}"/>
          </ac:picMkLst>
        </pc:picChg>
        <pc:picChg chg="add mod">
          <ac:chgData name="Luiz Alberto Ferreira Gomes" userId="bc531018-f902-4d26-b3af-7ca03fb059d6" providerId="ADAL" clId="{3BB70D4F-FDB5-47A7-B74F-1C409795A232}" dt="2024-01-24T22:58:43.498" v="913" actId="1076"/>
          <ac:picMkLst>
            <pc:docMk/>
            <pc:sldMk cId="2978100021" sldId="316"/>
            <ac:picMk id="1026" creationId="{A9F80AE1-63E9-BA1E-762E-C6DFEF401E7E}"/>
          </ac:picMkLst>
        </pc:picChg>
      </pc:sldChg>
      <pc:sldChg chg="modSp mod modNotesTx">
        <pc:chgData name="Luiz Alberto Ferreira Gomes" userId="bc531018-f902-4d26-b3af-7ca03fb059d6" providerId="ADAL" clId="{3BB70D4F-FDB5-47A7-B74F-1C409795A232}" dt="2024-01-25T00:01:56.898" v="1537" actId="20577"/>
        <pc:sldMkLst>
          <pc:docMk/>
          <pc:sldMk cId="3529404726" sldId="321"/>
        </pc:sldMkLst>
        <pc:spChg chg="mod">
          <ac:chgData name="Luiz Alberto Ferreira Gomes" userId="bc531018-f902-4d26-b3af-7ca03fb059d6" providerId="ADAL" clId="{3BB70D4F-FDB5-47A7-B74F-1C409795A232}" dt="2024-01-25T00:01:56.898" v="1537" actId="20577"/>
          <ac:spMkLst>
            <pc:docMk/>
            <pc:sldMk cId="3529404726" sldId="321"/>
            <ac:spMk id="5" creationId="{22FE315D-1520-25E4-50F6-9A138BB84B8E}"/>
          </ac:spMkLst>
        </pc:spChg>
        <pc:picChg chg="mod">
          <ac:chgData name="Luiz Alberto Ferreira Gomes" userId="bc531018-f902-4d26-b3af-7ca03fb059d6" providerId="ADAL" clId="{3BB70D4F-FDB5-47A7-B74F-1C409795A232}" dt="2024-01-24T19:31:51.855" v="4" actId="14826"/>
          <ac:picMkLst>
            <pc:docMk/>
            <pc:sldMk cId="3529404726" sldId="321"/>
            <ac:picMk id="19" creationId="{67147E98-C2B2-2A3E-4C74-CAD9F770121C}"/>
          </ac:picMkLst>
        </pc:picChg>
      </pc:sldChg>
      <pc:sldChg chg="modSp mod">
        <pc:chgData name="Luiz Alberto Ferreira Gomes" userId="bc531018-f902-4d26-b3af-7ca03fb059d6" providerId="ADAL" clId="{3BB70D4F-FDB5-47A7-B74F-1C409795A232}" dt="2024-01-25T00:06:10.036" v="1545"/>
        <pc:sldMkLst>
          <pc:docMk/>
          <pc:sldMk cId="4181715504" sldId="322"/>
        </pc:sldMkLst>
        <pc:spChg chg="mod">
          <ac:chgData name="Luiz Alberto Ferreira Gomes" userId="bc531018-f902-4d26-b3af-7ca03fb059d6" providerId="ADAL" clId="{3BB70D4F-FDB5-47A7-B74F-1C409795A232}" dt="2024-01-25T00:02:50.261" v="1539"/>
          <ac:spMkLst>
            <pc:docMk/>
            <pc:sldMk cId="4181715504" sldId="322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3BB70D4F-FDB5-47A7-B74F-1C409795A232}" dt="2024-01-25T00:02:50.261" v="1539"/>
          <ac:spMkLst>
            <pc:docMk/>
            <pc:sldMk cId="4181715504" sldId="322"/>
            <ac:spMk id="6" creationId="{65CA5345-53A0-E01E-A893-1591EAAF530D}"/>
          </ac:spMkLst>
        </pc:spChg>
        <pc:spChg chg="mod">
          <ac:chgData name="Luiz Alberto Ferreira Gomes" userId="bc531018-f902-4d26-b3af-7ca03fb059d6" providerId="ADAL" clId="{3BB70D4F-FDB5-47A7-B74F-1C409795A232}" dt="2024-01-25T00:03:43.258" v="1542"/>
          <ac:spMkLst>
            <pc:docMk/>
            <pc:sldMk cId="4181715504" sldId="322"/>
            <ac:spMk id="11" creationId="{3487E95C-90FB-6BFE-B272-E808C0B9D38A}"/>
          </ac:spMkLst>
        </pc:spChg>
        <pc:spChg chg="mod">
          <ac:chgData name="Luiz Alberto Ferreira Gomes" userId="bc531018-f902-4d26-b3af-7ca03fb059d6" providerId="ADAL" clId="{3BB70D4F-FDB5-47A7-B74F-1C409795A232}" dt="2024-01-25T00:03:43.258" v="1542"/>
          <ac:spMkLst>
            <pc:docMk/>
            <pc:sldMk cId="4181715504" sldId="322"/>
            <ac:spMk id="12" creationId="{31109CF1-384B-60E0-8B83-439EEDBBA8AA}"/>
          </ac:spMkLst>
        </pc:spChg>
        <pc:spChg chg="mod">
          <ac:chgData name="Luiz Alberto Ferreira Gomes" userId="bc531018-f902-4d26-b3af-7ca03fb059d6" providerId="ADAL" clId="{3BB70D4F-FDB5-47A7-B74F-1C409795A232}" dt="2024-01-25T00:05:46.920" v="1543"/>
          <ac:spMkLst>
            <pc:docMk/>
            <pc:sldMk cId="4181715504" sldId="322"/>
            <ac:spMk id="13" creationId="{4EFE918B-3F71-4134-FCCB-D78B84873D70}"/>
          </ac:spMkLst>
        </pc:spChg>
        <pc:spChg chg="mod">
          <ac:chgData name="Luiz Alberto Ferreira Gomes" userId="bc531018-f902-4d26-b3af-7ca03fb059d6" providerId="ADAL" clId="{3BB70D4F-FDB5-47A7-B74F-1C409795A232}" dt="2024-01-25T00:05:57.319" v="1544"/>
          <ac:spMkLst>
            <pc:docMk/>
            <pc:sldMk cId="4181715504" sldId="322"/>
            <ac:spMk id="22" creationId="{DC7F5639-687A-9827-1A1F-CA59AD59DAE5}"/>
          </ac:spMkLst>
        </pc:spChg>
        <pc:spChg chg="mod">
          <ac:chgData name="Luiz Alberto Ferreira Gomes" userId="bc531018-f902-4d26-b3af-7ca03fb059d6" providerId="ADAL" clId="{3BB70D4F-FDB5-47A7-B74F-1C409795A232}" dt="2024-01-25T00:06:10.036" v="1545"/>
          <ac:spMkLst>
            <pc:docMk/>
            <pc:sldMk cId="4181715504" sldId="322"/>
            <ac:spMk id="24" creationId="{390C67C7-EC7D-C96B-FFAC-19B9725FB21B}"/>
          </ac:spMkLst>
        </pc:spChg>
        <pc:grpChg chg="mod">
          <ac:chgData name="Luiz Alberto Ferreira Gomes" userId="bc531018-f902-4d26-b3af-7ca03fb059d6" providerId="ADAL" clId="{3BB70D4F-FDB5-47A7-B74F-1C409795A232}" dt="2024-01-25T00:03:05.037" v="1540" actId="14100"/>
          <ac:grpSpMkLst>
            <pc:docMk/>
            <pc:sldMk cId="4181715504" sldId="322"/>
            <ac:grpSpMk id="57" creationId="{BCF65F64-40E6-0E50-5DC0-4F61DDCFB89A}"/>
          </ac:grpSpMkLst>
        </pc:grpChg>
        <pc:grpChg chg="mod">
          <ac:chgData name="Luiz Alberto Ferreira Gomes" userId="bc531018-f902-4d26-b3af-7ca03fb059d6" providerId="ADAL" clId="{3BB70D4F-FDB5-47A7-B74F-1C409795A232}" dt="2024-01-25T00:03:43.258" v="1542"/>
          <ac:grpSpMkLst>
            <pc:docMk/>
            <pc:sldMk cId="4181715504" sldId="322"/>
            <ac:grpSpMk id="58" creationId="{CFD339F0-4048-BEDB-E050-94E94DB277A5}"/>
          </ac:grpSpMkLst>
        </pc:grpChg>
      </pc:sldChg>
      <pc:sldChg chg="addSp delSp modSp add del mod modNotesTx">
        <pc:chgData name="Luiz Alberto Ferreira Gomes" userId="bc531018-f902-4d26-b3af-7ca03fb059d6" providerId="ADAL" clId="{3BB70D4F-FDB5-47A7-B74F-1C409795A232}" dt="2024-01-24T21:33:02.703" v="783" actId="47"/>
        <pc:sldMkLst>
          <pc:docMk/>
          <pc:sldMk cId="842934007" sldId="327"/>
        </pc:sldMkLst>
        <pc:spChg chg="del mod">
          <ac:chgData name="Luiz Alberto Ferreira Gomes" userId="bc531018-f902-4d26-b3af-7ca03fb059d6" providerId="ADAL" clId="{3BB70D4F-FDB5-47A7-B74F-1C409795A232}" dt="2024-01-24T21:11:47.069" v="230" actId="478"/>
          <ac:spMkLst>
            <pc:docMk/>
            <pc:sldMk cId="842934007" sldId="327"/>
            <ac:spMk id="5" creationId="{68EABD35-6540-B074-945F-8B4FA0E52F19}"/>
          </ac:spMkLst>
        </pc:spChg>
        <pc:spChg chg="add del mod topLvl">
          <ac:chgData name="Luiz Alberto Ferreira Gomes" userId="bc531018-f902-4d26-b3af-7ca03fb059d6" providerId="ADAL" clId="{3BB70D4F-FDB5-47A7-B74F-1C409795A232}" dt="2024-01-24T21:11:50.818" v="231" actId="478"/>
          <ac:spMkLst>
            <pc:docMk/>
            <pc:sldMk cId="842934007" sldId="327"/>
            <ac:spMk id="6" creationId="{42A4B750-E405-CECE-BED7-1F03905CF43C}"/>
          </ac:spMkLst>
        </pc:spChg>
        <pc:spChg chg="del mod topLvl">
          <ac:chgData name="Luiz Alberto Ferreira Gomes" userId="bc531018-f902-4d26-b3af-7ca03fb059d6" providerId="ADAL" clId="{3BB70D4F-FDB5-47A7-B74F-1C409795A232}" dt="2024-01-24T21:11:47.069" v="230" actId="478"/>
          <ac:spMkLst>
            <pc:docMk/>
            <pc:sldMk cId="842934007" sldId="327"/>
            <ac:spMk id="8" creationId="{A37F7B1F-A5F2-073B-EE05-9A6C067B4F68}"/>
          </ac:spMkLst>
        </pc:spChg>
        <pc:spChg chg="add del mod">
          <ac:chgData name="Luiz Alberto Ferreira Gomes" userId="bc531018-f902-4d26-b3af-7ca03fb059d6" providerId="ADAL" clId="{3BB70D4F-FDB5-47A7-B74F-1C409795A232}" dt="2024-01-24T21:11:47.069" v="230" actId="478"/>
          <ac:spMkLst>
            <pc:docMk/>
            <pc:sldMk cId="842934007" sldId="327"/>
            <ac:spMk id="9" creationId="{FC77A376-F0E3-D801-2690-7050D2DEEE88}"/>
          </ac:spMkLst>
        </pc:spChg>
        <pc:spChg chg="add del mod">
          <ac:chgData name="Luiz Alberto Ferreira Gomes" userId="bc531018-f902-4d26-b3af-7ca03fb059d6" providerId="ADAL" clId="{3BB70D4F-FDB5-47A7-B74F-1C409795A232}" dt="2024-01-24T21:11:47.069" v="230" actId="478"/>
          <ac:spMkLst>
            <pc:docMk/>
            <pc:sldMk cId="842934007" sldId="327"/>
            <ac:spMk id="10" creationId="{157C7081-B432-98FC-5CCE-B8C32BF6FF90}"/>
          </ac:spMkLst>
        </pc:spChg>
        <pc:spChg chg="add del mod">
          <ac:chgData name="Luiz Alberto Ferreira Gomes" userId="bc531018-f902-4d26-b3af-7ca03fb059d6" providerId="ADAL" clId="{3BB70D4F-FDB5-47A7-B74F-1C409795A232}" dt="2024-01-24T21:23:45.171" v="519" actId="478"/>
          <ac:spMkLst>
            <pc:docMk/>
            <pc:sldMk cId="842934007" sldId="327"/>
            <ac:spMk id="14" creationId="{417CBA85-253D-E8B9-6E41-5261D11D559F}"/>
          </ac:spMkLst>
        </pc:spChg>
        <pc:spChg chg="del mod topLvl">
          <ac:chgData name="Luiz Alberto Ferreira Gomes" userId="bc531018-f902-4d26-b3af-7ca03fb059d6" providerId="ADAL" clId="{3BB70D4F-FDB5-47A7-B74F-1C409795A232}" dt="2024-01-24T21:23:47.111" v="520" actId="478"/>
          <ac:spMkLst>
            <pc:docMk/>
            <pc:sldMk cId="842934007" sldId="327"/>
            <ac:spMk id="19" creationId="{43243311-CF6B-7896-E1DC-23A2EF4A7C8E}"/>
          </ac:spMkLst>
        </pc:spChg>
        <pc:spChg chg="add del mod">
          <ac:chgData name="Luiz Alberto Ferreira Gomes" userId="bc531018-f902-4d26-b3af-7ca03fb059d6" providerId="ADAL" clId="{3BB70D4F-FDB5-47A7-B74F-1C409795A232}" dt="2024-01-24T21:23:45.171" v="519" actId="478"/>
          <ac:spMkLst>
            <pc:docMk/>
            <pc:sldMk cId="842934007" sldId="327"/>
            <ac:spMk id="20" creationId="{050E892C-3CB3-1FE7-F201-4BA77E4702BC}"/>
          </ac:spMkLst>
        </pc:spChg>
        <pc:spChg chg="del mod topLvl">
          <ac:chgData name="Luiz Alberto Ferreira Gomes" userId="bc531018-f902-4d26-b3af-7ca03fb059d6" providerId="ADAL" clId="{3BB70D4F-FDB5-47A7-B74F-1C409795A232}" dt="2024-01-24T21:11:55.147" v="232" actId="478"/>
          <ac:spMkLst>
            <pc:docMk/>
            <pc:sldMk cId="842934007" sldId="327"/>
            <ac:spMk id="26" creationId="{1F667DC8-17F2-8367-139D-99A010CE5CCD}"/>
          </ac:spMkLst>
        </pc:spChg>
        <pc:spChg chg="del mod topLvl">
          <ac:chgData name="Luiz Alberto Ferreira Gomes" userId="bc531018-f902-4d26-b3af-7ca03fb059d6" providerId="ADAL" clId="{3BB70D4F-FDB5-47A7-B74F-1C409795A232}" dt="2024-01-24T21:11:47.069" v="230" actId="478"/>
          <ac:spMkLst>
            <pc:docMk/>
            <pc:sldMk cId="842934007" sldId="327"/>
            <ac:spMk id="31" creationId="{E3720F74-F44E-E0C5-CC32-420FACDE3BB9}"/>
          </ac:spMkLst>
        </pc:spChg>
        <pc:spChg chg="del mod topLvl">
          <ac:chgData name="Luiz Alberto Ferreira Gomes" userId="bc531018-f902-4d26-b3af-7ca03fb059d6" providerId="ADAL" clId="{3BB70D4F-FDB5-47A7-B74F-1C409795A232}" dt="2024-01-24T21:11:47.069" v="230" actId="478"/>
          <ac:spMkLst>
            <pc:docMk/>
            <pc:sldMk cId="842934007" sldId="327"/>
            <ac:spMk id="40" creationId="{EA8F497B-BDF7-F0AE-ACD8-7907DEB99F6B}"/>
          </ac:spMkLst>
        </pc:spChg>
        <pc:spChg chg="del mod">
          <ac:chgData name="Luiz Alberto Ferreira Gomes" userId="bc531018-f902-4d26-b3af-7ca03fb059d6" providerId="ADAL" clId="{3BB70D4F-FDB5-47A7-B74F-1C409795A232}" dt="2024-01-24T21:23:45.171" v="519" actId="478"/>
          <ac:spMkLst>
            <pc:docMk/>
            <pc:sldMk cId="842934007" sldId="327"/>
            <ac:spMk id="45" creationId="{0367E0DB-1FE4-86C8-D38D-6A3428A7B1FE}"/>
          </ac:spMkLst>
        </pc:spChg>
        <pc:grpChg chg="del mod">
          <ac:chgData name="Luiz Alberto Ferreira Gomes" userId="bc531018-f902-4d26-b3af-7ca03fb059d6" providerId="ADAL" clId="{3BB70D4F-FDB5-47A7-B74F-1C409795A232}" dt="2024-01-24T21:23:45.171" v="519" actId="478"/>
          <ac:grpSpMkLst>
            <pc:docMk/>
            <pc:sldMk cId="842934007" sldId="327"/>
            <ac:grpSpMk id="2" creationId="{50A6900B-2E52-3EA6-31FD-02ED486EA136}"/>
          </ac:grpSpMkLst>
        </pc:grpChg>
        <pc:grpChg chg="del">
          <ac:chgData name="Luiz Alberto Ferreira Gomes" userId="bc531018-f902-4d26-b3af-7ca03fb059d6" providerId="ADAL" clId="{3BB70D4F-FDB5-47A7-B74F-1C409795A232}" dt="2024-01-24T20:26:11.789" v="139" actId="165"/>
          <ac:grpSpMkLst>
            <pc:docMk/>
            <pc:sldMk cId="842934007" sldId="327"/>
            <ac:grpSpMk id="4" creationId="{EBB20C67-89D9-707D-2A1E-85953A9CAD4D}"/>
          </ac:grpSpMkLst>
        </pc:grpChg>
        <pc:picChg chg="del mod topLvl">
          <ac:chgData name="Luiz Alberto Ferreira Gomes" userId="bc531018-f902-4d26-b3af-7ca03fb059d6" providerId="ADAL" clId="{3BB70D4F-FDB5-47A7-B74F-1C409795A232}" dt="2024-01-24T21:11:47.069" v="230" actId="478"/>
          <ac:picMkLst>
            <pc:docMk/>
            <pc:sldMk cId="842934007" sldId="327"/>
            <ac:picMk id="7" creationId="{946E9DAE-C83D-3782-FDEC-328D96A18D5D}"/>
          </ac:picMkLst>
        </pc:picChg>
        <pc:picChg chg="add del mod">
          <ac:chgData name="Luiz Alberto Ferreira Gomes" userId="bc531018-f902-4d26-b3af-7ca03fb059d6" providerId="ADAL" clId="{3BB70D4F-FDB5-47A7-B74F-1C409795A232}" dt="2024-01-24T21:11:47.069" v="230" actId="478"/>
          <ac:picMkLst>
            <pc:docMk/>
            <pc:sldMk cId="842934007" sldId="327"/>
            <ac:picMk id="12" creationId="{3A85C30B-F7C0-F3B9-64B3-9C735563BF6F}"/>
          </ac:picMkLst>
        </pc:picChg>
        <pc:picChg chg="del mod topLvl">
          <ac:chgData name="Luiz Alberto Ferreira Gomes" userId="bc531018-f902-4d26-b3af-7ca03fb059d6" providerId="ADAL" clId="{3BB70D4F-FDB5-47A7-B74F-1C409795A232}" dt="2024-01-24T21:23:45.171" v="519" actId="478"/>
          <ac:picMkLst>
            <pc:docMk/>
            <pc:sldMk cId="842934007" sldId="327"/>
            <ac:picMk id="21" creationId="{95BA4ABE-9EC2-EC1F-A1E8-DC7A6238B509}"/>
          </ac:picMkLst>
        </pc:picChg>
        <pc:picChg chg="del mod topLvl">
          <ac:chgData name="Luiz Alberto Ferreira Gomes" userId="bc531018-f902-4d26-b3af-7ca03fb059d6" providerId="ADAL" clId="{3BB70D4F-FDB5-47A7-B74F-1C409795A232}" dt="2024-01-24T21:11:47.069" v="230" actId="478"/>
          <ac:picMkLst>
            <pc:docMk/>
            <pc:sldMk cId="842934007" sldId="327"/>
            <ac:picMk id="33" creationId="{AF5E3090-49CA-C345-1725-CF4BC73F9AE2}"/>
          </ac:picMkLst>
        </pc:picChg>
        <pc:cxnChg chg="add del mod">
          <ac:chgData name="Luiz Alberto Ferreira Gomes" userId="bc531018-f902-4d26-b3af-7ca03fb059d6" providerId="ADAL" clId="{3BB70D4F-FDB5-47A7-B74F-1C409795A232}" dt="2024-01-24T21:19:36.814" v="367" actId="478"/>
          <ac:cxnSpMkLst>
            <pc:docMk/>
            <pc:sldMk cId="842934007" sldId="327"/>
            <ac:cxnSpMk id="23" creationId="{0FEC1049-96F0-BD61-0CAA-087B5E97330C}"/>
          </ac:cxnSpMkLst>
        </pc:cxnChg>
        <pc:cxnChg chg="add del mod">
          <ac:chgData name="Luiz Alberto Ferreira Gomes" userId="bc531018-f902-4d26-b3af-7ca03fb059d6" providerId="ADAL" clId="{3BB70D4F-FDB5-47A7-B74F-1C409795A232}" dt="2024-01-24T21:19:42.744" v="368" actId="478"/>
          <ac:cxnSpMkLst>
            <pc:docMk/>
            <pc:sldMk cId="842934007" sldId="327"/>
            <ac:cxnSpMk id="30" creationId="{0DC757A4-1687-F063-50B9-3454473633D9}"/>
          </ac:cxnSpMkLst>
        </pc:cxnChg>
        <pc:cxnChg chg="add del mod">
          <ac:chgData name="Luiz Alberto Ferreira Gomes" userId="bc531018-f902-4d26-b3af-7ca03fb059d6" providerId="ADAL" clId="{3BB70D4F-FDB5-47A7-B74F-1C409795A232}" dt="2024-01-24T21:23:45.171" v="519" actId="478"/>
          <ac:cxnSpMkLst>
            <pc:docMk/>
            <pc:sldMk cId="842934007" sldId="327"/>
            <ac:cxnSpMk id="32" creationId="{B3B4E930-8631-E2D4-0667-C6C6575AEABD}"/>
          </ac:cxnSpMkLst>
        </pc:cxnChg>
        <pc:cxnChg chg="add del mod">
          <ac:chgData name="Luiz Alberto Ferreira Gomes" userId="bc531018-f902-4d26-b3af-7ca03fb059d6" providerId="ADAL" clId="{3BB70D4F-FDB5-47A7-B74F-1C409795A232}" dt="2024-01-24T21:22:35.215" v="513" actId="478"/>
          <ac:cxnSpMkLst>
            <pc:docMk/>
            <pc:sldMk cId="842934007" sldId="327"/>
            <ac:cxnSpMk id="35" creationId="{52E23BBB-AA06-F48B-A0A1-B95DC6C9671F}"/>
          </ac:cxnSpMkLst>
        </pc:cxnChg>
        <pc:cxnChg chg="del mod topLvl">
          <ac:chgData name="Luiz Alberto Ferreira Gomes" userId="bc531018-f902-4d26-b3af-7ca03fb059d6" providerId="ADAL" clId="{3BB70D4F-FDB5-47A7-B74F-1C409795A232}" dt="2024-01-24T21:11:57.272" v="233" actId="478"/>
          <ac:cxnSpMkLst>
            <pc:docMk/>
            <pc:sldMk cId="842934007" sldId="327"/>
            <ac:cxnSpMk id="44" creationId="{ABBDF5AF-E000-B185-DA31-4B0A446A6912}"/>
          </ac:cxnSpMkLst>
        </pc:cxnChg>
      </pc:sldChg>
      <pc:sldChg chg="modSp add mod">
        <pc:chgData name="Luiz Alberto Ferreira Gomes" userId="bc531018-f902-4d26-b3af-7ca03fb059d6" providerId="ADAL" clId="{3BB70D4F-FDB5-47A7-B74F-1C409795A232}" dt="2024-01-24T21:38:30.699" v="821" actId="14100"/>
        <pc:sldMkLst>
          <pc:docMk/>
          <pc:sldMk cId="1565755671" sldId="328"/>
        </pc:sldMkLst>
        <pc:spChg chg="mod">
          <ac:chgData name="Luiz Alberto Ferreira Gomes" userId="bc531018-f902-4d26-b3af-7ca03fb059d6" providerId="ADAL" clId="{3BB70D4F-FDB5-47A7-B74F-1C409795A232}" dt="2024-01-24T21:38:24.433" v="820" actId="552"/>
          <ac:spMkLst>
            <pc:docMk/>
            <pc:sldMk cId="1565755671" sldId="328"/>
            <ac:spMk id="14" creationId="{417CBA85-253D-E8B9-6E41-5261D11D559F}"/>
          </ac:spMkLst>
        </pc:spChg>
        <pc:spChg chg="mod">
          <ac:chgData name="Luiz Alberto Ferreira Gomes" userId="bc531018-f902-4d26-b3af-7ca03fb059d6" providerId="ADAL" clId="{3BB70D4F-FDB5-47A7-B74F-1C409795A232}" dt="2024-01-24T21:38:24.433" v="820" actId="552"/>
          <ac:spMkLst>
            <pc:docMk/>
            <pc:sldMk cId="1565755671" sldId="328"/>
            <ac:spMk id="20" creationId="{050E892C-3CB3-1FE7-F201-4BA77E4702BC}"/>
          </ac:spMkLst>
        </pc:spChg>
        <pc:cxnChg chg="mod">
          <ac:chgData name="Luiz Alberto Ferreira Gomes" userId="bc531018-f902-4d26-b3af-7ca03fb059d6" providerId="ADAL" clId="{3BB70D4F-FDB5-47A7-B74F-1C409795A232}" dt="2024-01-24T21:38:30.699" v="821" actId="14100"/>
          <ac:cxnSpMkLst>
            <pc:docMk/>
            <pc:sldMk cId="1565755671" sldId="328"/>
            <ac:cxnSpMk id="32" creationId="{B3B4E930-8631-E2D4-0667-C6C6575AEABD}"/>
          </ac:cxnSpMkLst>
        </pc:cxnChg>
      </pc:sldChg>
      <pc:sldChg chg="new del">
        <pc:chgData name="Luiz Alberto Ferreira Gomes" userId="bc531018-f902-4d26-b3af-7ca03fb059d6" providerId="ADAL" clId="{3BB70D4F-FDB5-47A7-B74F-1C409795A232}" dt="2024-01-24T21:22:21.719" v="510" actId="47"/>
        <pc:sldMkLst>
          <pc:docMk/>
          <pc:sldMk cId="1805797251" sldId="328"/>
        </pc:sldMkLst>
      </pc:sldChg>
      <pc:sldChg chg="new del">
        <pc:chgData name="Luiz Alberto Ferreira Gomes" userId="bc531018-f902-4d26-b3af-7ca03fb059d6" providerId="ADAL" clId="{3BB70D4F-FDB5-47A7-B74F-1C409795A232}" dt="2024-01-24T21:23:26.635" v="517" actId="47"/>
        <pc:sldMkLst>
          <pc:docMk/>
          <pc:sldMk cId="2611448575" sldId="328"/>
        </pc:sldMkLst>
      </pc:sldChg>
      <pc:sldChg chg="new del">
        <pc:chgData name="Luiz Alberto Ferreira Gomes" userId="bc531018-f902-4d26-b3af-7ca03fb059d6" providerId="ADAL" clId="{3BB70D4F-FDB5-47A7-B74F-1C409795A232}" dt="2024-01-24T21:22:22.514" v="511" actId="47"/>
        <pc:sldMkLst>
          <pc:docMk/>
          <pc:sldMk cId="261013698" sldId="329"/>
        </pc:sldMkLst>
      </pc:sldChg>
      <pc:sldChg chg="addSp delSp modSp add mod modNotesTx">
        <pc:chgData name="Luiz Alberto Ferreira Gomes" userId="bc531018-f902-4d26-b3af-7ca03fb059d6" providerId="ADAL" clId="{3BB70D4F-FDB5-47A7-B74F-1C409795A232}" dt="2024-01-24T23:05:59.371" v="970"/>
        <pc:sldMkLst>
          <pc:docMk/>
          <pc:sldMk cId="2697471032" sldId="329"/>
        </pc:sldMkLst>
        <pc:spChg chg="mod">
          <ac:chgData name="Luiz Alberto Ferreira Gomes" userId="bc531018-f902-4d26-b3af-7ca03fb059d6" providerId="ADAL" clId="{3BB70D4F-FDB5-47A7-B74F-1C409795A232}" dt="2024-01-24T23:05:05.816" v="968" actId="12788"/>
          <ac:spMkLst>
            <pc:docMk/>
            <pc:sldMk cId="2697471032" sldId="329"/>
            <ac:spMk id="5" creationId="{68EABD35-6540-B074-945F-8B4FA0E52F19}"/>
          </ac:spMkLst>
        </pc:spChg>
        <pc:spChg chg="mod topLvl">
          <ac:chgData name="Luiz Alberto Ferreira Gomes" userId="bc531018-f902-4d26-b3af-7ca03fb059d6" providerId="ADAL" clId="{3BB70D4F-FDB5-47A7-B74F-1C409795A232}" dt="2024-01-24T21:28:41.558" v="686" actId="1037"/>
          <ac:spMkLst>
            <pc:docMk/>
            <pc:sldMk cId="2697471032" sldId="329"/>
            <ac:spMk id="6" creationId="{42A4B750-E405-CECE-BED7-1F03905CF43C}"/>
          </ac:spMkLst>
        </pc:spChg>
        <pc:spChg chg="mod topLvl">
          <ac:chgData name="Luiz Alberto Ferreira Gomes" userId="bc531018-f902-4d26-b3af-7ca03fb059d6" providerId="ADAL" clId="{3BB70D4F-FDB5-47A7-B74F-1C409795A232}" dt="2024-01-24T21:29:46.693" v="733" actId="20577"/>
          <ac:spMkLst>
            <pc:docMk/>
            <pc:sldMk cId="2697471032" sldId="329"/>
            <ac:spMk id="8" creationId="{A37F7B1F-A5F2-073B-EE05-9A6C067B4F68}"/>
          </ac:spMkLst>
        </pc:spChg>
        <pc:spChg chg="add mod">
          <ac:chgData name="Luiz Alberto Ferreira Gomes" userId="bc531018-f902-4d26-b3af-7ca03fb059d6" providerId="ADAL" clId="{3BB70D4F-FDB5-47A7-B74F-1C409795A232}" dt="2024-01-24T23:00:43.173" v="919" actId="1076"/>
          <ac:spMkLst>
            <pc:docMk/>
            <pc:sldMk cId="2697471032" sldId="329"/>
            <ac:spMk id="9" creationId="{7750CA0A-64EA-F1B2-BE62-036B6AAB207A}"/>
          </ac:spMkLst>
        </pc:spChg>
        <pc:spChg chg="add mod">
          <ac:chgData name="Luiz Alberto Ferreira Gomes" userId="bc531018-f902-4d26-b3af-7ca03fb059d6" providerId="ADAL" clId="{3BB70D4F-FDB5-47A7-B74F-1C409795A232}" dt="2024-01-24T21:30:11.194" v="778" actId="20577"/>
          <ac:spMkLst>
            <pc:docMk/>
            <pc:sldMk cId="2697471032" sldId="329"/>
            <ac:spMk id="12" creationId="{82256678-90F8-787E-5272-6053D9FE19A6}"/>
          </ac:spMkLst>
        </pc:spChg>
        <pc:spChg chg="mod topLvl">
          <ac:chgData name="Luiz Alberto Ferreira Gomes" userId="bc531018-f902-4d26-b3af-7ca03fb059d6" providerId="ADAL" clId="{3BB70D4F-FDB5-47A7-B74F-1C409795A232}" dt="2024-01-24T21:28:09.350" v="680" actId="12788"/>
          <ac:spMkLst>
            <pc:docMk/>
            <pc:sldMk cId="2697471032" sldId="329"/>
            <ac:spMk id="19" creationId="{43243311-CF6B-7896-E1DC-23A2EF4A7C8E}"/>
          </ac:spMkLst>
        </pc:spChg>
        <pc:spChg chg="mod topLvl">
          <ac:chgData name="Luiz Alberto Ferreira Gomes" userId="bc531018-f902-4d26-b3af-7ca03fb059d6" providerId="ADAL" clId="{3BB70D4F-FDB5-47A7-B74F-1C409795A232}" dt="2024-01-24T21:29:12.416" v="713" actId="20577"/>
          <ac:spMkLst>
            <pc:docMk/>
            <pc:sldMk cId="2697471032" sldId="329"/>
            <ac:spMk id="26" creationId="{1F667DC8-17F2-8367-139D-99A010CE5CCD}"/>
          </ac:spMkLst>
        </pc:spChg>
        <pc:spChg chg="mod topLvl">
          <ac:chgData name="Luiz Alberto Ferreira Gomes" userId="bc531018-f902-4d26-b3af-7ca03fb059d6" providerId="ADAL" clId="{3BB70D4F-FDB5-47A7-B74F-1C409795A232}" dt="2024-01-24T21:28:51.201" v="687" actId="1037"/>
          <ac:spMkLst>
            <pc:docMk/>
            <pc:sldMk cId="2697471032" sldId="329"/>
            <ac:spMk id="31" creationId="{E3720F74-F44E-E0C5-CC32-420FACDE3BB9}"/>
          </ac:spMkLst>
        </pc:spChg>
        <pc:spChg chg="mod topLvl">
          <ac:chgData name="Luiz Alberto Ferreira Gomes" userId="bc531018-f902-4d26-b3af-7ca03fb059d6" providerId="ADAL" clId="{3BB70D4F-FDB5-47A7-B74F-1C409795A232}" dt="2024-01-24T21:30:01.569" v="759" actId="20577"/>
          <ac:spMkLst>
            <pc:docMk/>
            <pc:sldMk cId="2697471032" sldId="329"/>
            <ac:spMk id="40" creationId="{EA8F497B-BDF7-F0AE-ACD8-7907DEB99F6B}"/>
          </ac:spMkLst>
        </pc:spChg>
        <pc:spChg chg="mod">
          <ac:chgData name="Luiz Alberto Ferreira Gomes" userId="bc531018-f902-4d26-b3af-7ca03fb059d6" providerId="ADAL" clId="{3BB70D4F-FDB5-47A7-B74F-1C409795A232}" dt="2024-01-24T23:05:05.816" v="968" actId="12788"/>
          <ac:spMkLst>
            <pc:docMk/>
            <pc:sldMk cId="2697471032" sldId="329"/>
            <ac:spMk id="45" creationId="{0367E0DB-1FE4-86C8-D38D-6A3428A7B1FE}"/>
          </ac:spMkLst>
        </pc:spChg>
        <pc:grpChg chg="mod">
          <ac:chgData name="Luiz Alberto Ferreira Gomes" userId="bc531018-f902-4d26-b3af-7ca03fb059d6" providerId="ADAL" clId="{3BB70D4F-FDB5-47A7-B74F-1C409795A232}" dt="2024-01-24T23:05:05.816" v="968" actId="12788"/>
          <ac:grpSpMkLst>
            <pc:docMk/>
            <pc:sldMk cId="2697471032" sldId="329"/>
            <ac:grpSpMk id="2" creationId="{50A6900B-2E52-3EA6-31FD-02ED486EA136}"/>
          </ac:grpSpMkLst>
        </pc:grpChg>
        <pc:grpChg chg="del">
          <ac:chgData name="Luiz Alberto Ferreira Gomes" userId="bc531018-f902-4d26-b3af-7ca03fb059d6" providerId="ADAL" clId="{3BB70D4F-FDB5-47A7-B74F-1C409795A232}" dt="2024-01-24T21:24:16.222" v="523" actId="165"/>
          <ac:grpSpMkLst>
            <pc:docMk/>
            <pc:sldMk cId="2697471032" sldId="329"/>
            <ac:grpSpMk id="4" creationId="{EBB20C67-89D9-707D-2A1E-85953A9CAD4D}"/>
          </ac:grpSpMkLst>
        </pc:grpChg>
        <pc:picChg chg="mod topLvl">
          <ac:chgData name="Luiz Alberto Ferreira Gomes" userId="bc531018-f902-4d26-b3af-7ca03fb059d6" providerId="ADAL" clId="{3BB70D4F-FDB5-47A7-B74F-1C409795A232}" dt="2024-01-24T23:01:54.558" v="928" actId="1076"/>
          <ac:picMkLst>
            <pc:docMk/>
            <pc:sldMk cId="2697471032" sldId="329"/>
            <ac:picMk id="7" creationId="{946E9DAE-C83D-3782-FDEC-328D96A18D5D}"/>
          </ac:picMkLst>
        </pc:picChg>
        <pc:picChg chg="add mod">
          <ac:chgData name="Luiz Alberto Ferreira Gomes" userId="bc531018-f902-4d26-b3af-7ca03fb059d6" providerId="ADAL" clId="{3BB70D4F-FDB5-47A7-B74F-1C409795A232}" dt="2024-01-24T23:01:52.956" v="925" actId="1076"/>
          <ac:picMkLst>
            <pc:docMk/>
            <pc:sldMk cId="2697471032" sldId="329"/>
            <ac:picMk id="10" creationId="{51E0C942-7E92-DAB7-469D-BB2DAA04FA4D}"/>
          </ac:picMkLst>
        </pc:picChg>
        <pc:picChg chg="mod topLvl">
          <ac:chgData name="Luiz Alberto Ferreira Gomes" userId="bc531018-f902-4d26-b3af-7ca03fb059d6" providerId="ADAL" clId="{3BB70D4F-FDB5-47A7-B74F-1C409795A232}" dt="2024-01-24T23:01:53.926" v="927" actId="1076"/>
          <ac:picMkLst>
            <pc:docMk/>
            <pc:sldMk cId="2697471032" sldId="329"/>
            <ac:picMk id="21" creationId="{95BA4ABE-9EC2-EC1F-A1E8-DC7A6238B509}"/>
          </ac:picMkLst>
        </pc:picChg>
        <pc:picChg chg="mod topLvl">
          <ac:chgData name="Luiz Alberto Ferreira Gomes" userId="bc531018-f902-4d26-b3af-7ca03fb059d6" providerId="ADAL" clId="{3BB70D4F-FDB5-47A7-B74F-1C409795A232}" dt="2024-01-24T23:01:53.473" v="926" actId="1076"/>
          <ac:picMkLst>
            <pc:docMk/>
            <pc:sldMk cId="2697471032" sldId="329"/>
            <ac:picMk id="33" creationId="{AF5E3090-49CA-C345-1725-CF4BC73F9AE2}"/>
          </ac:picMkLst>
        </pc:picChg>
        <pc:cxnChg chg="del mod topLvl">
          <ac:chgData name="Luiz Alberto Ferreira Gomes" userId="bc531018-f902-4d26-b3af-7ca03fb059d6" providerId="ADAL" clId="{3BB70D4F-FDB5-47A7-B74F-1C409795A232}" dt="2024-01-24T22:59:14.162" v="915" actId="478"/>
          <ac:cxnSpMkLst>
            <pc:docMk/>
            <pc:sldMk cId="2697471032" sldId="329"/>
            <ac:cxnSpMk id="44" creationId="{ABBDF5AF-E000-B185-DA31-4B0A446A6912}"/>
          </ac:cxnSpMkLst>
        </pc:cxnChg>
      </pc:sldChg>
      <pc:sldChg chg="new del">
        <pc:chgData name="Luiz Alberto Ferreira Gomes" userId="bc531018-f902-4d26-b3af-7ca03fb059d6" providerId="ADAL" clId="{3BB70D4F-FDB5-47A7-B74F-1C409795A232}" dt="2024-01-24T21:22:23.249" v="512" actId="47"/>
        <pc:sldMkLst>
          <pc:docMk/>
          <pc:sldMk cId="1164264167" sldId="330"/>
        </pc:sldMkLst>
      </pc:sldChg>
      <pc:sldChg chg="modSp add mod modNotesTx">
        <pc:chgData name="Luiz Alberto Ferreira Gomes" userId="bc531018-f902-4d26-b3af-7ca03fb059d6" providerId="ADAL" clId="{3BB70D4F-FDB5-47A7-B74F-1C409795A232}" dt="2024-01-24T21:38:12.718" v="819" actId="14100"/>
        <pc:sldMkLst>
          <pc:docMk/>
          <pc:sldMk cId="3793408002" sldId="330"/>
        </pc:sldMkLst>
        <pc:spChg chg="mod">
          <ac:chgData name="Luiz Alberto Ferreira Gomes" userId="bc531018-f902-4d26-b3af-7ca03fb059d6" providerId="ADAL" clId="{3BB70D4F-FDB5-47A7-B74F-1C409795A232}" dt="2024-01-24T21:38:07.488" v="818" actId="552"/>
          <ac:spMkLst>
            <pc:docMk/>
            <pc:sldMk cId="3793408002" sldId="330"/>
            <ac:spMk id="14" creationId="{417CBA85-253D-E8B9-6E41-5261D11D559F}"/>
          </ac:spMkLst>
        </pc:spChg>
        <pc:spChg chg="mod">
          <ac:chgData name="Luiz Alberto Ferreira Gomes" userId="bc531018-f902-4d26-b3af-7ca03fb059d6" providerId="ADAL" clId="{3BB70D4F-FDB5-47A7-B74F-1C409795A232}" dt="2024-01-24T21:34:21.051" v="788" actId="207"/>
          <ac:spMkLst>
            <pc:docMk/>
            <pc:sldMk cId="3793408002" sldId="330"/>
            <ac:spMk id="19" creationId="{43243311-CF6B-7896-E1DC-23A2EF4A7C8E}"/>
          </ac:spMkLst>
        </pc:spChg>
        <pc:spChg chg="mod">
          <ac:chgData name="Luiz Alberto Ferreira Gomes" userId="bc531018-f902-4d26-b3af-7ca03fb059d6" providerId="ADAL" clId="{3BB70D4F-FDB5-47A7-B74F-1C409795A232}" dt="2024-01-24T21:38:07.488" v="818" actId="552"/>
          <ac:spMkLst>
            <pc:docMk/>
            <pc:sldMk cId="3793408002" sldId="330"/>
            <ac:spMk id="20" creationId="{050E892C-3CB3-1FE7-F201-4BA77E4702BC}"/>
          </ac:spMkLst>
        </pc:spChg>
        <pc:spChg chg="mod">
          <ac:chgData name="Luiz Alberto Ferreira Gomes" userId="bc531018-f902-4d26-b3af-7ca03fb059d6" providerId="ADAL" clId="{3BB70D4F-FDB5-47A7-B74F-1C409795A232}" dt="2024-01-24T21:33:54.140" v="786" actId="207"/>
          <ac:spMkLst>
            <pc:docMk/>
            <pc:sldMk cId="3793408002" sldId="330"/>
            <ac:spMk id="45" creationId="{0367E0DB-1FE4-86C8-D38D-6A3428A7B1FE}"/>
          </ac:spMkLst>
        </pc:spChg>
        <pc:picChg chg="mod">
          <ac:chgData name="Luiz Alberto Ferreira Gomes" userId="bc531018-f902-4d26-b3af-7ca03fb059d6" providerId="ADAL" clId="{3BB70D4F-FDB5-47A7-B74F-1C409795A232}" dt="2024-01-24T21:34:14.511" v="787" actId="14826"/>
          <ac:picMkLst>
            <pc:docMk/>
            <pc:sldMk cId="3793408002" sldId="330"/>
            <ac:picMk id="21" creationId="{95BA4ABE-9EC2-EC1F-A1E8-DC7A6238B509}"/>
          </ac:picMkLst>
        </pc:picChg>
        <pc:cxnChg chg="mod">
          <ac:chgData name="Luiz Alberto Ferreira Gomes" userId="bc531018-f902-4d26-b3af-7ca03fb059d6" providerId="ADAL" clId="{3BB70D4F-FDB5-47A7-B74F-1C409795A232}" dt="2024-01-24T21:38:12.718" v="819" actId="14100"/>
          <ac:cxnSpMkLst>
            <pc:docMk/>
            <pc:sldMk cId="3793408002" sldId="330"/>
            <ac:cxnSpMk id="32" creationId="{B3B4E930-8631-E2D4-0667-C6C6575AEABD}"/>
          </ac:cxnSpMkLst>
        </pc:cxnChg>
      </pc:sldChg>
      <pc:sldChg chg="addSp modSp add mod ord">
        <pc:chgData name="Luiz Alberto Ferreira Gomes" userId="bc531018-f902-4d26-b3af-7ca03fb059d6" providerId="ADAL" clId="{3BB70D4F-FDB5-47A7-B74F-1C409795A232}" dt="2024-01-24T22:50:34.926" v="856" actId="14100"/>
        <pc:sldMkLst>
          <pc:docMk/>
          <pc:sldMk cId="3580088863" sldId="331"/>
        </pc:sldMkLst>
        <pc:spChg chg="add mod">
          <ac:chgData name="Luiz Alberto Ferreira Gomes" userId="bc531018-f902-4d26-b3af-7ca03fb059d6" providerId="ADAL" clId="{3BB70D4F-FDB5-47A7-B74F-1C409795A232}" dt="2024-01-24T22:50:29.631" v="855" actId="552"/>
          <ac:spMkLst>
            <pc:docMk/>
            <pc:sldMk cId="3580088863" sldId="331"/>
            <ac:spMk id="4" creationId="{A4BE53D5-69A8-1B3D-2C22-207C8741D830}"/>
          </ac:spMkLst>
        </pc:spChg>
        <pc:spChg chg="mod">
          <ac:chgData name="Luiz Alberto Ferreira Gomes" userId="bc531018-f902-4d26-b3af-7ca03fb059d6" providerId="ADAL" clId="{3BB70D4F-FDB5-47A7-B74F-1C409795A232}" dt="2024-01-24T22:50:29.631" v="855" actId="552"/>
          <ac:spMkLst>
            <pc:docMk/>
            <pc:sldMk cId="3580088863" sldId="331"/>
            <ac:spMk id="14" creationId="{417CBA85-253D-E8B9-6E41-5261D11D559F}"/>
          </ac:spMkLst>
        </pc:spChg>
        <pc:spChg chg="mod">
          <ac:chgData name="Luiz Alberto Ferreira Gomes" userId="bc531018-f902-4d26-b3af-7ca03fb059d6" providerId="ADAL" clId="{3BB70D4F-FDB5-47A7-B74F-1C409795A232}" dt="2024-01-24T22:50:29.631" v="855" actId="552"/>
          <ac:spMkLst>
            <pc:docMk/>
            <pc:sldMk cId="3580088863" sldId="331"/>
            <ac:spMk id="20" creationId="{050E892C-3CB3-1FE7-F201-4BA77E4702BC}"/>
          </ac:spMkLst>
        </pc:spChg>
        <pc:spChg chg="mod">
          <ac:chgData name="Luiz Alberto Ferreira Gomes" userId="bc531018-f902-4d26-b3af-7ca03fb059d6" providerId="ADAL" clId="{3BB70D4F-FDB5-47A7-B74F-1C409795A232}" dt="2024-01-24T22:44:25.873" v="827" actId="207"/>
          <ac:spMkLst>
            <pc:docMk/>
            <pc:sldMk cId="3580088863" sldId="331"/>
            <ac:spMk id="45" creationId="{0367E0DB-1FE4-86C8-D38D-6A3428A7B1FE}"/>
          </ac:spMkLst>
        </pc:spChg>
        <pc:picChg chg="mod">
          <ac:chgData name="Luiz Alberto Ferreira Gomes" userId="bc531018-f902-4d26-b3af-7ca03fb059d6" providerId="ADAL" clId="{3BB70D4F-FDB5-47A7-B74F-1C409795A232}" dt="2024-01-24T22:43:48.242" v="825" actId="14826"/>
          <ac:picMkLst>
            <pc:docMk/>
            <pc:sldMk cId="3580088863" sldId="331"/>
            <ac:picMk id="21" creationId="{95BA4ABE-9EC2-EC1F-A1E8-DC7A6238B509}"/>
          </ac:picMkLst>
        </pc:picChg>
        <pc:cxnChg chg="mod">
          <ac:chgData name="Luiz Alberto Ferreira Gomes" userId="bc531018-f902-4d26-b3af-7ca03fb059d6" providerId="ADAL" clId="{3BB70D4F-FDB5-47A7-B74F-1C409795A232}" dt="2024-01-24T22:50:34.926" v="856" actId="14100"/>
          <ac:cxnSpMkLst>
            <pc:docMk/>
            <pc:sldMk cId="3580088863" sldId="331"/>
            <ac:cxnSpMk id="32" creationId="{B3B4E930-8631-E2D4-0667-C6C6575AEABD}"/>
          </ac:cxnSpMkLst>
        </pc:cxnChg>
      </pc:sldChg>
      <pc:sldChg chg="modSp add mod ord">
        <pc:chgData name="Luiz Alberto Ferreira Gomes" userId="bc531018-f902-4d26-b3af-7ca03fb059d6" providerId="ADAL" clId="{3BB70D4F-FDB5-47A7-B74F-1C409795A232}" dt="2024-01-24T22:57:47.338" v="904" actId="1076"/>
        <pc:sldMkLst>
          <pc:docMk/>
          <pc:sldMk cId="485943467" sldId="332"/>
        </pc:sldMkLst>
        <pc:spChg chg="mod">
          <ac:chgData name="Luiz Alberto Ferreira Gomes" userId="bc531018-f902-4d26-b3af-7ca03fb059d6" providerId="ADAL" clId="{3BB70D4F-FDB5-47A7-B74F-1C409795A232}" dt="2024-01-24T22:57:47.338" v="904" actId="1076"/>
          <ac:spMkLst>
            <pc:docMk/>
            <pc:sldMk cId="485943467" sldId="332"/>
            <ac:spMk id="14" creationId="{417CBA85-253D-E8B9-6E41-5261D11D559F}"/>
          </ac:spMkLst>
        </pc:spChg>
        <pc:spChg chg="mod">
          <ac:chgData name="Luiz Alberto Ferreira Gomes" userId="bc531018-f902-4d26-b3af-7ca03fb059d6" providerId="ADAL" clId="{3BB70D4F-FDB5-47A7-B74F-1C409795A232}" dt="2024-01-24T22:57:47.338" v="904" actId="1076"/>
          <ac:spMkLst>
            <pc:docMk/>
            <pc:sldMk cId="485943467" sldId="332"/>
            <ac:spMk id="20" creationId="{050E892C-3CB3-1FE7-F201-4BA77E4702BC}"/>
          </ac:spMkLst>
        </pc:spChg>
        <pc:picChg chg="mod">
          <ac:chgData name="Luiz Alberto Ferreira Gomes" userId="bc531018-f902-4d26-b3af-7ca03fb059d6" providerId="ADAL" clId="{3BB70D4F-FDB5-47A7-B74F-1C409795A232}" dt="2024-01-24T22:51:09.711" v="860" actId="14826"/>
          <ac:picMkLst>
            <pc:docMk/>
            <pc:sldMk cId="485943467" sldId="332"/>
            <ac:picMk id="21" creationId="{95BA4ABE-9EC2-EC1F-A1E8-DC7A6238B509}"/>
          </ac:picMkLst>
        </pc:picChg>
        <pc:cxnChg chg="mod">
          <ac:chgData name="Luiz Alberto Ferreira Gomes" userId="bc531018-f902-4d26-b3af-7ca03fb059d6" providerId="ADAL" clId="{3BB70D4F-FDB5-47A7-B74F-1C409795A232}" dt="2024-01-24T22:57:47.338" v="904" actId="1076"/>
          <ac:cxnSpMkLst>
            <pc:docMk/>
            <pc:sldMk cId="485943467" sldId="332"/>
            <ac:cxnSpMk id="32" creationId="{B3B4E930-8631-E2D4-0667-C6C6575AEABD}"/>
          </ac:cxnSpMkLst>
        </pc:cxnChg>
      </pc:sldChg>
      <pc:sldChg chg="addSp delSp modSp add mod modNotesTx">
        <pc:chgData name="Luiz Alberto Ferreira Gomes" userId="bc531018-f902-4d26-b3af-7ca03fb059d6" providerId="ADAL" clId="{3BB70D4F-FDB5-47A7-B74F-1C409795A232}" dt="2024-01-24T23:44:40.264" v="1521" actId="207"/>
        <pc:sldMkLst>
          <pc:docMk/>
          <pc:sldMk cId="257746967" sldId="333"/>
        </pc:sldMkLst>
        <pc:spChg chg="mod topLvl">
          <ac:chgData name="Luiz Alberto Ferreira Gomes" userId="bc531018-f902-4d26-b3af-7ca03fb059d6" providerId="ADAL" clId="{3BB70D4F-FDB5-47A7-B74F-1C409795A232}" dt="2024-01-24T23:44:40.264" v="1521" actId="207"/>
          <ac:spMkLst>
            <pc:docMk/>
            <pc:sldMk cId="257746967" sldId="333"/>
            <ac:spMk id="3" creationId="{33C81D77-CE4C-7B11-046A-F669E8411733}"/>
          </ac:spMkLst>
        </pc:spChg>
        <pc:spChg chg="mod topLvl">
          <ac:chgData name="Luiz Alberto Ferreira Gomes" userId="bc531018-f902-4d26-b3af-7ca03fb059d6" providerId="ADAL" clId="{3BB70D4F-FDB5-47A7-B74F-1C409795A232}" dt="2024-01-24T23:37:06.678" v="1178" actId="1037"/>
          <ac:spMkLst>
            <pc:docMk/>
            <pc:sldMk cId="257746967" sldId="333"/>
            <ac:spMk id="6" creationId="{65CA5345-53A0-E01E-A893-1591EAAF530D}"/>
          </ac:spMkLst>
        </pc:spChg>
        <pc:spChg chg="mod">
          <ac:chgData name="Luiz Alberto Ferreira Gomes" userId="bc531018-f902-4d26-b3af-7ca03fb059d6" providerId="ADAL" clId="{3BB70D4F-FDB5-47A7-B74F-1C409795A232}" dt="2024-01-24T23:26:18.980" v="1082"/>
          <ac:spMkLst>
            <pc:docMk/>
            <pc:sldMk cId="257746967" sldId="333"/>
            <ac:spMk id="8" creationId="{B163D60A-482E-9B59-7F6C-5A0595099793}"/>
          </ac:spMkLst>
        </pc:spChg>
        <pc:spChg chg="mod">
          <ac:chgData name="Luiz Alberto Ferreira Gomes" userId="bc531018-f902-4d26-b3af-7ca03fb059d6" providerId="ADAL" clId="{3BB70D4F-FDB5-47A7-B74F-1C409795A232}" dt="2024-01-24T23:26:18.980" v="1082"/>
          <ac:spMkLst>
            <pc:docMk/>
            <pc:sldMk cId="257746967" sldId="333"/>
            <ac:spMk id="10" creationId="{CB1C945F-67AB-07F4-B11C-6C010D0745F0}"/>
          </ac:spMkLst>
        </pc:spChg>
        <pc:spChg chg="add mod topLvl">
          <ac:chgData name="Luiz Alberto Ferreira Gomes" userId="bc531018-f902-4d26-b3af-7ca03fb059d6" providerId="ADAL" clId="{3BB70D4F-FDB5-47A7-B74F-1C409795A232}" dt="2024-01-24T23:44:40.264" v="1521" actId="207"/>
          <ac:spMkLst>
            <pc:docMk/>
            <pc:sldMk cId="257746967" sldId="333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3BB70D4F-FDB5-47A7-B74F-1C409795A232}" dt="2024-01-24T23:24:04.227" v="1045" actId="552"/>
          <ac:spMkLst>
            <pc:docMk/>
            <pc:sldMk cId="257746967" sldId="333"/>
            <ac:spMk id="19" creationId="{42F27CD5-E1EC-CA31-D9FF-172964BED723}"/>
          </ac:spMkLst>
        </pc:spChg>
        <pc:spChg chg="add mod topLvl">
          <ac:chgData name="Luiz Alberto Ferreira Gomes" userId="bc531018-f902-4d26-b3af-7ca03fb059d6" providerId="ADAL" clId="{3BB70D4F-FDB5-47A7-B74F-1C409795A232}" dt="2024-01-24T23:37:06.678" v="1178" actId="1037"/>
          <ac:spMkLst>
            <pc:docMk/>
            <pc:sldMk cId="257746967" sldId="333"/>
            <ac:spMk id="20" creationId="{37F9C325-9DEC-257A-2FC7-3A5E3C9B6BEB}"/>
          </ac:spMkLst>
        </pc:spChg>
        <pc:spChg chg="add mod topLvl">
          <ac:chgData name="Luiz Alberto Ferreira Gomes" userId="bc531018-f902-4d26-b3af-7ca03fb059d6" providerId="ADAL" clId="{3BB70D4F-FDB5-47A7-B74F-1C409795A232}" dt="2024-01-24T23:44:40.264" v="1521" actId="207"/>
          <ac:spMkLst>
            <pc:docMk/>
            <pc:sldMk cId="257746967" sldId="333"/>
            <ac:spMk id="21" creationId="{19CFBC72-15D8-A456-B6EB-5A121229E9FD}"/>
          </ac:spMkLst>
        </pc:spChg>
        <pc:spChg chg="add mod topLvl">
          <ac:chgData name="Luiz Alberto Ferreira Gomes" userId="bc531018-f902-4d26-b3af-7ca03fb059d6" providerId="ADAL" clId="{3BB70D4F-FDB5-47A7-B74F-1C409795A232}" dt="2024-01-24T23:37:06.678" v="1178" actId="1037"/>
          <ac:spMkLst>
            <pc:docMk/>
            <pc:sldMk cId="257746967" sldId="333"/>
            <ac:spMk id="26" creationId="{0BFC1B93-C464-1886-FB57-27EEE3852155}"/>
          </ac:spMkLst>
        </pc:spChg>
        <pc:spChg chg="mod">
          <ac:chgData name="Luiz Alberto Ferreira Gomes" userId="bc531018-f902-4d26-b3af-7ca03fb059d6" providerId="ADAL" clId="{3BB70D4F-FDB5-47A7-B74F-1C409795A232}" dt="2024-01-24T23:38:03.684" v="1200" actId="1076"/>
          <ac:spMkLst>
            <pc:docMk/>
            <pc:sldMk cId="257746967" sldId="333"/>
            <ac:spMk id="27" creationId="{561E9D6F-FBE1-6008-A9D0-9F28766EDBC1}"/>
          </ac:spMkLst>
        </pc:spChg>
        <pc:spChg chg="add mod topLvl">
          <ac:chgData name="Luiz Alberto Ferreira Gomes" userId="bc531018-f902-4d26-b3af-7ca03fb059d6" providerId="ADAL" clId="{3BB70D4F-FDB5-47A7-B74F-1C409795A232}" dt="2024-01-24T23:44:40.264" v="1521" actId="207"/>
          <ac:spMkLst>
            <pc:docMk/>
            <pc:sldMk cId="257746967" sldId="333"/>
            <ac:spMk id="28" creationId="{7B78B7AA-BF0F-3E40-7C33-B45E3752D5A0}"/>
          </ac:spMkLst>
        </pc:spChg>
        <pc:spChg chg="add mod topLvl">
          <ac:chgData name="Luiz Alberto Ferreira Gomes" userId="bc531018-f902-4d26-b3af-7ca03fb059d6" providerId="ADAL" clId="{3BB70D4F-FDB5-47A7-B74F-1C409795A232}" dt="2024-01-24T23:37:06.678" v="1178" actId="1037"/>
          <ac:spMkLst>
            <pc:docMk/>
            <pc:sldMk cId="257746967" sldId="333"/>
            <ac:spMk id="29" creationId="{8FBF876A-AE94-9A2B-157A-5F02F0C8BFD9}"/>
          </ac:spMkLst>
        </pc:spChg>
        <pc:spChg chg="add mod topLvl">
          <ac:chgData name="Luiz Alberto Ferreira Gomes" userId="bc531018-f902-4d26-b3af-7ca03fb059d6" providerId="ADAL" clId="{3BB70D4F-FDB5-47A7-B74F-1C409795A232}" dt="2024-01-24T23:44:40.264" v="1521" actId="207"/>
          <ac:spMkLst>
            <pc:docMk/>
            <pc:sldMk cId="257746967" sldId="333"/>
            <ac:spMk id="30" creationId="{689BA81F-000D-F7BE-C0A4-A0D72B92CADB}"/>
          </ac:spMkLst>
        </pc:spChg>
        <pc:spChg chg="add mod topLvl">
          <ac:chgData name="Luiz Alberto Ferreira Gomes" userId="bc531018-f902-4d26-b3af-7ca03fb059d6" providerId="ADAL" clId="{3BB70D4F-FDB5-47A7-B74F-1C409795A232}" dt="2024-01-24T23:37:06.678" v="1178" actId="1037"/>
          <ac:spMkLst>
            <pc:docMk/>
            <pc:sldMk cId="257746967" sldId="333"/>
            <ac:spMk id="31" creationId="{20284983-D915-E411-FB89-C0596C5338CE}"/>
          </ac:spMkLst>
        </pc:spChg>
        <pc:spChg chg="add mod topLvl">
          <ac:chgData name="Luiz Alberto Ferreira Gomes" userId="bc531018-f902-4d26-b3af-7ca03fb059d6" providerId="ADAL" clId="{3BB70D4F-FDB5-47A7-B74F-1C409795A232}" dt="2024-01-24T23:44:40.264" v="1521" actId="207"/>
          <ac:spMkLst>
            <pc:docMk/>
            <pc:sldMk cId="257746967" sldId="333"/>
            <ac:spMk id="32" creationId="{7992D6CA-2EFB-020F-9664-F887AE93281D}"/>
          </ac:spMkLst>
        </pc:spChg>
        <pc:spChg chg="add mod topLvl">
          <ac:chgData name="Luiz Alberto Ferreira Gomes" userId="bc531018-f902-4d26-b3af-7ca03fb059d6" providerId="ADAL" clId="{3BB70D4F-FDB5-47A7-B74F-1C409795A232}" dt="2024-01-24T23:37:06.678" v="1178" actId="1037"/>
          <ac:spMkLst>
            <pc:docMk/>
            <pc:sldMk cId="257746967" sldId="333"/>
            <ac:spMk id="33" creationId="{4D584B2F-9EBF-A66F-19BB-47002E7094B7}"/>
          </ac:spMkLst>
        </pc:spChg>
        <pc:grpChg chg="add mod">
          <ac:chgData name="Luiz Alberto Ferreira Gomes" userId="bc531018-f902-4d26-b3af-7ca03fb059d6" providerId="ADAL" clId="{3BB70D4F-FDB5-47A7-B74F-1C409795A232}" dt="2024-01-24T23:26:18.980" v="1082"/>
          <ac:grpSpMkLst>
            <pc:docMk/>
            <pc:sldMk cId="257746967" sldId="333"/>
            <ac:grpSpMk id="4" creationId="{84E347E4-D340-60B9-4DE9-D89E480BC6F6}"/>
          </ac:grpSpMkLst>
        </pc:grpChg>
        <pc:grpChg chg="add del mod">
          <ac:chgData name="Luiz Alberto Ferreira Gomes" userId="bc531018-f902-4d26-b3af-7ca03fb059d6" providerId="ADAL" clId="{3BB70D4F-FDB5-47A7-B74F-1C409795A232}" dt="2024-01-24T23:36:54.263" v="1168" actId="165"/>
          <ac:grpSpMkLst>
            <pc:docMk/>
            <pc:sldMk cId="257746967" sldId="333"/>
            <ac:grpSpMk id="34" creationId="{0B29211F-653E-AFF8-7667-E44D6132F73D}"/>
          </ac:grpSpMkLst>
        </pc:grpChg>
        <pc:grpChg chg="add del mod">
          <ac:chgData name="Luiz Alberto Ferreira Gomes" userId="bc531018-f902-4d26-b3af-7ca03fb059d6" providerId="ADAL" clId="{3BB70D4F-FDB5-47A7-B74F-1C409795A232}" dt="2024-01-24T23:36:54.263" v="1168" actId="165"/>
          <ac:grpSpMkLst>
            <pc:docMk/>
            <pc:sldMk cId="257746967" sldId="333"/>
            <ac:grpSpMk id="35" creationId="{4DE90A1B-C649-85EC-E7D0-4BA4F119F1CC}"/>
          </ac:grpSpMkLst>
        </pc:grpChg>
        <pc:grpChg chg="add del mod">
          <ac:chgData name="Luiz Alberto Ferreira Gomes" userId="bc531018-f902-4d26-b3af-7ca03fb059d6" providerId="ADAL" clId="{3BB70D4F-FDB5-47A7-B74F-1C409795A232}" dt="2024-01-24T23:36:54.263" v="1168" actId="165"/>
          <ac:grpSpMkLst>
            <pc:docMk/>
            <pc:sldMk cId="257746967" sldId="333"/>
            <ac:grpSpMk id="36" creationId="{0ED5A7A0-7A7A-A237-001B-7CD3A6531D24}"/>
          </ac:grpSpMkLst>
        </pc:grpChg>
        <pc:grpChg chg="add del mod">
          <ac:chgData name="Luiz Alberto Ferreira Gomes" userId="bc531018-f902-4d26-b3af-7ca03fb059d6" providerId="ADAL" clId="{3BB70D4F-FDB5-47A7-B74F-1C409795A232}" dt="2024-01-24T23:36:54.263" v="1168" actId="165"/>
          <ac:grpSpMkLst>
            <pc:docMk/>
            <pc:sldMk cId="257746967" sldId="333"/>
            <ac:grpSpMk id="37" creationId="{511C5E87-6FF0-E731-4E9A-92EF241CDC0E}"/>
          </ac:grpSpMkLst>
        </pc:grpChg>
        <pc:grpChg chg="add del mod">
          <ac:chgData name="Luiz Alberto Ferreira Gomes" userId="bc531018-f902-4d26-b3af-7ca03fb059d6" providerId="ADAL" clId="{3BB70D4F-FDB5-47A7-B74F-1C409795A232}" dt="2024-01-24T23:36:54.263" v="1168" actId="165"/>
          <ac:grpSpMkLst>
            <pc:docMk/>
            <pc:sldMk cId="257746967" sldId="333"/>
            <ac:grpSpMk id="38" creationId="{E47EA552-2141-DD3B-9612-2C2CE5A5F7A0}"/>
          </ac:grpSpMkLst>
        </pc:grpChg>
        <pc:grpChg chg="del mod">
          <ac:chgData name="Luiz Alberto Ferreira Gomes" userId="bc531018-f902-4d26-b3af-7ca03fb059d6" providerId="ADAL" clId="{3BB70D4F-FDB5-47A7-B74F-1C409795A232}" dt="2024-01-24T23:36:54.263" v="1168" actId="165"/>
          <ac:grpSpMkLst>
            <pc:docMk/>
            <pc:sldMk cId="257746967" sldId="333"/>
            <ac:grpSpMk id="57" creationId="{BCF65F64-40E6-0E50-5DC0-4F61DDCFB89A}"/>
          </ac:grpSpMkLst>
        </pc:grpChg>
        <pc:grpChg chg="del">
          <ac:chgData name="Luiz Alberto Ferreira Gomes" userId="bc531018-f902-4d26-b3af-7ca03fb059d6" providerId="ADAL" clId="{3BB70D4F-FDB5-47A7-B74F-1C409795A232}" dt="2024-01-24T23:26:15.758" v="1081" actId="478"/>
          <ac:grpSpMkLst>
            <pc:docMk/>
            <pc:sldMk cId="257746967" sldId="333"/>
            <ac:grpSpMk id="58" creationId="{CFD339F0-4048-BEDB-E050-94E94DB277A5}"/>
          </ac:grpSpMkLst>
        </pc:grpChg>
        <pc:grpChg chg="del">
          <ac:chgData name="Luiz Alberto Ferreira Gomes" userId="bc531018-f902-4d26-b3af-7ca03fb059d6" providerId="ADAL" clId="{3BB70D4F-FDB5-47A7-B74F-1C409795A232}" dt="2024-01-24T23:26:15.758" v="1081" actId="478"/>
          <ac:grpSpMkLst>
            <pc:docMk/>
            <pc:sldMk cId="257746967" sldId="333"/>
            <ac:grpSpMk id="59" creationId="{8BDF333C-F888-EE38-897C-0103BADB08FF}"/>
          </ac:grpSpMkLst>
        </pc:grpChg>
        <pc:grpChg chg="del">
          <ac:chgData name="Luiz Alberto Ferreira Gomes" userId="bc531018-f902-4d26-b3af-7ca03fb059d6" providerId="ADAL" clId="{3BB70D4F-FDB5-47A7-B74F-1C409795A232}" dt="2024-01-24T23:26:15.758" v="1081" actId="478"/>
          <ac:grpSpMkLst>
            <pc:docMk/>
            <pc:sldMk cId="257746967" sldId="333"/>
            <ac:grpSpMk id="60" creationId="{77643780-C7DF-7009-6F64-06F53B0FA2CD}"/>
          </ac:grpSpMkLst>
        </pc:grpChg>
        <pc:grpChg chg="del">
          <ac:chgData name="Luiz Alberto Ferreira Gomes" userId="bc531018-f902-4d26-b3af-7ca03fb059d6" providerId="ADAL" clId="{3BB70D4F-FDB5-47A7-B74F-1C409795A232}" dt="2024-01-24T23:26:15.758" v="1081" actId="478"/>
          <ac:grpSpMkLst>
            <pc:docMk/>
            <pc:sldMk cId="257746967" sldId="333"/>
            <ac:grpSpMk id="61" creationId="{532BBBB2-F180-0FAA-7246-70AE0A9F61B0}"/>
          </ac:grpSpMkLst>
        </pc:grpChg>
        <pc:picChg chg="mod">
          <ac:chgData name="Luiz Alberto Ferreira Gomes" userId="bc531018-f902-4d26-b3af-7ca03fb059d6" providerId="ADAL" clId="{3BB70D4F-FDB5-47A7-B74F-1C409795A232}" dt="2024-01-24T23:24:04.227" v="1045" actId="552"/>
          <ac:picMkLst>
            <pc:docMk/>
            <pc:sldMk cId="257746967" sldId="333"/>
            <ac:picMk id="56" creationId="{5728AAB0-E96C-F988-C6F2-FF159CFCC810}"/>
          </ac:picMkLst>
        </pc:picChg>
        <pc:cxnChg chg="add del mod">
          <ac:chgData name="Luiz Alberto Ferreira Gomes" userId="bc531018-f902-4d26-b3af-7ca03fb059d6" providerId="ADAL" clId="{3BB70D4F-FDB5-47A7-B74F-1C409795A232}" dt="2024-01-24T23:26:26.572" v="1084" actId="478"/>
          <ac:cxnSpMkLst>
            <pc:docMk/>
            <pc:sldMk cId="257746967" sldId="333"/>
            <ac:cxnSpMk id="16" creationId="{D445132D-1A22-D420-23B2-08AA1280BBCB}"/>
          </ac:cxnSpMkLst>
        </pc:cxnChg>
        <pc:cxnChg chg="add mod">
          <ac:chgData name="Luiz Alberto Ferreira Gomes" userId="bc531018-f902-4d26-b3af-7ca03fb059d6" providerId="ADAL" clId="{3BB70D4F-FDB5-47A7-B74F-1C409795A232}" dt="2024-01-24T23:37:39.503" v="1190" actId="1036"/>
          <ac:cxnSpMkLst>
            <pc:docMk/>
            <pc:sldMk cId="257746967" sldId="333"/>
            <ac:cxnSpMk id="39" creationId="{D4F9249E-F27E-F072-4A9A-05931339D4A7}"/>
          </ac:cxnSpMkLst>
        </pc:cxnChg>
        <pc:cxnChg chg="del mod">
          <ac:chgData name="Luiz Alberto Ferreira Gomes" userId="bc531018-f902-4d26-b3af-7ca03fb059d6" providerId="ADAL" clId="{3BB70D4F-FDB5-47A7-B74F-1C409795A232}" dt="2024-01-24T23:29:34.443" v="1114" actId="21"/>
          <ac:cxnSpMkLst>
            <pc:docMk/>
            <pc:sldMk cId="257746967" sldId="333"/>
            <ac:cxnSpMk id="53" creationId="{D4F9249E-F27E-F072-4A9A-05931339D4A7}"/>
          </ac:cxnSpMkLst>
        </pc:cxnChg>
      </pc:sldChg>
      <pc:sldChg chg="addSp modSp add del mod">
        <pc:chgData name="Luiz Alberto Ferreira Gomes" userId="bc531018-f902-4d26-b3af-7ca03fb059d6" providerId="ADAL" clId="{3BB70D4F-FDB5-47A7-B74F-1C409795A232}" dt="2024-01-24T23:04:54.574" v="967" actId="2696"/>
        <pc:sldMkLst>
          <pc:docMk/>
          <pc:sldMk cId="1179704838" sldId="333"/>
        </pc:sldMkLst>
        <pc:spChg chg="add mod">
          <ac:chgData name="Luiz Alberto Ferreira Gomes" userId="bc531018-f902-4d26-b3af-7ca03fb059d6" providerId="ADAL" clId="{3BB70D4F-FDB5-47A7-B74F-1C409795A232}" dt="2024-01-24T23:04:41.800" v="966" actId="1076"/>
          <ac:spMkLst>
            <pc:docMk/>
            <pc:sldMk cId="1179704838" sldId="333"/>
            <ac:spMk id="13" creationId="{C2CA65D2-D8F3-C81A-ED3E-B48C6FD7EC28}"/>
          </ac:spMkLst>
        </pc:spChg>
        <pc:spChg chg="mod">
          <ac:chgData name="Luiz Alberto Ferreira Gomes" userId="bc531018-f902-4d26-b3af-7ca03fb059d6" providerId="ADAL" clId="{3BB70D4F-FDB5-47A7-B74F-1C409795A232}" dt="2024-01-24T23:04:19.086" v="962" actId="1076"/>
          <ac:spMkLst>
            <pc:docMk/>
            <pc:sldMk cId="1179704838" sldId="333"/>
            <ac:spMk id="26" creationId="{1F667DC8-17F2-8367-139D-99A010CE5CCD}"/>
          </ac:spMkLst>
        </pc:spChg>
        <pc:picChg chg="mod">
          <ac:chgData name="Luiz Alberto Ferreira Gomes" userId="bc531018-f902-4d26-b3af-7ca03fb059d6" providerId="ADAL" clId="{3BB70D4F-FDB5-47A7-B74F-1C409795A232}" dt="2024-01-24T23:02:26.651" v="942" actId="1076"/>
          <ac:picMkLst>
            <pc:docMk/>
            <pc:sldMk cId="1179704838" sldId="333"/>
            <ac:picMk id="21" creationId="{95BA4ABE-9EC2-EC1F-A1E8-DC7A6238B509}"/>
          </ac:picMkLst>
        </pc:picChg>
      </pc:sldChg>
      <pc:sldChg chg="modSp add mod modNotesTx">
        <pc:chgData name="Luiz Alberto Ferreira Gomes" userId="bc531018-f902-4d26-b3af-7ca03fb059d6" providerId="ADAL" clId="{3BB70D4F-FDB5-47A7-B74F-1C409795A232}" dt="2024-01-24T23:44:46.072" v="1522" actId="207"/>
        <pc:sldMkLst>
          <pc:docMk/>
          <pc:sldMk cId="2399859480" sldId="334"/>
        </pc:sldMkLst>
        <pc:spChg chg="mod">
          <ac:chgData name="Luiz Alberto Ferreira Gomes" userId="bc531018-f902-4d26-b3af-7ca03fb059d6" providerId="ADAL" clId="{3BB70D4F-FDB5-47A7-B74F-1C409795A232}" dt="2024-01-24T23:44:46.072" v="1522" actId="207"/>
          <ac:spMkLst>
            <pc:docMk/>
            <pc:sldMk cId="2399859480" sldId="334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3BB70D4F-FDB5-47A7-B74F-1C409795A232}" dt="2024-01-24T23:44:46.072" v="1522" actId="207"/>
          <ac:spMkLst>
            <pc:docMk/>
            <pc:sldMk cId="2399859480" sldId="334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3BB70D4F-FDB5-47A7-B74F-1C409795A232}" dt="2024-01-24T23:44:46.072" v="1522" actId="207"/>
          <ac:spMkLst>
            <pc:docMk/>
            <pc:sldMk cId="2399859480" sldId="334"/>
            <ac:spMk id="21" creationId="{19CFBC72-15D8-A456-B6EB-5A121229E9FD}"/>
          </ac:spMkLst>
        </pc:spChg>
        <pc:spChg chg="mod">
          <ac:chgData name="Luiz Alberto Ferreira Gomes" userId="bc531018-f902-4d26-b3af-7ca03fb059d6" providerId="ADAL" clId="{3BB70D4F-FDB5-47A7-B74F-1C409795A232}" dt="2024-01-24T23:44:46.072" v="1522" actId="207"/>
          <ac:spMkLst>
            <pc:docMk/>
            <pc:sldMk cId="2399859480" sldId="334"/>
            <ac:spMk id="28" creationId="{7B78B7AA-BF0F-3E40-7C33-B45E3752D5A0}"/>
          </ac:spMkLst>
        </pc:spChg>
        <pc:spChg chg="mod">
          <ac:chgData name="Luiz Alberto Ferreira Gomes" userId="bc531018-f902-4d26-b3af-7ca03fb059d6" providerId="ADAL" clId="{3BB70D4F-FDB5-47A7-B74F-1C409795A232}" dt="2024-01-24T23:44:46.072" v="1522" actId="207"/>
          <ac:spMkLst>
            <pc:docMk/>
            <pc:sldMk cId="2399859480" sldId="334"/>
            <ac:spMk id="30" creationId="{689BA81F-000D-F7BE-C0A4-A0D72B92CADB}"/>
          </ac:spMkLst>
        </pc:spChg>
        <pc:spChg chg="mod">
          <ac:chgData name="Luiz Alberto Ferreira Gomes" userId="bc531018-f902-4d26-b3af-7ca03fb059d6" providerId="ADAL" clId="{3BB70D4F-FDB5-47A7-B74F-1C409795A232}" dt="2024-01-24T23:44:46.072" v="1522" actId="207"/>
          <ac:spMkLst>
            <pc:docMk/>
            <pc:sldMk cId="2399859480" sldId="334"/>
            <ac:spMk id="32" creationId="{7992D6CA-2EFB-020F-9664-F887AE93281D}"/>
          </ac:spMkLst>
        </pc:spChg>
        <pc:cxnChg chg="mod">
          <ac:chgData name="Luiz Alberto Ferreira Gomes" userId="bc531018-f902-4d26-b3af-7ca03fb059d6" providerId="ADAL" clId="{3BB70D4F-FDB5-47A7-B74F-1C409795A232}" dt="2024-01-24T23:41:11.590" v="1256" actId="1036"/>
          <ac:cxnSpMkLst>
            <pc:docMk/>
            <pc:sldMk cId="2399859480" sldId="334"/>
            <ac:cxnSpMk id="39" creationId="{D4F9249E-F27E-F072-4A9A-05931339D4A7}"/>
          </ac:cxnSpMkLst>
        </pc:cxnChg>
      </pc:sldChg>
      <pc:sldChg chg="modSp add mod modNotesTx">
        <pc:chgData name="Luiz Alberto Ferreira Gomes" userId="bc531018-f902-4d26-b3af-7ca03fb059d6" providerId="ADAL" clId="{3BB70D4F-FDB5-47A7-B74F-1C409795A232}" dt="2024-01-24T23:44:52.082" v="1523" actId="207"/>
        <pc:sldMkLst>
          <pc:docMk/>
          <pc:sldMk cId="2284944023" sldId="335"/>
        </pc:sldMkLst>
        <pc:spChg chg="mod">
          <ac:chgData name="Luiz Alberto Ferreira Gomes" userId="bc531018-f902-4d26-b3af-7ca03fb059d6" providerId="ADAL" clId="{3BB70D4F-FDB5-47A7-B74F-1C409795A232}" dt="2024-01-24T23:44:52.082" v="1523" actId="207"/>
          <ac:spMkLst>
            <pc:docMk/>
            <pc:sldMk cId="2284944023" sldId="335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3BB70D4F-FDB5-47A7-B74F-1C409795A232}" dt="2024-01-24T23:44:52.082" v="1523" actId="207"/>
          <ac:spMkLst>
            <pc:docMk/>
            <pc:sldMk cId="2284944023" sldId="335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3BB70D4F-FDB5-47A7-B74F-1C409795A232}" dt="2024-01-24T23:44:52.082" v="1523" actId="207"/>
          <ac:spMkLst>
            <pc:docMk/>
            <pc:sldMk cId="2284944023" sldId="335"/>
            <ac:spMk id="21" creationId="{19CFBC72-15D8-A456-B6EB-5A121229E9FD}"/>
          </ac:spMkLst>
        </pc:spChg>
        <pc:spChg chg="mod">
          <ac:chgData name="Luiz Alberto Ferreira Gomes" userId="bc531018-f902-4d26-b3af-7ca03fb059d6" providerId="ADAL" clId="{3BB70D4F-FDB5-47A7-B74F-1C409795A232}" dt="2024-01-24T23:44:52.082" v="1523" actId="207"/>
          <ac:spMkLst>
            <pc:docMk/>
            <pc:sldMk cId="2284944023" sldId="335"/>
            <ac:spMk id="28" creationId="{7B78B7AA-BF0F-3E40-7C33-B45E3752D5A0}"/>
          </ac:spMkLst>
        </pc:spChg>
        <pc:spChg chg="mod">
          <ac:chgData name="Luiz Alberto Ferreira Gomes" userId="bc531018-f902-4d26-b3af-7ca03fb059d6" providerId="ADAL" clId="{3BB70D4F-FDB5-47A7-B74F-1C409795A232}" dt="2024-01-24T23:44:52.082" v="1523" actId="207"/>
          <ac:spMkLst>
            <pc:docMk/>
            <pc:sldMk cId="2284944023" sldId="335"/>
            <ac:spMk id="30" creationId="{689BA81F-000D-F7BE-C0A4-A0D72B92CADB}"/>
          </ac:spMkLst>
        </pc:spChg>
        <pc:spChg chg="mod">
          <ac:chgData name="Luiz Alberto Ferreira Gomes" userId="bc531018-f902-4d26-b3af-7ca03fb059d6" providerId="ADAL" clId="{3BB70D4F-FDB5-47A7-B74F-1C409795A232}" dt="2024-01-24T23:44:52.082" v="1523" actId="207"/>
          <ac:spMkLst>
            <pc:docMk/>
            <pc:sldMk cId="2284944023" sldId="335"/>
            <ac:spMk id="32" creationId="{7992D6CA-2EFB-020F-9664-F887AE93281D}"/>
          </ac:spMkLst>
        </pc:spChg>
        <pc:cxnChg chg="mod">
          <ac:chgData name="Luiz Alberto Ferreira Gomes" userId="bc531018-f902-4d26-b3af-7ca03fb059d6" providerId="ADAL" clId="{3BB70D4F-FDB5-47A7-B74F-1C409795A232}" dt="2024-01-24T23:41:43.173" v="1307" actId="1036"/>
          <ac:cxnSpMkLst>
            <pc:docMk/>
            <pc:sldMk cId="2284944023" sldId="335"/>
            <ac:cxnSpMk id="39" creationId="{D4F9249E-F27E-F072-4A9A-05931339D4A7}"/>
          </ac:cxnSpMkLst>
        </pc:cxnChg>
      </pc:sldChg>
      <pc:sldChg chg="modSp add del mod modNotesTx">
        <pc:chgData name="Luiz Alberto Ferreira Gomes" userId="bc531018-f902-4d26-b3af-7ca03fb059d6" providerId="ADAL" clId="{3BB70D4F-FDB5-47A7-B74F-1C409795A232}" dt="2024-01-24T23:44:57.255" v="1524" actId="207"/>
        <pc:sldMkLst>
          <pc:docMk/>
          <pc:sldMk cId="3718074381" sldId="336"/>
        </pc:sldMkLst>
        <pc:spChg chg="mod">
          <ac:chgData name="Luiz Alberto Ferreira Gomes" userId="bc531018-f902-4d26-b3af-7ca03fb059d6" providerId="ADAL" clId="{3BB70D4F-FDB5-47A7-B74F-1C409795A232}" dt="2024-01-24T23:44:57.255" v="1524" actId="207"/>
          <ac:spMkLst>
            <pc:docMk/>
            <pc:sldMk cId="3718074381" sldId="336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3BB70D4F-FDB5-47A7-B74F-1C409795A232}" dt="2024-01-24T23:44:57.255" v="1524" actId="207"/>
          <ac:spMkLst>
            <pc:docMk/>
            <pc:sldMk cId="3718074381" sldId="336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3BB70D4F-FDB5-47A7-B74F-1C409795A232}" dt="2024-01-24T23:44:57.255" v="1524" actId="207"/>
          <ac:spMkLst>
            <pc:docMk/>
            <pc:sldMk cId="3718074381" sldId="336"/>
            <ac:spMk id="21" creationId="{19CFBC72-15D8-A456-B6EB-5A121229E9FD}"/>
          </ac:spMkLst>
        </pc:spChg>
        <pc:spChg chg="mod">
          <ac:chgData name="Luiz Alberto Ferreira Gomes" userId="bc531018-f902-4d26-b3af-7ca03fb059d6" providerId="ADAL" clId="{3BB70D4F-FDB5-47A7-B74F-1C409795A232}" dt="2024-01-24T23:44:57.255" v="1524" actId="207"/>
          <ac:spMkLst>
            <pc:docMk/>
            <pc:sldMk cId="3718074381" sldId="336"/>
            <ac:spMk id="28" creationId="{7B78B7AA-BF0F-3E40-7C33-B45E3752D5A0}"/>
          </ac:spMkLst>
        </pc:spChg>
        <pc:spChg chg="mod">
          <ac:chgData name="Luiz Alberto Ferreira Gomes" userId="bc531018-f902-4d26-b3af-7ca03fb059d6" providerId="ADAL" clId="{3BB70D4F-FDB5-47A7-B74F-1C409795A232}" dt="2024-01-24T23:44:57.255" v="1524" actId="207"/>
          <ac:spMkLst>
            <pc:docMk/>
            <pc:sldMk cId="3718074381" sldId="336"/>
            <ac:spMk id="30" creationId="{689BA81F-000D-F7BE-C0A4-A0D72B92CADB}"/>
          </ac:spMkLst>
        </pc:spChg>
        <pc:spChg chg="mod">
          <ac:chgData name="Luiz Alberto Ferreira Gomes" userId="bc531018-f902-4d26-b3af-7ca03fb059d6" providerId="ADAL" clId="{3BB70D4F-FDB5-47A7-B74F-1C409795A232}" dt="2024-01-24T23:44:57.255" v="1524" actId="207"/>
          <ac:spMkLst>
            <pc:docMk/>
            <pc:sldMk cId="3718074381" sldId="336"/>
            <ac:spMk id="32" creationId="{7992D6CA-2EFB-020F-9664-F887AE93281D}"/>
          </ac:spMkLst>
        </pc:spChg>
        <pc:cxnChg chg="mod">
          <ac:chgData name="Luiz Alberto Ferreira Gomes" userId="bc531018-f902-4d26-b3af-7ca03fb059d6" providerId="ADAL" clId="{3BB70D4F-FDB5-47A7-B74F-1C409795A232}" dt="2024-01-24T23:42:07.843" v="1370" actId="1036"/>
          <ac:cxnSpMkLst>
            <pc:docMk/>
            <pc:sldMk cId="3718074381" sldId="336"/>
            <ac:cxnSpMk id="39" creationId="{D4F9249E-F27E-F072-4A9A-05931339D4A7}"/>
          </ac:cxnSpMkLst>
        </pc:cxnChg>
      </pc:sldChg>
      <pc:sldChg chg="modSp add mod modNotesTx">
        <pc:chgData name="Luiz Alberto Ferreira Gomes" userId="bc531018-f902-4d26-b3af-7ca03fb059d6" providerId="ADAL" clId="{3BB70D4F-FDB5-47A7-B74F-1C409795A232}" dt="2024-01-24T23:45:03.412" v="1525" actId="207"/>
        <pc:sldMkLst>
          <pc:docMk/>
          <pc:sldMk cId="2463827569" sldId="337"/>
        </pc:sldMkLst>
        <pc:spChg chg="mod">
          <ac:chgData name="Luiz Alberto Ferreira Gomes" userId="bc531018-f902-4d26-b3af-7ca03fb059d6" providerId="ADAL" clId="{3BB70D4F-FDB5-47A7-B74F-1C409795A232}" dt="2024-01-24T23:45:03.412" v="1525" actId="207"/>
          <ac:spMkLst>
            <pc:docMk/>
            <pc:sldMk cId="2463827569" sldId="337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3BB70D4F-FDB5-47A7-B74F-1C409795A232}" dt="2024-01-24T23:45:03.412" v="1525" actId="207"/>
          <ac:spMkLst>
            <pc:docMk/>
            <pc:sldMk cId="2463827569" sldId="337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3BB70D4F-FDB5-47A7-B74F-1C409795A232}" dt="2024-01-24T23:45:03.412" v="1525" actId="207"/>
          <ac:spMkLst>
            <pc:docMk/>
            <pc:sldMk cId="2463827569" sldId="337"/>
            <ac:spMk id="21" creationId="{19CFBC72-15D8-A456-B6EB-5A121229E9FD}"/>
          </ac:spMkLst>
        </pc:spChg>
        <pc:spChg chg="mod">
          <ac:chgData name="Luiz Alberto Ferreira Gomes" userId="bc531018-f902-4d26-b3af-7ca03fb059d6" providerId="ADAL" clId="{3BB70D4F-FDB5-47A7-B74F-1C409795A232}" dt="2024-01-24T23:45:03.412" v="1525" actId="207"/>
          <ac:spMkLst>
            <pc:docMk/>
            <pc:sldMk cId="2463827569" sldId="337"/>
            <ac:spMk id="28" creationId="{7B78B7AA-BF0F-3E40-7C33-B45E3752D5A0}"/>
          </ac:spMkLst>
        </pc:spChg>
        <pc:spChg chg="mod">
          <ac:chgData name="Luiz Alberto Ferreira Gomes" userId="bc531018-f902-4d26-b3af-7ca03fb059d6" providerId="ADAL" clId="{3BB70D4F-FDB5-47A7-B74F-1C409795A232}" dt="2024-01-24T23:45:03.412" v="1525" actId="207"/>
          <ac:spMkLst>
            <pc:docMk/>
            <pc:sldMk cId="2463827569" sldId="337"/>
            <ac:spMk id="30" creationId="{689BA81F-000D-F7BE-C0A4-A0D72B92CADB}"/>
          </ac:spMkLst>
        </pc:spChg>
        <pc:spChg chg="mod">
          <ac:chgData name="Luiz Alberto Ferreira Gomes" userId="bc531018-f902-4d26-b3af-7ca03fb059d6" providerId="ADAL" clId="{3BB70D4F-FDB5-47A7-B74F-1C409795A232}" dt="2024-01-24T23:45:03.412" v="1525" actId="207"/>
          <ac:spMkLst>
            <pc:docMk/>
            <pc:sldMk cId="2463827569" sldId="337"/>
            <ac:spMk id="32" creationId="{7992D6CA-2EFB-020F-9664-F887AE93281D}"/>
          </ac:spMkLst>
        </pc:spChg>
        <pc:cxnChg chg="mod">
          <ac:chgData name="Luiz Alberto Ferreira Gomes" userId="bc531018-f902-4d26-b3af-7ca03fb059d6" providerId="ADAL" clId="{3BB70D4F-FDB5-47A7-B74F-1C409795A232}" dt="2024-01-24T23:42:36.364" v="1440" actId="1036"/>
          <ac:cxnSpMkLst>
            <pc:docMk/>
            <pc:sldMk cId="2463827569" sldId="337"/>
            <ac:cxnSpMk id="39" creationId="{D4F9249E-F27E-F072-4A9A-05931339D4A7}"/>
          </ac:cxnSpMkLst>
        </pc:cxnChg>
      </pc:sldChg>
      <pc:sldChg chg="add del modNotesTx">
        <pc:chgData name="Luiz Alberto Ferreira Gomes" userId="bc531018-f902-4d26-b3af-7ca03fb059d6" providerId="ADAL" clId="{3BB70D4F-FDB5-47A7-B74F-1C409795A232}" dt="2024-01-24T23:44:12.633" v="1447" actId="47"/>
        <pc:sldMkLst>
          <pc:docMk/>
          <pc:sldMk cId="887859480" sldId="338"/>
        </pc:sldMkLst>
      </pc:sldChg>
      <pc:sldChg chg="modSp add mod modNotesTx">
        <pc:chgData name="Luiz Alberto Ferreira Gomes" userId="bc531018-f902-4d26-b3af-7ca03fb059d6" providerId="ADAL" clId="{3BB70D4F-FDB5-47A7-B74F-1C409795A232}" dt="2024-01-24T23:45:11.162" v="1526" actId="207"/>
        <pc:sldMkLst>
          <pc:docMk/>
          <pc:sldMk cId="237658694" sldId="339"/>
        </pc:sldMkLst>
        <pc:spChg chg="mod">
          <ac:chgData name="Luiz Alberto Ferreira Gomes" userId="bc531018-f902-4d26-b3af-7ca03fb059d6" providerId="ADAL" clId="{3BB70D4F-FDB5-47A7-B74F-1C409795A232}" dt="2024-01-24T23:45:11.162" v="1526" actId="207"/>
          <ac:spMkLst>
            <pc:docMk/>
            <pc:sldMk cId="237658694" sldId="339"/>
            <ac:spMk id="3" creationId="{33C81D77-CE4C-7B11-046A-F669E8411733}"/>
          </ac:spMkLst>
        </pc:spChg>
        <pc:spChg chg="mod">
          <ac:chgData name="Luiz Alberto Ferreira Gomes" userId="bc531018-f902-4d26-b3af-7ca03fb059d6" providerId="ADAL" clId="{3BB70D4F-FDB5-47A7-B74F-1C409795A232}" dt="2024-01-24T23:45:11.162" v="1526" actId="207"/>
          <ac:spMkLst>
            <pc:docMk/>
            <pc:sldMk cId="237658694" sldId="339"/>
            <ac:spMk id="18" creationId="{FC5CD744-EECB-F49D-2A7C-FA6A55B8B764}"/>
          </ac:spMkLst>
        </pc:spChg>
        <pc:spChg chg="mod">
          <ac:chgData name="Luiz Alberto Ferreira Gomes" userId="bc531018-f902-4d26-b3af-7ca03fb059d6" providerId="ADAL" clId="{3BB70D4F-FDB5-47A7-B74F-1C409795A232}" dt="2024-01-24T23:45:11.162" v="1526" actId="207"/>
          <ac:spMkLst>
            <pc:docMk/>
            <pc:sldMk cId="237658694" sldId="339"/>
            <ac:spMk id="21" creationId="{19CFBC72-15D8-A456-B6EB-5A121229E9FD}"/>
          </ac:spMkLst>
        </pc:spChg>
        <pc:spChg chg="mod">
          <ac:chgData name="Luiz Alberto Ferreira Gomes" userId="bc531018-f902-4d26-b3af-7ca03fb059d6" providerId="ADAL" clId="{3BB70D4F-FDB5-47A7-B74F-1C409795A232}" dt="2024-01-24T23:45:11.162" v="1526" actId="207"/>
          <ac:spMkLst>
            <pc:docMk/>
            <pc:sldMk cId="237658694" sldId="339"/>
            <ac:spMk id="28" creationId="{7B78B7AA-BF0F-3E40-7C33-B45E3752D5A0}"/>
          </ac:spMkLst>
        </pc:spChg>
        <pc:spChg chg="mod">
          <ac:chgData name="Luiz Alberto Ferreira Gomes" userId="bc531018-f902-4d26-b3af-7ca03fb059d6" providerId="ADAL" clId="{3BB70D4F-FDB5-47A7-B74F-1C409795A232}" dt="2024-01-24T23:45:11.162" v="1526" actId="207"/>
          <ac:spMkLst>
            <pc:docMk/>
            <pc:sldMk cId="237658694" sldId="339"/>
            <ac:spMk id="30" creationId="{689BA81F-000D-F7BE-C0A4-A0D72B92CADB}"/>
          </ac:spMkLst>
        </pc:spChg>
        <pc:spChg chg="mod">
          <ac:chgData name="Luiz Alberto Ferreira Gomes" userId="bc531018-f902-4d26-b3af-7ca03fb059d6" providerId="ADAL" clId="{3BB70D4F-FDB5-47A7-B74F-1C409795A232}" dt="2024-01-24T23:45:11.162" v="1526" actId="207"/>
          <ac:spMkLst>
            <pc:docMk/>
            <pc:sldMk cId="237658694" sldId="339"/>
            <ac:spMk id="32" creationId="{7992D6CA-2EFB-020F-9664-F887AE93281D}"/>
          </ac:spMkLst>
        </pc:spChg>
        <pc:cxnChg chg="mod">
          <ac:chgData name="Luiz Alberto Ferreira Gomes" userId="bc531018-f902-4d26-b3af-7ca03fb059d6" providerId="ADAL" clId="{3BB70D4F-FDB5-47A7-B74F-1C409795A232}" dt="2024-01-24T23:44:30.560" v="1520" actId="1036"/>
          <ac:cxnSpMkLst>
            <pc:docMk/>
            <pc:sldMk cId="237658694" sldId="339"/>
            <ac:cxnSpMk id="39" creationId="{D4F9249E-F27E-F072-4A9A-05931339D4A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b="0" i="0" dirty="0"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Bem-vindos! Na videoaula de hoje, 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exploraremos a técnica tf-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idf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</a:t>
            </a:r>
            <a:r>
              <a:rPr lang="pt-BR" b="0" i="0" dirty="0"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uma representação matemática do texto, nos ajuda a entender... </a:t>
            </a:r>
            <a:r>
              <a:rPr lang="pt-BR" b="0" i="1" dirty="0"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quão relevante</a:t>
            </a:r>
            <a:r>
              <a:rPr lang="pt-BR" b="0" i="0" dirty="0"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uma palavra é... dentro de um conjunto de documentos. Vamos começar!</a:t>
            </a: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D65577-1099-4BE8-8A42-D890381E6017}" type="slidenum">
              <a:rPr kumimoji="0" lang="pt-BR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DejaVu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210349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b="0" i="0" dirty="0">
                <a:solidFill>
                  <a:srgbClr val="ECECE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TF-IDF mede a "frequência relativa" com que uma palavra aparece em um documento comparada à sua frequência em todos os documentos, ponderando a frequência da palavra no documento pelo inverso de sua frequência nos documentos do corpus.</a:t>
            </a:r>
            <a:endParaRPr lang="pt-BR" sz="1200" b="0" i="0" u="none" strike="noStrike" cap="none" dirty="0">
              <a:solidFill>
                <a:schemeClr val="bg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57F51-ED6C-48C2-9D4C-DC27343FC2EE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3495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Esta fórmula representa o cálculo do TF-IDF (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Term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Frequency-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Inverse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Document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Frequency).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Wx,y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 Peso TF-IDF da palavra x no documento y.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tfx,y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 número de vezes que a palavra x aparece no documento y.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N: Número total de documentos no corpus.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dfx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 número de documentos que contêm a palavra x.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4101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Assim, enquanto o TF aumenta com o número de ocorrências da palavra no documento, refletindo sua relevância, o IDF diminui a medida que a palavra aparece em mais documentos do corpus, compensando o fato de algumas palavras serem comuns e potencialmente menos significativas. Dessa forma, o TF-IDF destaca palavras que são distintivas e relevantes para um documento, equilibrando sua frequência local com a sua singularidade global.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2837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Para exemplificar a técnica de TF-IDF, utilizaremos três comentários sobre um filme que usamos na videoaula sobre bag-</a:t>
            </a:r>
            <a:r>
              <a:rPr lang="pt-BR" b="0" i="0" dirty="0" err="1">
                <a:solidFill>
                  <a:srgbClr val="ECECEC"/>
                </a:solidFill>
                <a:effectLst/>
                <a:latin typeface="Söhne"/>
              </a:rPr>
              <a:t>of</a:t>
            </a: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-words com uma ligeira alteração no comentário 2</a:t>
            </a:r>
            <a:r>
              <a:rPr lang="pt-BR" sz="1200" b="0" i="0" dirty="0">
                <a:solidFill>
                  <a:srgbClr val="ECECEC"/>
                </a:solidFill>
                <a:effectLst/>
                <a:latin typeface="Söhne"/>
                <a:ea typeface="Calibri"/>
                <a:cs typeface="Calibri"/>
              </a:rPr>
              <a:t>, acrescentando as palavras muito lento, após a vírgula.</a:t>
            </a:r>
            <a:endParaRPr lang="pt-BR" sz="1200" dirty="0">
              <a:solidFill>
                <a:srgbClr val="000736"/>
              </a:solidFill>
              <a:latin typeface="Lato" panose="020F0502020204030203" pitchFamily="34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indent="0" algn="l"/>
            <a:endParaRPr lang="pt-BR" sz="12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marL="216000" indent="0" algn="r">
              <a:buNone/>
            </a:pPr>
            <a:fld id="{A60A454E-2BAE-4316-BB73-8E5F910A69D4}" type="slidenum">
              <a:rPr lang="en-US" sz="1200" b="0" strike="noStrike" spc="-1" smtClean="0">
                <a:solidFill>
                  <a:srgbClr val="000000"/>
                </a:solidFill>
                <a:latin typeface="Times New Roman"/>
              </a:rPr>
              <a:t>5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971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/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Na preparação de dados para modelos de processamento de linguagem natural (PLN), como TF-IDF e o Bag-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Of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-Words, é recomendado realizar a remoção de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stopwords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e a normalização do texto, pois isso pode aumentar a eficiência e reduzir o tempo de treinamento do modelo. Contudo, em casos como análise de sentimento, a remoção de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stopwords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não deve ser feita cegamente, já que pode alterar o significado das frases, particularmente ao remover palavras negativas que são importantes para o contexto do sentimento. Portanto, o nosso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pre-processamento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não eliminará a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stopword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“não”.</a:t>
            </a:r>
          </a:p>
          <a:p>
            <a:pPr marL="0" indent="0" algn="just"/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marL="216000" indent="0" algn="r">
              <a:buNone/>
            </a:pPr>
            <a:fld id="{A60A454E-2BAE-4316-BB73-8E5F910A69D4}" type="slidenum">
              <a:rPr lang="en-US" sz="12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7485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665D-E50F-B806-2865-0FF8FDC3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375D21E2-CFA5-7C1A-507F-BCD047E97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EA20F1B3-3075-2D93-160E-827BBA65AAD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Essa fórmula mostra o cálculo da Frequência do Termo (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Term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Frequency, TF), que é uma medida utilizada em análise de texto para determinar quão frequente uma palavra (x) ocorre em um documento (y). o "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df_x,y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" é a contagem da frequência do termo x no documento y, e o denominador é a soma das frequências de todos os termos no documento y, representado por "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Σ_k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df_k,y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", onde k percorre todos os termos do documento. Em outras palavras, essa formulação do TF normaliza a contagem do termo pela soma das contagens de todos os termos no documento, o que ajuda a evitar um viés para documentos mais longos ao comparar a importância relativa de um termo em diferentes documentos.</a:t>
            </a:r>
          </a:p>
        </p:txBody>
      </p:sp>
      <p:sp>
        <p:nvSpPr>
          <p:cNvPr id="141" name="PlaceHolder 3">
            <a:extLst>
              <a:ext uri="{FF2B5EF4-FFF2-40B4-BE49-F238E27FC236}">
                <a16:creationId xmlns:a16="http://schemas.microsoft.com/office/drawing/2014/main" id="{9F8D9A57-D378-1F8B-171F-8E159C6094A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57F51-ED6C-48C2-9D4C-DC27343FC2EE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3079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8CE3-A321-AE13-9AEF-A8215EC0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2D5DFA5A-7B82-041C-32B8-96ED7131C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24DA577A-E36B-9002-C171-407B35A0F7D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Esta tabela mostra como calculamos a frequência... de cada termo no vocabulário formado a partir dos comentários. [Pausa média] Tome, por exemplo, a palavra "filme"... [Pausa curta] Ela aparece em todos os três comentários, [Pausa curta] resultando em uma frequência de 1/3 para o C1, [Pausa curta] 1/5 para o C2, [Pausa curta] e novamente 1/3 para o C3. [Pausa média] Lembre-se, [Pausa curta] o denominador é o total de palavras... no vocabulário de cada comentário... após serem </a:t>
            </a:r>
            <a:r>
              <a:rPr lang="pt-BR" sz="1200" b="0" i="0" u="none" strike="noStrike" cap="none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pré</a:t>
            </a: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-processados. </a:t>
            </a:r>
          </a:p>
        </p:txBody>
      </p:sp>
      <p:sp>
        <p:nvSpPr>
          <p:cNvPr id="141" name="PlaceHolder 3">
            <a:extLst>
              <a:ext uri="{FF2B5EF4-FFF2-40B4-BE49-F238E27FC236}">
                <a16:creationId xmlns:a16="http://schemas.microsoft.com/office/drawing/2014/main" id="{6D12FD16-1F99-3EB8-8DB1-A04FC8895701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57F51-ED6C-48C2-9D4C-DC27343FC2EE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0987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8CE4-1DF1-4D6C-C20A-F1B9420E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23E22FD2-A5C8-19CE-5DA7-7B9CEC523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56B11DCE-13F8-8B1C-BEE6-E8F1CEEB9B0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A frequência inversa do termo x nos documentos é o logaritmo do número total de documentos no corpus (N), dividido pela frequência do documento (DF), que é o número de documentos que contêm a palavra x (</a:t>
            </a:r>
            <a:r>
              <a:rPr lang="pt-BR" b="0" i="0" dirty="0" err="1">
                <a:solidFill>
                  <a:srgbClr val="ECECEC"/>
                </a:solidFill>
                <a:effectLst/>
                <a:latin typeface="Söhne"/>
              </a:rPr>
              <a:t>dfx</a:t>
            </a: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). Essa relação inversa é a chave... para destacar termos raros que são potencialmente mais valiosos... [Pausa curta] para a nossa análise. Em outras palavras, as palavras que aparecem em mais documentos têm sua frequência inversa menor; sendo comuns, elas distinguem menos cada documento.</a:t>
            </a: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41" name="PlaceHolder 3">
            <a:extLst>
              <a:ext uri="{FF2B5EF4-FFF2-40B4-BE49-F238E27FC236}">
                <a16:creationId xmlns:a16="http://schemas.microsoft.com/office/drawing/2014/main" id="{1A46BEC6-C81C-91E2-5E0E-F7FB0170FE0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57F51-ED6C-48C2-9D4C-DC27343FC2EE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4569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8CE3-A321-AE13-9AEF-A8215EC0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2D5DFA5A-7B82-041C-32B8-96ED7131C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24DA577A-E36B-9002-C171-407B35A0F7D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Observem esta tabela atentamente... [Pausa curta] A frequência inversa do termo "filme", presente em todos os três comentários, é zero. [Pausa média] Isso significa que, no nosso corpus, "filme" não é um diferencial. [Pausa longa] Agora, vejam o termo "longo"... [Pausa curta] Sua frequência inversa é de 0,477. [Pausa média] E por quê? Porque ele é mencionado em apenas um comentário. [Pausa longa] Este número mostra a exclusividade... e a relevância potencial do termo "longo" na distinção de conteúdo. [Pausa média] Com o TF-IDF, estamos não só contando palavras... [Pausa curta] mas pesando a sua importância. </a:t>
            </a:r>
          </a:p>
        </p:txBody>
      </p:sp>
      <p:sp>
        <p:nvSpPr>
          <p:cNvPr id="141" name="PlaceHolder 3">
            <a:extLst>
              <a:ext uri="{FF2B5EF4-FFF2-40B4-BE49-F238E27FC236}">
                <a16:creationId xmlns:a16="http://schemas.microsoft.com/office/drawing/2014/main" id="{6D12FD16-1F99-3EB8-8DB1-A04FC8895701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57F51-ED6C-48C2-9D4C-DC27343FC2EE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510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C70D-3F81-478B-F9C4-F90BCB949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>
            <a:extLst>
              <a:ext uri="{FF2B5EF4-FFF2-40B4-BE49-F238E27FC236}">
                <a16:creationId xmlns:a16="http://schemas.microsoft.com/office/drawing/2014/main" id="{E9CCE6E6-D83B-6808-507F-967FFF0A0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>
            <a:extLst>
              <a:ext uri="{FF2B5EF4-FFF2-40B4-BE49-F238E27FC236}">
                <a16:creationId xmlns:a16="http://schemas.microsoft.com/office/drawing/2014/main" id="{5B2729BD-5C11-AF60-0561-936CA6B3BDF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 agora, ao aplicar a fórmula completa... [Pausa curta] chegamos a esta tabela final. [Pausa média] Notem que o TF-IDF para o termo "filme" registra zero... em todos os três comentários. [Pausa longa] Isso se dá porque "filme" é um termo comum demais para nos oferecer distinção. [Pausa média] Já a palavra "longo"... [Pausa curta] tem um TF-IDF de 0,159 no primeiro comentário, [Pausa curta] destacando sua singularidade neste contexto específico</a:t>
            </a:r>
          </a:p>
        </p:txBody>
      </p:sp>
      <p:sp>
        <p:nvSpPr>
          <p:cNvPr id="141" name="PlaceHolder 3">
            <a:extLst>
              <a:ext uri="{FF2B5EF4-FFF2-40B4-BE49-F238E27FC236}">
                <a16:creationId xmlns:a16="http://schemas.microsoft.com/office/drawing/2014/main" id="{FEC5EFC9-03BD-A9DE-4E8F-E47D07D35D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C57F51-ED6C-48C2-9D4C-DC27343FC2EE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8856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marL="0" indent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Além das já conhecidas vantagens do Bag-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-Words... [Pausa curta] o TF-IDF vai além, [Pausa curta] quantificando a importância de cada palavra dentro de um documento. [Pausa média] Palavras que são exclusivas de um documento ganham um peso maior... [Pausa curta] sinalizando sua relevância única.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Lato" panose="020F0502020204030203" pitchFamily="34" charset="0"/>
              </a:rPr>
              <a:t>	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257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marL="95250" lvl="0" indent="0" algn="l" rtl="0"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rPr lang="pt-BR" dirty="0"/>
              <a:t>As desvantagens do TF-IDF são as mesmas  do Bag-</a:t>
            </a:r>
            <a:r>
              <a:rPr lang="pt-BR" dirty="0" err="1"/>
              <a:t>Of_Words</a:t>
            </a:r>
            <a:r>
              <a:rPr lang="pt-BR" dirty="0"/>
              <a:t> que englobam o tamanho do vetor que aumenta com o tamanho do vocabulário.</a:t>
            </a:r>
          </a:p>
        </p:txBody>
      </p:sp>
    </p:spTree>
    <p:extLst>
      <p:ext uri="{BB962C8B-B14F-4D97-AF65-F5344CB8AC3E}">
        <p14:creationId xmlns:p14="http://schemas.microsoft.com/office/powerpoint/2010/main" val="2213838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marL="95250" lvl="0" indent="0" algn="l" rtl="0"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rPr lang="pt-BR" dirty="0"/>
              <a:t>e os modelos construídos com base no bag-</a:t>
            </a:r>
            <a:r>
              <a:rPr lang="pt-BR" dirty="0" err="1"/>
              <a:t>of</a:t>
            </a:r>
            <a:r>
              <a:rPr lang="pt-BR" dirty="0"/>
              <a:t>-words não entendem novas palavras fora do corpus utilizado.</a:t>
            </a:r>
          </a:p>
        </p:txBody>
      </p:sp>
    </p:spTree>
    <p:extLst>
      <p:ext uri="{BB962C8B-B14F-4D97-AF65-F5344CB8AC3E}">
        <p14:creationId xmlns:p14="http://schemas.microsoft.com/office/powerpoint/2010/main" val="3133128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/>
          <a:p>
            <a:pPr marL="95250" lvl="0" indent="0" algn="l" rtl="0"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rPr lang="pt-BR" dirty="0"/>
              <a:t>E, por fim, não fornecerá nenhuma informação semântica sobre as palavras.</a:t>
            </a:r>
          </a:p>
        </p:txBody>
      </p:sp>
    </p:spTree>
    <p:extLst>
      <p:ext uri="{BB962C8B-B14F-4D97-AF65-F5344CB8AC3E}">
        <p14:creationId xmlns:p14="http://schemas.microsoft.com/office/powerpoint/2010/main" val="3558011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Podemos implementar o TF-IDF utilizando também a biblioteca </a:t>
            </a:r>
            <a:r>
              <a:rPr lang="pt-BR" b="0" i="0" dirty="0" err="1">
                <a:solidFill>
                  <a:srgbClr val="ECECEC"/>
                </a:solidFill>
                <a:effectLst/>
                <a:latin typeface="Söhne"/>
              </a:rPr>
              <a:t>sklearn</a:t>
            </a: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. Em vez da classe </a:t>
            </a:r>
            <a:r>
              <a:rPr lang="pt-BR" b="0" i="0" dirty="0" err="1">
                <a:solidFill>
                  <a:srgbClr val="ECECEC"/>
                </a:solidFill>
                <a:effectLst/>
                <a:latin typeface="Söhne"/>
              </a:rPr>
              <a:t>CountVectorizer</a:t>
            </a: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, devemos usar a classe </a:t>
            </a:r>
            <a:r>
              <a:rPr lang="pt-BR" b="0" i="0" dirty="0" err="1">
                <a:solidFill>
                  <a:srgbClr val="ECECEC"/>
                </a:solidFill>
                <a:effectLst/>
                <a:latin typeface="Söhne"/>
              </a:rPr>
              <a:t>TfidfVectorizer</a:t>
            </a:r>
            <a:r>
              <a:rPr lang="pt-BR" b="0" i="0" dirty="0">
                <a:solidFill>
                  <a:srgbClr val="ECECEC"/>
                </a:solidFill>
                <a:effectLst/>
                <a:latin typeface="Söhne"/>
              </a:rPr>
              <a:t>. </a:t>
            </a: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pt-BR" sz="1200" b="0" i="0" u="none" strike="noStrike" cap="none" dirty="0">
              <a:solidFill>
                <a:schemeClr val="tx1"/>
              </a:solidFill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marL="216000" indent="0" algn="r">
              <a:buNone/>
            </a:pPr>
            <a:fld id="{A60A454E-2BAE-4316-BB73-8E5F910A69D4}" type="slidenum">
              <a:rPr lang="en-US" sz="1200" b="0" strike="noStrike" spc="-1" smtClean="0">
                <a:solidFill>
                  <a:srgbClr val="000000"/>
                </a:solidFill>
                <a:latin typeface="Times New Roman"/>
              </a:rPr>
              <a:t>16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4477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sz="1200" b="0" i="0" u="none" strike="noStrike" cap="none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Encerramos então a nossa videoaula sobre TF-IDF. Obrigado por assistir! Bons estudos e até a próxima videoaula!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F3A47AB6-2217-4A0E-AD5D-364F3693C067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17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76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8A3DF-1686-44CD-9847-D6EF7539A243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2D9AD-9D21-4341-8DBD-9F5E7EF58BB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12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26060" y="0"/>
            <a:ext cx="7509240" cy="89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pt-BR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46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24000" indent="-243000">
              <a:lnSpc>
                <a:spcPct val="9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648000" lvl="1" indent="-243000">
              <a:lnSpc>
                <a:spcPct val="90000"/>
              </a:lnSpc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972000" lvl="2" indent="-2160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296000" lvl="3" indent="-1620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1620000" lvl="4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1944000" lvl="5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2268000" lvl="6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111" y="205200"/>
            <a:ext cx="822933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111" y="120339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63282" indent="-197462">
              <a:lnSpc>
                <a:spcPct val="90000"/>
              </a:lnSpc>
              <a:spcBef>
                <a:spcPts val="8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647990" lvl="1" indent="-242996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971987" lvl="2" indent="-215997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295981" lvl="3" indent="-161998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1619977" lvl="4" indent="-161998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1943972" lvl="5" indent="-161998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2267967" lvl="6" indent="-161998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</p:sldLayoutIdLst>
  <p:txStyles>
    <p:titleStyle>
      <a:lvl1pPr indent="0" algn="l" defTabSz="1125261" rtl="0" eaLnBrk="1" latinLnBrk="0" hangingPunct="1">
        <a:lnSpc>
          <a:spcPct val="90000"/>
        </a:lnSpc>
        <a:spcBef>
          <a:spcPct val="0"/>
        </a:spcBef>
        <a:buNone/>
        <a:defRPr sz="54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94" indent="-323995" algn="l" defTabSz="1125261" rtl="0" eaLnBrk="1" latinLnBrk="0" hangingPunct="1">
        <a:lnSpc>
          <a:spcPct val="90000"/>
        </a:lnSpc>
        <a:spcBef>
          <a:spcPts val="1416"/>
        </a:spcBef>
        <a:buClr>
          <a:srgbClr val="000000"/>
        </a:buClr>
        <a:buSzPct val="45000"/>
        <a:buFont typeface="Wingdings" charset="2"/>
        <a:buChar char=""/>
        <a:defRPr sz="3446" kern="1200">
          <a:solidFill>
            <a:schemeClr val="tx1"/>
          </a:solidFill>
          <a:latin typeface="+mn-lt"/>
          <a:ea typeface="+mn-ea"/>
          <a:cs typeface="+mn-cs"/>
        </a:defRPr>
      </a:lvl1pPr>
      <a:lvl2pPr marL="843945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406576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3pPr>
      <a:lvl4pPr marL="1969206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531836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3094467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097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19727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2358" indent="-281315" algn="l" defTabSz="1125261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630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261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7891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521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152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5782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8412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043" algn="l" defTabSz="1125261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1"/>
          <p:cNvPicPr/>
          <p:nvPr/>
        </p:nvPicPr>
        <p:blipFill>
          <a:blip r:embed="rId3"/>
          <a:stretch/>
        </p:blipFill>
        <p:spPr>
          <a:xfrm>
            <a:off x="7388280" y="4762530"/>
            <a:ext cx="1204200" cy="108270"/>
          </a:xfrm>
          <a:prstGeom prst="rect">
            <a:avLst/>
          </a:prstGeom>
          <a:ln w="0">
            <a:noFill/>
          </a:ln>
        </p:spPr>
      </p:pic>
      <p:pic>
        <p:nvPicPr>
          <p:cNvPr id="39" name="Imagem 7"/>
          <p:cNvPicPr/>
          <p:nvPr/>
        </p:nvPicPr>
        <p:blipFill>
          <a:blip r:embed="rId4"/>
          <a:srcRect r="1456"/>
          <a:stretch/>
        </p:blipFill>
        <p:spPr>
          <a:xfrm>
            <a:off x="83970" y="769230"/>
            <a:ext cx="8932950" cy="3836430"/>
          </a:xfrm>
          <a:prstGeom prst="rect">
            <a:avLst/>
          </a:prstGeom>
          <a:ln w="0">
            <a:noFill/>
          </a:ln>
        </p:spPr>
      </p:pic>
      <p:pic>
        <p:nvPicPr>
          <p:cNvPr id="40" name="Imagem 2"/>
          <p:cNvPicPr/>
          <p:nvPr/>
        </p:nvPicPr>
        <p:blipFill>
          <a:blip r:embed="rId5"/>
          <a:srcRect r="2578"/>
          <a:stretch/>
        </p:blipFill>
        <p:spPr>
          <a:xfrm>
            <a:off x="0" y="810"/>
            <a:ext cx="9147060" cy="87129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24000" indent="-243000">
              <a:lnSpc>
                <a:spcPct val="9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648000" lvl="1" indent="-243000">
              <a:lnSpc>
                <a:spcPct val="90000"/>
              </a:lnSpc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972000" lvl="2" indent="-2160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296000" lvl="3" indent="-1620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1620000" lvl="4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1944000" lvl="5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2268000" lvl="6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0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22"/>
          <p:cNvPicPr/>
          <p:nvPr/>
        </p:nvPicPr>
        <p:blipFill>
          <a:blip r:embed="rId3"/>
          <a:stretch/>
        </p:blipFill>
        <p:spPr>
          <a:xfrm>
            <a:off x="7315110" y="3267000"/>
            <a:ext cx="1828440" cy="1623780"/>
          </a:xfrm>
          <a:prstGeom prst="rect">
            <a:avLst/>
          </a:prstGeom>
          <a:ln w="0">
            <a:noFill/>
          </a:ln>
        </p:spPr>
      </p:pic>
      <p:pic>
        <p:nvPicPr>
          <p:cNvPr id="56" name="21"/>
          <p:cNvPicPr/>
          <p:nvPr/>
        </p:nvPicPr>
        <p:blipFill>
          <a:blip r:embed="rId4"/>
          <a:stretch/>
        </p:blipFill>
        <p:spPr>
          <a:xfrm>
            <a:off x="8110530" y="1857330"/>
            <a:ext cx="1033290" cy="1623780"/>
          </a:xfrm>
          <a:prstGeom prst="rect">
            <a:avLst/>
          </a:prstGeom>
          <a:ln w="0">
            <a:noFill/>
          </a:ln>
        </p:spPr>
      </p:pic>
      <p:pic>
        <p:nvPicPr>
          <p:cNvPr id="57" name="20"/>
          <p:cNvPicPr/>
          <p:nvPr/>
        </p:nvPicPr>
        <p:blipFill>
          <a:blip r:embed="rId5"/>
          <a:stretch/>
        </p:blipFill>
        <p:spPr>
          <a:xfrm>
            <a:off x="8853570" y="630990"/>
            <a:ext cx="290250" cy="585630"/>
          </a:xfrm>
          <a:prstGeom prst="rect">
            <a:avLst/>
          </a:prstGeom>
          <a:ln w="0">
            <a:noFill/>
          </a:ln>
        </p:spPr>
      </p:pic>
      <p:pic>
        <p:nvPicPr>
          <p:cNvPr id="58" name="19"/>
          <p:cNvPicPr/>
          <p:nvPr/>
        </p:nvPicPr>
        <p:blipFill>
          <a:blip r:embed="rId6"/>
          <a:stretch/>
        </p:blipFill>
        <p:spPr>
          <a:xfrm>
            <a:off x="8434260" y="3647970"/>
            <a:ext cx="709290" cy="1490400"/>
          </a:xfrm>
          <a:prstGeom prst="rect">
            <a:avLst/>
          </a:prstGeom>
          <a:ln w="0">
            <a:noFill/>
          </a:ln>
        </p:spPr>
      </p:pic>
      <p:pic>
        <p:nvPicPr>
          <p:cNvPr id="59" name="17"/>
          <p:cNvPicPr/>
          <p:nvPr/>
        </p:nvPicPr>
        <p:blipFill>
          <a:blip r:embed="rId7"/>
          <a:stretch/>
        </p:blipFill>
        <p:spPr>
          <a:xfrm>
            <a:off x="7934220" y="3871800"/>
            <a:ext cx="976050" cy="676080"/>
          </a:xfrm>
          <a:prstGeom prst="rect">
            <a:avLst/>
          </a:prstGeom>
          <a:ln w="0">
            <a:noFill/>
          </a:ln>
        </p:spPr>
      </p:pic>
      <p:pic>
        <p:nvPicPr>
          <p:cNvPr id="60" name="16"/>
          <p:cNvPicPr/>
          <p:nvPr/>
        </p:nvPicPr>
        <p:blipFill>
          <a:blip r:embed="rId8"/>
          <a:stretch/>
        </p:blipFill>
        <p:spPr>
          <a:xfrm>
            <a:off x="8500950" y="2138400"/>
            <a:ext cx="642600" cy="714150"/>
          </a:xfrm>
          <a:prstGeom prst="rect">
            <a:avLst/>
          </a:prstGeom>
          <a:ln w="0">
            <a:noFill/>
          </a:ln>
        </p:spPr>
      </p:pic>
      <p:pic>
        <p:nvPicPr>
          <p:cNvPr id="61" name="15"/>
          <p:cNvPicPr/>
          <p:nvPr/>
        </p:nvPicPr>
        <p:blipFill>
          <a:blip r:embed="rId9"/>
          <a:stretch/>
        </p:blipFill>
        <p:spPr>
          <a:xfrm>
            <a:off x="8162910" y="2357370"/>
            <a:ext cx="761670" cy="333180"/>
          </a:xfrm>
          <a:prstGeom prst="rect">
            <a:avLst/>
          </a:prstGeom>
          <a:ln w="0">
            <a:noFill/>
          </a:ln>
        </p:spPr>
      </p:pic>
      <p:pic>
        <p:nvPicPr>
          <p:cNvPr id="62" name="14"/>
          <p:cNvPicPr/>
          <p:nvPr/>
        </p:nvPicPr>
        <p:blipFill>
          <a:blip r:embed="rId10"/>
          <a:stretch/>
        </p:blipFill>
        <p:spPr>
          <a:xfrm>
            <a:off x="7872390" y="4614840"/>
            <a:ext cx="1099980" cy="528390"/>
          </a:xfrm>
          <a:prstGeom prst="rect">
            <a:avLst/>
          </a:prstGeom>
          <a:ln w="0">
            <a:noFill/>
          </a:ln>
        </p:spPr>
      </p:pic>
      <p:pic>
        <p:nvPicPr>
          <p:cNvPr id="63" name="8"/>
          <p:cNvPicPr/>
          <p:nvPr/>
        </p:nvPicPr>
        <p:blipFill>
          <a:blip r:embed="rId11"/>
          <a:stretch/>
        </p:blipFill>
        <p:spPr>
          <a:xfrm>
            <a:off x="8672400" y="1378350"/>
            <a:ext cx="52110" cy="52110"/>
          </a:xfrm>
          <a:prstGeom prst="rect">
            <a:avLst/>
          </a:prstGeom>
          <a:ln w="0">
            <a:noFill/>
          </a:ln>
        </p:spPr>
      </p:pic>
      <p:pic>
        <p:nvPicPr>
          <p:cNvPr id="64" name="7"/>
          <p:cNvPicPr/>
          <p:nvPr/>
        </p:nvPicPr>
        <p:blipFill>
          <a:blip r:embed="rId12"/>
          <a:stretch/>
        </p:blipFill>
        <p:spPr>
          <a:xfrm>
            <a:off x="7853490" y="4762530"/>
            <a:ext cx="37800" cy="37800"/>
          </a:xfrm>
          <a:prstGeom prst="rect">
            <a:avLst/>
          </a:prstGeom>
          <a:ln w="0">
            <a:noFill/>
          </a:ln>
        </p:spPr>
      </p:pic>
      <p:pic>
        <p:nvPicPr>
          <p:cNvPr id="65" name="6"/>
          <p:cNvPicPr/>
          <p:nvPr/>
        </p:nvPicPr>
        <p:blipFill>
          <a:blip r:embed="rId12"/>
          <a:stretch/>
        </p:blipFill>
        <p:spPr>
          <a:xfrm>
            <a:off x="7872390" y="3824280"/>
            <a:ext cx="37800" cy="37800"/>
          </a:xfrm>
          <a:prstGeom prst="rect">
            <a:avLst/>
          </a:prstGeom>
          <a:ln w="0">
            <a:noFill/>
          </a:ln>
        </p:spPr>
      </p:pic>
      <p:pic>
        <p:nvPicPr>
          <p:cNvPr id="66" name="5"/>
          <p:cNvPicPr/>
          <p:nvPr/>
        </p:nvPicPr>
        <p:blipFill>
          <a:blip r:embed="rId13"/>
          <a:stretch/>
        </p:blipFill>
        <p:spPr>
          <a:xfrm>
            <a:off x="7943940" y="3738690"/>
            <a:ext cx="18900" cy="18900"/>
          </a:xfrm>
          <a:prstGeom prst="rect">
            <a:avLst/>
          </a:prstGeom>
          <a:ln w="0">
            <a:noFill/>
          </a:ln>
        </p:spPr>
      </p:pic>
      <p:pic>
        <p:nvPicPr>
          <p:cNvPr id="67" name="4"/>
          <p:cNvPicPr/>
          <p:nvPr/>
        </p:nvPicPr>
        <p:blipFill>
          <a:blip r:embed="rId14"/>
          <a:stretch/>
        </p:blipFill>
        <p:spPr>
          <a:xfrm>
            <a:off x="8586810" y="3429000"/>
            <a:ext cx="32940" cy="32940"/>
          </a:xfrm>
          <a:prstGeom prst="rect">
            <a:avLst/>
          </a:prstGeom>
          <a:ln w="0">
            <a:noFill/>
          </a:ln>
        </p:spPr>
      </p:pic>
      <p:pic>
        <p:nvPicPr>
          <p:cNvPr id="68" name="3"/>
          <p:cNvPicPr/>
          <p:nvPr/>
        </p:nvPicPr>
        <p:blipFill>
          <a:blip r:embed="rId15"/>
          <a:stretch/>
        </p:blipFill>
        <p:spPr>
          <a:xfrm>
            <a:off x="8477190" y="1392660"/>
            <a:ext cx="142560" cy="142560"/>
          </a:xfrm>
          <a:prstGeom prst="rect">
            <a:avLst/>
          </a:prstGeom>
          <a:ln w="0">
            <a:noFill/>
          </a:ln>
        </p:spPr>
      </p:pic>
      <p:pic>
        <p:nvPicPr>
          <p:cNvPr id="69" name="2"/>
          <p:cNvPicPr/>
          <p:nvPr/>
        </p:nvPicPr>
        <p:blipFill>
          <a:blip r:embed="rId15"/>
          <a:stretch/>
        </p:blipFill>
        <p:spPr>
          <a:xfrm>
            <a:off x="8629740" y="3257550"/>
            <a:ext cx="142560" cy="142560"/>
          </a:xfrm>
          <a:prstGeom prst="rect">
            <a:avLst/>
          </a:prstGeom>
          <a:ln w="0">
            <a:noFill/>
          </a:ln>
        </p:spPr>
      </p:pic>
      <p:pic>
        <p:nvPicPr>
          <p:cNvPr id="70" name="1"/>
          <p:cNvPicPr/>
          <p:nvPr/>
        </p:nvPicPr>
        <p:blipFill>
          <a:blip r:embed="rId15"/>
          <a:stretch/>
        </p:blipFill>
        <p:spPr>
          <a:xfrm>
            <a:off x="7677180" y="4648320"/>
            <a:ext cx="142560" cy="14256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26060" y="0"/>
            <a:ext cx="7509240" cy="8977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pt-BR" sz="3750" b="0" strike="noStrike" spc="-1">
                <a:solidFill>
                  <a:srgbClr val="00353D"/>
                </a:solidFill>
                <a:latin typeface="Calibri"/>
              </a:rPr>
              <a:t>Título do slide</a:t>
            </a:r>
            <a:endParaRPr lang="pt-BR" sz="37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24000" indent="-243000">
              <a:lnSpc>
                <a:spcPct val="9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648000" lvl="1" indent="-243000">
              <a:lnSpc>
                <a:spcPct val="90000"/>
              </a:lnSpc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972000" lvl="2" indent="-2160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296000" lvl="3" indent="-1620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1620000" lvl="4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1944000" lvl="5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268000" lvl="6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89519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aixaDeTexto 4"/>
          <p:cNvSpPr/>
          <p:nvPr/>
        </p:nvSpPr>
        <p:spPr>
          <a:xfrm>
            <a:off x="0" y="2083591"/>
            <a:ext cx="9143820" cy="11145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-1" normalizeH="0" baseline="0" noProof="0" dirty="0">
                <a:ln>
                  <a:noFill/>
                </a:ln>
                <a:solidFill>
                  <a:srgbClr val="6353D9"/>
                </a:solidFill>
                <a:effectLst/>
                <a:uLnTx/>
                <a:uFillTx/>
                <a:latin typeface="Oswald SemiBold" pitchFamily="2" charset="0"/>
                <a:ea typeface="DejaVu Sans"/>
                <a:cs typeface="DejaVu Sans"/>
              </a:rPr>
              <a:t>PROCESSAMENTO DE LINGUAGEM NATURAL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i="0" u="none" strike="noStrike" kern="1200" cap="none" spc="300" normalizeH="0" baseline="0" noProof="0" dirty="0">
                <a:ln>
                  <a:noFill/>
                </a:ln>
                <a:solidFill>
                  <a:srgbClr val="6353D9"/>
                </a:solidFill>
                <a:effectLst/>
                <a:uLnTx/>
                <a:uFillTx/>
                <a:latin typeface="Lato" panose="020F0502020204030203" pitchFamily="34" charset="0"/>
                <a:ea typeface="DejaVu Sans"/>
                <a:cs typeface="DejaVu Sans"/>
              </a:rPr>
              <a:t>TF-IDF</a:t>
            </a:r>
            <a:endParaRPr kumimoji="0" lang="pt-BR" sz="200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4161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1E7BAE-0D99-3B42-4EA5-CF7D6FB4369C}"/>
              </a:ext>
            </a:extLst>
          </p:cNvPr>
          <p:cNvCxnSpPr>
            <a:cxnSpLocks/>
          </p:cNvCxnSpPr>
          <p:nvPr/>
        </p:nvCxnSpPr>
        <p:spPr>
          <a:xfrm>
            <a:off x="3521180" y="723095"/>
            <a:ext cx="1037969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 person submitting their current city to a word cloud poll at all-company meeting.">
            <a:extLst>
              <a:ext uri="{FF2B5EF4-FFF2-40B4-BE49-F238E27FC236}">
                <a16:creationId xmlns:a16="http://schemas.microsoft.com/office/drawing/2014/main" id="{A85B1EBC-52B6-7F03-2FBB-3A9B7F6AF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098" r="24738"/>
          <a:stretch/>
        </p:blipFill>
        <p:spPr bwMode="auto">
          <a:xfrm>
            <a:off x="0" y="0"/>
            <a:ext cx="389106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E08B75-6499-2CBB-D8A1-30CE070511DF}"/>
              </a:ext>
            </a:extLst>
          </p:cNvPr>
          <p:cNvSpPr txBox="1"/>
          <p:nvPr/>
        </p:nvSpPr>
        <p:spPr>
          <a:xfrm>
            <a:off x="4052449" y="1981073"/>
            <a:ext cx="47352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1852FE"/>
                </a:solidFill>
                <a:latin typeface="Lato" panose="020F0502020204030203" pitchFamily="34" charset="0"/>
                <a:ea typeface="Calibri"/>
                <a:cs typeface="Arial" panose="020B0604020202020204" pitchFamily="34" charset="0"/>
                <a:sym typeface="Calibri"/>
              </a:rPr>
              <a:t>Frequência</a:t>
            </a:r>
            <a:r>
              <a:rPr lang="pt-B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Calibri"/>
                <a:cs typeface="Arial" panose="020B0604020202020204" pitchFamily="34" charset="0"/>
                <a:sym typeface="Calibri"/>
              </a:rPr>
              <a:t> relativa de uma palavra em um documento em </a:t>
            </a:r>
            <a:r>
              <a:rPr lang="pt-BR" sz="2400" dirty="0">
                <a:solidFill>
                  <a:srgbClr val="1852FE"/>
                </a:solidFill>
                <a:latin typeface="Lato" panose="020F0502020204030203" pitchFamily="34" charset="0"/>
                <a:ea typeface="Calibri"/>
                <a:cs typeface="Arial" panose="020B0604020202020204" pitchFamily="34" charset="0"/>
                <a:sym typeface="Calibri"/>
              </a:rPr>
              <a:t>comparação</a:t>
            </a:r>
            <a:r>
              <a:rPr lang="pt-B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Calibri"/>
                <a:cs typeface="Arial" panose="020B0604020202020204" pitchFamily="34" charset="0"/>
                <a:sym typeface="Calibri"/>
              </a:rPr>
              <a:t> a sua frequência em todos os documentos</a:t>
            </a:r>
            <a:endParaRPr lang="pt-BR" sz="2400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FC6E0-1B1F-9314-98CC-BF6200749ED1}"/>
              </a:ext>
            </a:extLst>
          </p:cNvPr>
          <p:cNvSpPr/>
          <p:nvPr/>
        </p:nvSpPr>
        <p:spPr>
          <a:xfrm>
            <a:off x="428776" y="1446191"/>
            <a:ext cx="3033512" cy="2639424"/>
          </a:xfrm>
          <a:prstGeom prst="rect">
            <a:avLst/>
          </a:prstGeom>
          <a:solidFill>
            <a:srgbClr val="1852F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 kern="12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CE676A-61AC-C7E2-F14E-4CCEACE99CAF}"/>
              </a:ext>
            </a:extLst>
          </p:cNvPr>
          <p:cNvCxnSpPr>
            <a:cxnSpLocks/>
          </p:cNvCxnSpPr>
          <p:nvPr/>
        </p:nvCxnSpPr>
        <p:spPr>
          <a:xfrm>
            <a:off x="8302637" y="4533096"/>
            <a:ext cx="1037969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5846441-CFCF-8064-B8D3-EE13129A40A0}"/>
              </a:ext>
            </a:extLst>
          </p:cNvPr>
          <p:cNvGrpSpPr/>
          <p:nvPr/>
        </p:nvGrpSpPr>
        <p:grpSpPr>
          <a:xfrm>
            <a:off x="599887" y="2090158"/>
            <a:ext cx="2691290" cy="1443824"/>
            <a:chOff x="599887" y="2384600"/>
            <a:chExt cx="2691290" cy="1443824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5D7409F5-3909-4197-BBE1-052153FEB5CE}"/>
                </a:ext>
              </a:extLst>
            </p:cNvPr>
            <p:cNvSpPr txBox="1"/>
            <p:nvPr/>
          </p:nvSpPr>
          <p:spPr>
            <a:xfrm flipH="1">
              <a:off x="599887" y="2384600"/>
              <a:ext cx="26912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chemeClr val="bg1"/>
                  </a:solidFill>
                  <a:latin typeface="Oswald Light" pitchFamily="2" charset="0"/>
                </a:rPr>
                <a:t>Term Frequency Inverse Document Frequency</a:t>
              </a:r>
            </a:p>
          </p:txBody>
        </p:sp>
        <p:sp>
          <p:nvSpPr>
            <p:cNvPr id="2" name="CaixaDeTexto 2">
              <a:extLst>
                <a:ext uri="{FF2B5EF4-FFF2-40B4-BE49-F238E27FC236}">
                  <a16:creationId xmlns:a16="http://schemas.microsoft.com/office/drawing/2014/main" id="{7C80A8CA-3B56-61C8-1C89-9F1C5E3F2397}"/>
                </a:ext>
              </a:extLst>
            </p:cNvPr>
            <p:cNvSpPr txBox="1"/>
            <p:nvPr/>
          </p:nvSpPr>
          <p:spPr>
            <a:xfrm flipH="1">
              <a:off x="599887" y="2628095"/>
              <a:ext cx="26912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200" dirty="0">
                  <a:solidFill>
                    <a:schemeClr val="bg1"/>
                  </a:solidFill>
                  <a:latin typeface="Oswald SemiBold" pitchFamily="2" charset="0"/>
                </a:rPr>
                <a:t>TF-IDF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3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4D0FAA-54CC-3DFD-3A52-AA8913C7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AA013D-2E6F-A6CE-DC5F-7DA5D1841527}"/>
              </a:ext>
            </a:extLst>
          </p:cNvPr>
          <p:cNvGrpSpPr/>
          <p:nvPr/>
        </p:nvGrpSpPr>
        <p:grpSpPr>
          <a:xfrm>
            <a:off x="1113957" y="759502"/>
            <a:ext cx="6916085" cy="1882373"/>
            <a:chOff x="834856" y="1279088"/>
            <a:chExt cx="6916085" cy="1882373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3AC775FD-D01F-07D9-0F9F-17F7387E158E}"/>
                </a:ext>
              </a:extLst>
            </p:cNvPr>
            <p:cNvGrpSpPr/>
            <p:nvPr/>
          </p:nvGrpSpPr>
          <p:grpSpPr>
            <a:xfrm>
              <a:off x="834856" y="1535803"/>
              <a:ext cx="1535300" cy="1035947"/>
              <a:chOff x="834856" y="1535803"/>
              <a:chExt cx="1535300" cy="1035947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2CA14AC-1C11-7E44-F79F-155D865628D2}"/>
                  </a:ext>
                </a:extLst>
              </p:cNvPr>
              <p:cNvSpPr txBox="1"/>
              <p:nvPr/>
            </p:nvSpPr>
            <p:spPr>
              <a:xfrm>
                <a:off x="1449711" y="1740753"/>
                <a:ext cx="9204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800" dirty="0" err="1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  <a:endParaRPr lang="pt-BR" sz="4800" dirty="0">
                  <a:solidFill>
                    <a:srgbClr val="1852F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5956658-1BF1-B476-714F-AFFD53705976}"/>
                  </a:ext>
                </a:extLst>
              </p:cNvPr>
              <p:cNvSpPr txBox="1"/>
              <p:nvPr/>
            </p:nvSpPr>
            <p:spPr>
              <a:xfrm>
                <a:off x="834856" y="1535803"/>
                <a:ext cx="82266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0545869E-71B8-4FC1-6926-C2A5C5623F52}"/>
                </a:ext>
              </a:extLst>
            </p:cNvPr>
            <p:cNvSpPr txBox="1"/>
            <p:nvPr/>
          </p:nvSpPr>
          <p:spPr>
            <a:xfrm>
              <a:off x="2370156" y="1500987"/>
              <a:ext cx="70243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=</a:t>
              </a:r>
            </a:p>
          </p:txBody>
        </p: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1206A851-E56A-64EE-C6E3-4AD5FBE65096}"/>
                </a:ext>
              </a:extLst>
            </p:cNvPr>
            <p:cNvGrpSpPr/>
            <p:nvPr/>
          </p:nvGrpSpPr>
          <p:grpSpPr>
            <a:xfrm>
              <a:off x="3082795" y="1479494"/>
              <a:ext cx="1430200" cy="1035947"/>
              <a:chOff x="834856" y="1535803"/>
              <a:chExt cx="1430200" cy="1035947"/>
            </a:xfrm>
          </p:grpSpPr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32BF70D-EFAF-876E-496A-7225DB4284E2}"/>
                  </a:ext>
                </a:extLst>
              </p:cNvPr>
              <p:cNvSpPr txBox="1"/>
              <p:nvPr/>
            </p:nvSpPr>
            <p:spPr>
              <a:xfrm>
                <a:off x="1344611" y="1740753"/>
                <a:ext cx="9204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800" dirty="0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1B26DA0-E763-4398-8B58-1C8FA0A10CCA}"/>
                  </a:ext>
                </a:extLst>
              </p:cNvPr>
              <p:cNvSpPr txBox="1"/>
              <p:nvPr/>
            </p:nvSpPr>
            <p:spPr>
              <a:xfrm>
                <a:off x="834856" y="1535803"/>
                <a:ext cx="62869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tf</a:t>
                </a:r>
              </a:p>
            </p:txBody>
          </p:sp>
        </p:grpSp>
        <p:pic>
          <p:nvPicPr>
            <p:cNvPr id="13" name="Gráfico 12" descr="Adicionar estrutura de tópicos">
              <a:extLst>
                <a:ext uri="{FF2B5EF4-FFF2-40B4-BE49-F238E27FC236}">
                  <a16:creationId xmlns:a16="http://schemas.microsoft.com/office/drawing/2014/main" id="{E94DC7AE-EF01-3FE3-5CC4-E7F7DDF29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042652">
              <a:off x="4466456" y="1642741"/>
              <a:ext cx="914400" cy="914400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800DEC5-269E-E2BE-B9F5-4926D2FD2E89}"/>
                </a:ext>
              </a:extLst>
            </p:cNvPr>
            <p:cNvSpPr txBox="1"/>
            <p:nvPr/>
          </p:nvSpPr>
          <p:spPr>
            <a:xfrm>
              <a:off x="5339728" y="1592111"/>
              <a:ext cx="10807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log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9C60D0BB-0243-3738-6198-8B4865760331}"/>
                </a:ext>
              </a:extLst>
            </p:cNvPr>
            <p:cNvSpPr txBox="1"/>
            <p:nvPr/>
          </p:nvSpPr>
          <p:spPr>
            <a:xfrm>
              <a:off x="6735598" y="1279088"/>
              <a:ext cx="65594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7B4424E9-991F-502C-EF11-AF3575CF332F}"/>
                </a:ext>
              </a:extLst>
            </p:cNvPr>
            <p:cNvCxnSpPr/>
            <p:nvPr/>
          </p:nvCxnSpPr>
          <p:spPr>
            <a:xfrm>
              <a:off x="6446155" y="2202418"/>
              <a:ext cx="987973" cy="0"/>
            </a:xfrm>
            <a:prstGeom prst="line">
              <a:avLst/>
            </a:prstGeom>
            <a:solidFill>
              <a:srgbClr val="000000"/>
            </a:solidFill>
            <a:ln w="28575" cap="flat">
              <a:solidFill>
                <a:srgbClr val="000736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D3436AC-3061-819C-F859-22117E6AB81C}"/>
                </a:ext>
              </a:extLst>
            </p:cNvPr>
            <p:cNvSpPr txBox="1"/>
            <p:nvPr/>
          </p:nvSpPr>
          <p:spPr>
            <a:xfrm>
              <a:off x="6612166" y="2156251"/>
              <a:ext cx="77938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df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1BD940B4-001E-329E-CAF8-9E375ED2AC5C}"/>
                </a:ext>
              </a:extLst>
            </p:cNvPr>
            <p:cNvSpPr txBox="1"/>
            <p:nvPr/>
          </p:nvSpPr>
          <p:spPr>
            <a:xfrm>
              <a:off x="7268117" y="2330464"/>
              <a:ext cx="48282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800" dirty="0">
                  <a:solidFill>
                    <a:srgbClr val="1852FE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31E747-1FF3-392D-F414-13C58A2A6A53}"/>
              </a:ext>
            </a:extLst>
          </p:cNvPr>
          <p:cNvGrpSpPr/>
          <p:nvPr/>
        </p:nvGrpSpPr>
        <p:grpSpPr>
          <a:xfrm>
            <a:off x="464099" y="3297208"/>
            <a:ext cx="2945037" cy="872268"/>
            <a:chOff x="1113957" y="2674460"/>
            <a:chExt cx="2945037" cy="8722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6D80C0-7751-81CD-4F88-CBC4BCBEA732}"/>
                </a:ext>
              </a:extLst>
            </p:cNvPr>
            <p:cNvSpPr txBox="1"/>
            <p:nvPr/>
          </p:nvSpPr>
          <p:spPr>
            <a:xfrm>
              <a:off x="1850536" y="2674460"/>
              <a:ext cx="14718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dirty="0">
                  <a:latin typeface="Lato" panose="020F0502020204030203" pitchFamily="34" charset="0"/>
                </a:rPr>
                <a:t>TF-IDF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A70DB0-D8F4-981B-298E-A546194F95B5}"/>
                </a:ext>
              </a:extLst>
            </p:cNvPr>
            <p:cNvSpPr txBox="1"/>
            <p:nvPr/>
          </p:nvSpPr>
          <p:spPr>
            <a:xfrm>
              <a:off x="1113957" y="3146618"/>
              <a:ext cx="294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latin typeface="Lato" panose="020F0502020204030203" pitchFamily="34" charset="0"/>
                </a:rPr>
                <a:t>Termo </a:t>
              </a:r>
              <a:r>
                <a:rPr lang="pt-BR" sz="2000" dirty="0">
                  <a:solidFill>
                    <a:srgbClr val="1852FE"/>
                  </a:solidFill>
                  <a:latin typeface="Lato" panose="020F0502020204030203" pitchFamily="34" charset="0"/>
                </a:rPr>
                <a:t>x</a:t>
              </a:r>
              <a:r>
                <a:rPr lang="pt-BR" sz="2000" dirty="0">
                  <a:latin typeface="Lato" panose="020F0502020204030203" pitchFamily="34" charset="0"/>
                </a:rPr>
                <a:t> no documento </a:t>
              </a:r>
              <a:r>
                <a:rPr lang="pt-BR" sz="2000" dirty="0">
                  <a:solidFill>
                    <a:srgbClr val="1852FE"/>
                  </a:solidFill>
                  <a:latin typeface="Lato" panose="020F0502020204030203" pitchFamily="34" charset="0"/>
                </a:rPr>
                <a:t>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F6197F6-E74C-9CA2-8A93-2D320A9B5C12}"/>
              </a:ext>
            </a:extLst>
          </p:cNvPr>
          <p:cNvSpPr txBox="1"/>
          <p:nvPr/>
        </p:nvSpPr>
        <p:spPr>
          <a:xfrm>
            <a:off x="4224600" y="3097153"/>
            <a:ext cx="4069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Lato" panose="020F0502020204030203" pitchFamily="34" charset="0"/>
              </a:rPr>
              <a:t>= frequência de </a:t>
            </a:r>
            <a:r>
              <a:rPr lang="pt-BR" sz="2000" dirty="0">
                <a:solidFill>
                  <a:srgbClr val="1852FE"/>
                </a:solidFill>
                <a:latin typeface="Lato" panose="020F0502020204030203" pitchFamily="34" charset="0"/>
              </a:rPr>
              <a:t>x </a:t>
            </a:r>
            <a:r>
              <a:rPr lang="pt-BR" sz="2000" dirty="0">
                <a:latin typeface="Lato" panose="020F0502020204030203" pitchFamily="34" charset="0"/>
              </a:rPr>
              <a:t>em </a:t>
            </a:r>
            <a:r>
              <a:rPr lang="pt-BR" sz="2000" dirty="0">
                <a:solidFill>
                  <a:srgbClr val="1852FE"/>
                </a:solidFill>
                <a:latin typeface="Lato" panose="020F0502020204030203" pitchFamily="34" charset="0"/>
              </a:rPr>
              <a:t>y</a:t>
            </a:r>
          </a:p>
        </p:txBody>
      </p:sp>
      <p:sp>
        <p:nvSpPr>
          <p:cNvPr id="19" name="CaixaDeTexto 8">
            <a:extLst>
              <a:ext uri="{FF2B5EF4-FFF2-40B4-BE49-F238E27FC236}">
                <a16:creationId xmlns:a16="http://schemas.microsoft.com/office/drawing/2014/main" id="{348AB56D-3F53-DB80-EC65-5C0353D18A3A}"/>
              </a:ext>
            </a:extLst>
          </p:cNvPr>
          <p:cNvSpPr txBox="1"/>
          <p:nvPr/>
        </p:nvSpPr>
        <p:spPr>
          <a:xfrm>
            <a:off x="3871651" y="3127766"/>
            <a:ext cx="490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1852FE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x,y</a:t>
            </a:r>
          </a:p>
        </p:txBody>
      </p:sp>
      <p:sp>
        <p:nvSpPr>
          <p:cNvPr id="20" name="CaixaDeTexto 9">
            <a:extLst>
              <a:ext uri="{FF2B5EF4-FFF2-40B4-BE49-F238E27FC236}">
                <a16:creationId xmlns:a16="http://schemas.microsoft.com/office/drawing/2014/main" id="{3AA15B0E-B569-E5A8-1B5F-40131F06CB3F}"/>
              </a:ext>
            </a:extLst>
          </p:cNvPr>
          <p:cNvSpPr txBox="1"/>
          <p:nvPr/>
        </p:nvSpPr>
        <p:spPr>
          <a:xfrm>
            <a:off x="3685413" y="3097169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073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tf</a:t>
            </a:r>
            <a:endParaRPr lang="pt-BR" sz="3200" dirty="0">
              <a:solidFill>
                <a:srgbClr val="00073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B9B37-7140-C0F8-D9B1-2AF1E31C6E6A}"/>
              </a:ext>
            </a:extLst>
          </p:cNvPr>
          <p:cNvSpPr txBox="1"/>
          <p:nvPr/>
        </p:nvSpPr>
        <p:spPr>
          <a:xfrm>
            <a:off x="4224600" y="3637419"/>
            <a:ext cx="4598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Lato" panose="020F0502020204030203" pitchFamily="34" charset="0"/>
              </a:rPr>
              <a:t>= número de documentos que contém </a:t>
            </a:r>
            <a:r>
              <a:rPr lang="pt-BR" sz="2000" dirty="0">
                <a:solidFill>
                  <a:srgbClr val="1852FE"/>
                </a:solidFill>
                <a:latin typeface="Lato" panose="020F0502020204030203" pitchFamily="34" charset="0"/>
              </a:rPr>
              <a:t>x</a:t>
            </a:r>
          </a:p>
        </p:txBody>
      </p:sp>
      <p:sp>
        <p:nvSpPr>
          <p:cNvPr id="25" name="CaixaDeTexto 8">
            <a:extLst>
              <a:ext uri="{FF2B5EF4-FFF2-40B4-BE49-F238E27FC236}">
                <a16:creationId xmlns:a16="http://schemas.microsoft.com/office/drawing/2014/main" id="{370CBE4D-61B4-C33D-F8C7-CC8B6C30F646}"/>
              </a:ext>
            </a:extLst>
          </p:cNvPr>
          <p:cNvSpPr txBox="1"/>
          <p:nvPr/>
        </p:nvSpPr>
        <p:spPr>
          <a:xfrm>
            <a:off x="3871651" y="3681928"/>
            <a:ext cx="364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1852FE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x</a:t>
            </a:r>
          </a:p>
        </p:txBody>
      </p:sp>
      <p:sp>
        <p:nvSpPr>
          <p:cNvPr id="26" name="CaixaDeTexto 9">
            <a:extLst>
              <a:ext uri="{FF2B5EF4-FFF2-40B4-BE49-F238E27FC236}">
                <a16:creationId xmlns:a16="http://schemas.microsoft.com/office/drawing/2014/main" id="{76687712-6887-B52A-654D-18456CF253C3}"/>
              </a:ext>
            </a:extLst>
          </p:cNvPr>
          <p:cNvSpPr txBox="1"/>
          <p:nvPr/>
        </p:nvSpPr>
        <p:spPr>
          <a:xfrm>
            <a:off x="3685413" y="3637419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073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df</a:t>
            </a:r>
            <a:endParaRPr lang="pt-BR" sz="3200" dirty="0">
              <a:solidFill>
                <a:srgbClr val="00073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ED537-8414-A2DC-4A6E-954A1C608FA6}"/>
              </a:ext>
            </a:extLst>
          </p:cNvPr>
          <p:cNvSpPr txBox="1"/>
          <p:nvPr/>
        </p:nvSpPr>
        <p:spPr>
          <a:xfrm>
            <a:off x="4235853" y="4177669"/>
            <a:ext cx="4598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Lato" panose="020F0502020204030203" pitchFamily="34" charset="0"/>
              </a:rPr>
              <a:t>= número total de documentos</a:t>
            </a:r>
            <a:endParaRPr lang="pt-BR" sz="2000" dirty="0">
              <a:solidFill>
                <a:srgbClr val="1852FE"/>
              </a:solidFill>
              <a:latin typeface="Lato" panose="020F0502020204030203" pitchFamily="34" charset="0"/>
            </a:endParaRPr>
          </a:p>
        </p:txBody>
      </p:sp>
      <p:sp>
        <p:nvSpPr>
          <p:cNvPr id="29" name="CaixaDeTexto 9">
            <a:extLst>
              <a:ext uri="{FF2B5EF4-FFF2-40B4-BE49-F238E27FC236}">
                <a16:creationId xmlns:a16="http://schemas.microsoft.com/office/drawing/2014/main" id="{6C1BA2DF-1EA0-AD1F-2040-B03341E69B21}"/>
              </a:ext>
            </a:extLst>
          </p:cNvPr>
          <p:cNvSpPr txBox="1"/>
          <p:nvPr/>
        </p:nvSpPr>
        <p:spPr>
          <a:xfrm>
            <a:off x="3696666" y="4177669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073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pt-BR" sz="3200" dirty="0">
              <a:solidFill>
                <a:srgbClr val="00073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63C13C-9B97-D565-467B-3EE2867E65FD}"/>
              </a:ext>
            </a:extLst>
          </p:cNvPr>
          <p:cNvCxnSpPr>
            <a:cxnSpLocks/>
          </p:cNvCxnSpPr>
          <p:nvPr/>
        </p:nvCxnSpPr>
        <p:spPr>
          <a:xfrm flipV="1">
            <a:off x="3592323" y="3129237"/>
            <a:ext cx="0" cy="1480626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631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4D0FAA-54CC-3DFD-3A52-AA8913C7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AA013D-2E6F-A6CE-DC5F-7DA5D1841527}"/>
              </a:ext>
            </a:extLst>
          </p:cNvPr>
          <p:cNvGrpSpPr/>
          <p:nvPr/>
        </p:nvGrpSpPr>
        <p:grpSpPr>
          <a:xfrm>
            <a:off x="1113957" y="759502"/>
            <a:ext cx="6916085" cy="1882373"/>
            <a:chOff x="834856" y="1279088"/>
            <a:chExt cx="6916085" cy="1882373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3AC775FD-D01F-07D9-0F9F-17F7387E158E}"/>
                </a:ext>
              </a:extLst>
            </p:cNvPr>
            <p:cNvGrpSpPr/>
            <p:nvPr/>
          </p:nvGrpSpPr>
          <p:grpSpPr>
            <a:xfrm>
              <a:off x="834856" y="1535803"/>
              <a:ext cx="1535300" cy="1035947"/>
              <a:chOff x="834856" y="1535803"/>
              <a:chExt cx="1535300" cy="1035947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2CA14AC-1C11-7E44-F79F-155D865628D2}"/>
                  </a:ext>
                </a:extLst>
              </p:cNvPr>
              <p:cNvSpPr txBox="1"/>
              <p:nvPr/>
            </p:nvSpPr>
            <p:spPr>
              <a:xfrm>
                <a:off x="1449711" y="1740753"/>
                <a:ext cx="9204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800" dirty="0" err="1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  <a:endParaRPr lang="pt-BR" sz="4800" dirty="0">
                  <a:solidFill>
                    <a:srgbClr val="1852F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5956658-1BF1-B476-714F-AFFD53705976}"/>
                  </a:ext>
                </a:extLst>
              </p:cNvPr>
              <p:cNvSpPr txBox="1"/>
              <p:nvPr/>
            </p:nvSpPr>
            <p:spPr>
              <a:xfrm>
                <a:off x="834856" y="1535803"/>
                <a:ext cx="82266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0545869E-71B8-4FC1-6926-C2A5C5623F52}"/>
                </a:ext>
              </a:extLst>
            </p:cNvPr>
            <p:cNvSpPr txBox="1"/>
            <p:nvPr/>
          </p:nvSpPr>
          <p:spPr>
            <a:xfrm>
              <a:off x="2370156" y="1500987"/>
              <a:ext cx="70243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=</a:t>
              </a:r>
            </a:p>
          </p:txBody>
        </p: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1206A851-E56A-64EE-C6E3-4AD5FBE65096}"/>
                </a:ext>
              </a:extLst>
            </p:cNvPr>
            <p:cNvGrpSpPr/>
            <p:nvPr/>
          </p:nvGrpSpPr>
          <p:grpSpPr>
            <a:xfrm>
              <a:off x="3082795" y="1479494"/>
              <a:ext cx="1430200" cy="1035947"/>
              <a:chOff x="834856" y="1535803"/>
              <a:chExt cx="1430200" cy="1035947"/>
            </a:xfrm>
          </p:grpSpPr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32BF70D-EFAF-876E-496A-7225DB4284E2}"/>
                  </a:ext>
                </a:extLst>
              </p:cNvPr>
              <p:cNvSpPr txBox="1"/>
              <p:nvPr/>
            </p:nvSpPr>
            <p:spPr>
              <a:xfrm>
                <a:off x="1344611" y="1740753"/>
                <a:ext cx="9204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800" dirty="0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1B26DA0-E763-4398-8B58-1C8FA0A10CCA}"/>
                  </a:ext>
                </a:extLst>
              </p:cNvPr>
              <p:cNvSpPr txBox="1"/>
              <p:nvPr/>
            </p:nvSpPr>
            <p:spPr>
              <a:xfrm>
                <a:off x="834856" y="1535803"/>
                <a:ext cx="62869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tf</a:t>
                </a:r>
              </a:p>
            </p:txBody>
          </p:sp>
        </p:grpSp>
        <p:pic>
          <p:nvPicPr>
            <p:cNvPr id="13" name="Gráfico 12" descr="Adicionar estrutura de tópicos">
              <a:extLst>
                <a:ext uri="{FF2B5EF4-FFF2-40B4-BE49-F238E27FC236}">
                  <a16:creationId xmlns:a16="http://schemas.microsoft.com/office/drawing/2014/main" id="{E94DC7AE-EF01-3FE3-5CC4-E7F7DDF29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042652">
              <a:off x="4466456" y="1642741"/>
              <a:ext cx="914400" cy="914400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800DEC5-269E-E2BE-B9F5-4926D2FD2E89}"/>
                </a:ext>
              </a:extLst>
            </p:cNvPr>
            <p:cNvSpPr txBox="1"/>
            <p:nvPr/>
          </p:nvSpPr>
          <p:spPr>
            <a:xfrm>
              <a:off x="5339728" y="1592111"/>
              <a:ext cx="10807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log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9C60D0BB-0243-3738-6198-8B4865760331}"/>
                </a:ext>
              </a:extLst>
            </p:cNvPr>
            <p:cNvSpPr txBox="1"/>
            <p:nvPr/>
          </p:nvSpPr>
          <p:spPr>
            <a:xfrm>
              <a:off x="6735598" y="1279088"/>
              <a:ext cx="65594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7B4424E9-991F-502C-EF11-AF3575CF332F}"/>
                </a:ext>
              </a:extLst>
            </p:cNvPr>
            <p:cNvCxnSpPr/>
            <p:nvPr/>
          </p:nvCxnSpPr>
          <p:spPr>
            <a:xfrm>
              <a:off x="6446155" y="2202418"/>
              <a:ext cx="987973" cy="0"/>
            </a:xfrm>
            <a:prstGeom prst="line">
              <a:avLst/>
            </a:prstGeom>
            <a:solidFill>
              <a:srgbClr val="000000"/>
            </a:solidFill>
            <a:ln w="28575" cap="flat">
              <a:solidFill>
                <a:srgbClr val="000736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D3436AC-3061-819C-F859-22117E6AB81C}"/>
                </a:ext>
              </a:extLst>
            </p:cNvPr>
            <p:cNvSpPr txBox="1"/>
            <p:nvPr/>
          </p:nvSpPr>
          <p:spPr>
            <a:xfrm>
              <a:off x="6612166" y="2156251"/>
              <a:ext cx="77938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df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1BD940B4-001E-329E-CAF8-9E375ED2AC5C}"/>
                </a:ext>
              </a:extLst>
            </p:cNvPr>
            <p:cNvSpPr txBox="1"/>
            <p:nvPr/>
          </p:nvSpPr>
          <p:spPr>
            <a:xfrm>
              <a:off x="7268117" y="2330464"/>
              <a:ext cx="48282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800" dirty="0">
                  <a:solidFill>
                    <a:srgbClr val="1852FE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31E747-1FF3-392D-F414-13C58A2A6A53}"/>
              </a:ext>
            </a:extLst>
          </p:cNvPr>
          <p:cNvGrpSpPr/>
          <p:nvPr/>
        </p:nvGrpSpPr>
        <p:grpSpPr>
          <a:xfrm>
            <a:off x="464099" y="3297208"/>
            <a:ext cx="2945037" cy="872268"/>
            <a:chOff x="1113957" y="2674460"/>
            <a:chExt cx="2945037" cy="8722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6D80C0-7751-81CD-4F88-CBC4BCBEA732}"/>
                </a:ext>
              </a:extLst>
            </p:cNvPr>
            <p:cNvSpPr txBox="1"/>
            <p:nvPr/>
          </p:nvSpPr>
          <p:spPr>
            <a:xfrm>
              <a:off x="1850536" y="2674460"/>
              <a:ext cx="14718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dirty="0">
                  <a:latin typeface="Lato" panose="020F0502020204030203" pitchFamily="34" charset="0"/>
                </a:rPr>
                <a:t>TF-IDF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A70DB0-D8F4-981B-298E-A546194F95B5}"/>
                </a:ext>
              </a:extLst>
            </p:cNvPr>
            <p:cNvSpPr txBox="1"/>
            <p:nvPr/>
          </p:nvSpPr>
          <p:spPr>
            <a:xfrm>
              <a:off x="1113957" y="3146618"/>
              <a:ext cx="2945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latin typeface="Lato" panose="020F0502020204030203" pitchFamily="34" charset="0"/>
                </a:rPr>
                <a:t>Termo </a:t>
              </a:r>
              <a:r>
                <a:rPr lang="pt-BR" sz="2000" dirty="0">
                  <a:solidFill>
                    <a:srgbClr val="1852FE"/>
                  </a:solidFill>
                  <a:latin typeface="Lato" panose="020F0502020204030203" pitchFamily="34" charset="0"/>
                </a:rPr>
                <a:t>x</a:t>
              </a:r>
              <a:r>
                <a:rPr lang="pt-BR" sz="2000" dirty="0">
                  <a:latin typeface="Lato" panose="020F0502020204030203" pitchFamily="34" charset="0"/>
                </a:rPr>
                <a:t> no documento </a:t>
              </a:r>
              <a:r>
                <a:rPr lang="pt-BR" sz="2000" dirty="0">
                  <a:solidFill>
                    <a:srgbClr val="1852FE"/>
                  </a:solidFill>
                  <a:latin typeface="Lato" panose="020F0502020204030203" pitchFamily="34" charset="0"/>
                </a:rPr>
                <a:t>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F6197F6-E74C-9CA2-8A93-2D320A9B5C12}"/>
              </a:ext>
            </a:extLst>
          </p:cNvPr>
          <p:cNvSpPr txBox="1"/>
          <p:nvPr/>
        </p:nvSpPr>
        <p:spPr>
          <a:xfrm>
            <a:off x="4224600" y="3097153"/>
            <a:ext cx="4069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Lato" panose="020F0502020204030203" pitchFamily="34" charset="0"/>
              </a:rPr>
              <a:t>= frequência de </a:t>
            </a:r>
            <a:r>
              <a:rPr lang="pt-BR" sz="2000" dirty="0">
                <a:solidFill>
                  <a:srgbClr val="1852FE"/>
                </a:solidFill>
                <a:latin typeface="Lato" panose="020F0502020204030203" pitchFamily="34" charset="0"/>
              </a:rPr>
              <a:t>x </a:t>
            </a:r>
            <a:r>
              <a:rPr lang="pt-BR" sz="2000" dirty="0">
                <a:latin typeface="Lato" panose="020F0502020204030203" pitchFamily="34" charset="0"/>
              </a:rPr>
              <a:t>em </a:t>
            </a:r>
            <a:r>
              <a:rPr lang="pt-BR" sz="2000" dirty="0">
                <a:solidFill>
                  <a:srgbClr val="1852FE"/>
                </a:solidFill>
                <a:latin typeface="Lato" panose="020F0502020204030203" pitchFamily="34" charset="0"/>
              </a:rPr>
              <a:t>y</a:t>
            </a:r>
          </a:p>
        </p:txBody>
      </p:sp>
      <p:sp>
        <p:nvSpPr>
          <p:cNvPr id="19" name="CaixaDeTexto 8">
            <a:extLst>
              <a:ext uri="{FF2B5EF4-FFF2-40B4-BE49-F238E27FC236}">
                <a16:creationId xmlns:a16="http://schemas.microsoft.com/office/drawing/2014/main" id="{348AB56D-3F53-DB80-EC65-5C0353D18A3A}"/>
              </a:ext>
            </a:extLst>
          </p:cNvPr>
          <p:cNvSpPr txBox="1"/>
          <p:nvPr/>
        </p:nvSpPr>
        <p:spPr>
          <a:xfrm>
            <a:off x="3871651" y="3127766"/>
            <a:ext cx="490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1852FE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x,y</a:t>
            </a:r>
          </a:p>
        </p:txBody>
      </p:sp>
      <p:sp>
        <p:nvSpPr>
          <p:cNvPr id="20" name="CaixaDeTexto 9">
            <a:extLst>
              <a:ext uri="{FF2B5EF4-FFF2-40B4-BE49-F238E27FC236}">
                <a16:creationId xmlns:a16="http://schemas.microsoft.com/office/drawing/2014/main" id="{3AA15B0E-B569-E5A8-1B5F-40131F06CB3F}"/>
              </a:ext>
            </a:extLst>
          </p:cNvPr>
          <p:cNvSpPr txBox="1"/>
          <p:nvPr/>
        </p:nvSpPr>
        <p:spPr>
          <a:xfrm>
            <a:off x="3685413" y="3097169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073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tf</a:t>
            </a:r>
            <a:endParaRPr lang="pt-BR" sz="3200" dirty="0">
              <a:solidFill>
                <a:srgbClr val="00073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B9B37-7140-C0F8-D9B1-2AF1E31C6E6A}"/>
              </a:ext>
            </a:extLst>
          </p:cNvPr>
          <p:cNvSpPr txBox="1"/>
          <p:nvPr/>
        </p:nvSpPr>
        <p:spPr>
          <a:xfrm>
            <a:off x="4224600" y="3637419"/>
            <a:ext cx="4598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Lato" panose="020F0502020204030203" pitchFamily="34" charset="0"/>
              </a:rPr>
              <a:t>= número de documentos que contém </a:t>
            </a:r>
            <a:r>
              <a:rPr lang="pt-BR" sz="2000" dirty="0">
                <a:solidFill>
                  <a:srgbClr val="1852FE"/>
                </a:solidFill>
                <a:latin typeface="Lato" panose="020F0502020204030203" pitchFamily="34" charset="0"/>
              </a:rPr>
              <a:t>x</a:t>
            </a:r>
          </a:p>
        </p:txBody>
      </p:sp>
      <p:sp>
        <p:nvSpPr>
          <p:cNvPr id="25" name="CaixaDeTexto 8">
            <a:extLst>
              <a:ext uri="{FF2B5EF4-FFF2-40B4-BE49-F238E27FC236}">
                <a16:creationId xmlns:a16="http://schemas.microsoft.com/office/drawing/2014/main" id="{370CBE4D-61B4-C33D-F8C7-CC8B6C30F646}"/>
              </a:ext>
            </a:extLst>
          </p:cNvPr>
          <p:cNvSpPr txBox="1"/>
          <p:nvPr/>
        </p:nvSpPr>
        <p:spPr>
          <a:xfrm>
            <a:off x="3871651" y="3681928"/>
            <a:ext cx="364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1852FE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x</a:t>
            </a:r>
          </a:p>
        </p:txBody>
      </p:sp>
      <p:sp>
        <p:nvSpPr>
          <p:cNvPr id="26" name="CaixaDeTexto 9">
            <a:extLst>
              <a:ext uri="{FF2B5EF4-FFF2-40B4-BE49-F238E27FC236}">
                <a16:creationId xmlns:a16="http://schemas.microsoft.com/office/drawing/2014/main" id="{76687712-6887-B52A-654D-18456CF253C3}"/>
              </a:ext>
            </a:extLst>
          </p:cNvPr>
          <p:cNvSpPr txBox="1"/>
          <p:nvPr/>
        </p:nvSpPr>
        <p:spPr>
          <a:xfrm>
            <a:off x="3685413" y="3637419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073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df</a:t>
            </a:r>
            <a:endParaRPr lang="pt-BR" sz="3200" dirty="0">
              <a:solidFill>
                <a:srgbClr val="00073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ED537-8414-A2DC-4A6E-954A1C608FA6}"/>
              </a:ext>
            </a:extLst>
          </p:cNvPr>
          <p:cNvSpPr txBox="1"/>
          <p:nvPr/>
        </p:nvSpPr>
        <p:spPr>
          <a:xfrm>
            <a:off x="4235853" y="4177669"/>
            <a:ext cx="4598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Lato" panose="020F0502020204030203" pitchFamily="34" charset="0"/>
              </a:rPr>
              <a:t>= número total de documentos</a:t>
            </a:r>
            <a:endParaRPr lang="pt-BR" sz="2000" dirty="0">
              <a:solidFill>
                <a:srgbClr val="1852FE"/>
              </a:solidFill>
              <a:latin typeface="Lato" panose="020F0502020204030203" pitchFamily="34" charset="0"/>
            </a:endParaRPr>
          </a:p>
        </p:txBody>
      </p:sp>
      <p:sp>
        <p:nvSpPr>
          <p:cNvPr id="29" name="CaixaDeTexto 9">
            <a:extLst>
              <a:ext uri="{FF2B5EF4-FFF2-40B4-BE49-F238E27FC236}">
                <a16:creationId xmlns:a16="http://schemas.microsoft.com/office/drawing/2014/main" id="{6C1BA2DF-1EA0-AD1F-2040-B03341E69B21}"/>
              </a:ext>
            </a:extLst>
          </p:cNvPr>
          <p:cNvSpPr txBox="1"/>
          <p:nvPr/>
        </p:nvSpPr>
        <p:spPr>
          <a:xfrm>
            <a:off x="3696666" y="4177669"/>
            <a:ext cx="359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073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endParaRPr lang="pt-BR" sz="3200" dirty="0">
              <a:solidFill>
                <a:srgbClr val="00073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63C13C-9B97-D565-467B-3EE2867E65FD}"/>
              </a:ext>
            </a:extLst>
          </p:cNvPr>
          <p:cNvCxnSpPr>
            <a:cxnSpLocks/>
          </p:cNvCxnSpPr>
          <p:nvPr/>
        </p:nvCxnSpPr>
        <p:spPr>
          <a:xfrm flipV="1">
            <a:off x="3592323" y="3129237"/>
            <a:ext cx="0" cy="1480626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EADC071-D2B6-FCDF-8E64-6316C01BA7E2}"/>
              </a:ext>
            </a:extLst>
          </p:cNvPr>
          <p:cNvSpPr/>
          <p:nvPr/>
        </p:nvSpPr>
        <p:spPr>
          <a:xfrm>
            <a:off x="3264112" y="759502"/>
            <a:ext cx="1620253" cy="1480626"/>
          </a:xfrm>
          <a:custGeom>
            <a:avLst/>
            <a:gdLst>
              <a:gd name="connsiteX0" fmla="*/ 0 w 1620253"/>
              <a:gd name="connsiteY0" fmla="*/ 740313 h 1480626"/>
              <a:gd name="connsiteX1" fmla="*/ 810127 w 1620253"/>
              <a:gd name="connsiteY1" fmla="*/ 0 h 1480626"/>
              <a:gd name="connsiteX2" fmla="*/ 1620254 w 1620253"/>
              <a:gd name="connsiteY2" fmla="*/ 740313 h 1480626"/>
              <a:gd name="connsiteX3" fmla="*/ 810127 w 1620253"/>
              <a:gd name="connsiteY3" fmla="*/ 1480626 h 1480626"/>
              <a:gd name="connsiteX4" fmla="*/ 0 w 1620253"/>
              <a:gd name="connsiteY4" fmla="*/ 740313 h 148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0253" h="1480626" extrusionOk="0">
                <a:moveTo>
                  <a:pt x="0" y="740313"/>
                </a:moveTo>
                <a:cubicBezTo>
                  <a:pt x="6737" y="267008"/>
                  <a:pt x="460725" y="34622"/>
                  <a:pt x="810127" y="0"/>
                </a:cubicBezTo>
                <a:cubicBezTo>
                  <a:pt x="1183120" y="-33139"/>
                  <a:pt x="1558759" y="296074"/>
                  <a:pt x="1620254" y="740313"/>
                </a:cubicBezTo>
                <a:cubicBezTo>
                  <a:pt x="1635524" y="1135251"/>
                  <a:pt x="1324249" y="1519426"/>
                  <a:pt x="810127" y="1480626"/>
                </a:cubicBezTo>
                <a:cubicBezTo>
                  <a:pt x="324510" y="1469725"/>
                  <a:pt x="-10018" y="1240605"/>
                  <a:pt x="0" y="740313"/>
                </a:cubicBezTo>
                <a:close/>
              </a:path>
            </a:pathLst>
          </a:custGeom>
          <a:noFill/>
          <a:ln w="57150">
            <a:solidFill>
              <a:srgbClr val="DC00A8"/>
            </a:solidFill>
            <a:extLst>
              <a:ext uri="{C807C97D-BFC1-408E-A445-0C87EB9F89A2}">
                <ask:lineSketchStyleProps xmlns:ask="http://schemas.microsoft.com/office/drawing/2018/sketchyshapes" sd="199708065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E1C85C-D196-A9EC-ADC7-18A3C8876818}"/>
              </a:ext>
            </a:extLst>
          </p:cNvPr>
          <p:cNvSpPr/>
          <p:nvPr/>
        </p:nvSpPr>
        <p:spPr>
          <a:xfrm>
            <a:off x="5539938" y="509015"/>
            <a:ext cx="2920617" cy="2255300"/>
          </a:xfrm>
          <a:custGeom>
            <a:avLst/>
            <a:gdLst>
              <a:gd name="connsiteX0" fmla="*/ 0 w 2920617"/>
              <a:gd name="connsiteY0" fmla="*/ 1127650 h 2255300"/>
              <a:gd name="connsiteX1" fmla="*/ 1460309 w 2920617"/>
              <a:gd name="connsiteY1" fmla="*/ 0 h 2255300"/>
              <a:gd name="connsiteX2" fmla="*/ 2920618 w 2920617"/>
              <a:gd name="connsiteY2" fmla="*/ 1127650 h 2255300"/>
              <a:gd name="connsiteX3" fmla="*/ 1460309 w 2920617"/>
              <a:gd name="connsiteY3" fmla="*/ 2255300 h 2255300"/>
              <a:gd name="connsiteX4" fmla="*/ 0 w 2920617"/>
              <a:gd name="connsiteY4" fmla="*/ 1127650 h 225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0617" h="2255300" extrusionOk="0">
                <a:moveTo>
                  <a:pt x="0" y="1127650"/>
                </a:moveTo>
                <a:cubicBezTo>
                  <a:pt x="9435" y="414612"/>
                  <a:pt x="805035" y="53417"/>
                  <a:pt x="1460309" y="0"/>
                </a:cubicBezTo>
                <a:cubicBezTo>
                  <a:pt x="2131910" y="-60066"/>
                  <a:pt x="2793209" y="431573"/>
                  <a:pt x="2920618" y="1127650"/>
                </a:cubicBezTo>
                <a:cubicBezTo>
                  <a:pt x="3024058" y="1656097"/>
                  <a:pt x="2351646" y="2304646"/>
                  <a:pt x="1460309" y="2255300"/>
                </a:cubicBezTo>
                <a:cubicBezTo>
                  <a:pt x="613132" y="2243692"/>
                  <a:pt x="-5403" y="1799747"/>
                  <a:pt x="0" y="1127650"/>
                </a:cubicBezTo>
                <a:close/>
              </a:path>
            </a:pathLst>
          </a:custGeom>
          <a:noFill/>
          <a:ln w="57150">
            <a:solidFill>
              <a:srgbClr val="F59C38"/>
            </a:solidFill>
            <a:extLst>
              <a:ext uri="{C807C97D-BFC1-408E-A445-0C87EB9F89A2}">
                <ask:lineSketchStyleProps xmlns:ask="http://schemas.microsoft.com/office/drawing/2018/sketchyshapes" sd="199708065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689559-FCA8-8B68-E608-58FDD60865E1}"/>
              </a:ext>
            </a:extLst>
          </p:cNvPr>
          <p:cNvSpPr txBox="1"/>
          <p:nvPr/>
        </p:nvSpPr>
        <p:spPr>
          <a:xfrm>
            <a:off x="2745246" y="351929"/>
            <a:ext cx="8499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rgbClr val="DC00A8"/>
                </a:solidFill>
                <a:latin typeface="Ink Free" panose="03080402000500000000" pitchFamily="66" charset="0"/>
              </a:rPr>
              <a:t>TF</a:t>
            </a:r>
            <a:endParaRPr lang="pt-BR" sz="3200" b="1" dirty="0">
              <a:solidFill>
                <a:srgbClr val="DC00A8"/>
              </a:solidFill>
              <a:latin typeface="Ink Free" panose="03080402000500000000" pitchFamily="66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1D970D-533F-1AF2-51A4-00A4A0DBA3D2}"/>
              </a:ext>
            </a:extLst>
          </p:cNvPr>
          <p:cNvSpPr txBox="1"/>
          <p:nvPr/>
        </p:nvSpPr>
        <p:spPr>
          <a:xfrm>
            <a:off x="5266728" y="51616"/>
            <a:ext cx="116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rgbClr val="F59C38"/>
                </a:solidFill>
                <a:latin typeface="Ink Free" panose="03080402000500000000" pitchFamily="66" charset="0"/>
              </a:rPr>
              <a:t>IDF</a:t>
            </a:r>
            <a:endParaRPr lang="pt-BR" sz="3200" b="1" dirty="0">
              <a:solidFill>
                <a:srgbClr val="F59C38"/>
              </a:solidFill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45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C81D77-CE4C-7B11-046A-F669E8411733}"/>
              </a:ext>
            </a:extLst>
          </p:cNvPr>
          <p:cNvSpPr txBox="1"/>
          <p:nvPr/>
        </p:nvSpPr>
        <p:spPr>
          <a:xfrm>
            <a:off x="4194941" y="1283191"/>
            <a:ext cx="445720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Este filme é muito assustador e longo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CD744-EECB-F49D-2A7C-FA6A55B8B764}"/>
              </a:ext>
            </a:extLst>
          </p:cNvPr>
          <p:cNvSpPr txBox="1"/>
          <p:nvPr/>
        </p:nvSpPr>
        <p:spPr>
          <a:xfrm>
            <a:off x="4187899" y="2340918"/>
            <a:ext cx="445720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Este filme não é assustador e é lento, muito lento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42257-3283-73BF-DD38-92E86C649CF3}"/>
              </a:ext>
            </a:extLst>
          </p:cNvPr>
          <p:cNvSpPr txBox="1"/>
          <p:nvPr/>
        </p:nvSpPr>
        <p:spPr>
          <a:xfrm>
            <a:off x="4187899" y="3469618"/>
            <a:ext cx="445720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Este filme é assustador e bom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8454B5-6F89-8AFF-46AF-3F6DB2ECA93E}"/>
              </a:ext>
            </a:extLst>
          </p:cNvPr>
          <p:cNvCxnSpPr>
            <a:cxnSpLocks/>
          </p:cNvCxnSpPr>
          <p:nvPr/>
        </p:nvCxnSpPr>
        <p:spPr>
          <a:xfrm>
            <a:off x="0" y="887235"/>
            <a:ext cx="109922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324A20-EC5C-DD9E-87DE-B65A06E84FD4}"/>
              </a:ext>
            </a:extLst>
          </p:cNvPr>
          <p:cNvSpPr txBox="1"/>
          <p:nvPr/>
        </p:nvSpPr>
        <p:spPr>
          <a:xfrm>
            <a:off x="3530255" y="143707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852FE"/>
                </a:solidFill>
                <a:latin typeface="Oswald Light" pitchFamily="2" charset="0"/>
              </a:rPr>
              <a:t>C1</a:t>
            </a:r>
            <a:endParaRPr lang="pt-BR" sz="2400" b="1" dirty="0">
              <a:solidFill>
                <a:srgbClr val="1852FE"/>
              </a:solidFill>
              <a:latin typeface="Oswald Ligh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48D35-7766-B30C-6767-B2CB39A3DEB7}"/>
              </a:ext>
            </a:extLst>
          </p:cNvPr>
          <p:cNvSpPr txBox="1"/>
          <p:nvPr/>
        </p:nvSpPr>
        <p:spPr>
          <a:xfrm>
            <a:off x="3530254" y="2494806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10937"/>
                </a:solidFill>
                <a:latin typeface="Oswald Light" pitchFamily="2" charset="0"/>
              </a:rPr>
              <a:t>C2</a:t>
            </a:r>
            <a:endParaRPr lang="pt-BR" sz="2400" b="1" dirty="0">
              <a:solidFill>
                <a:srgbClr val="010937"/>
              </a:solidFill>
              <a:latin typeface="Oswald Ligh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9C9DB-C6F0-658D-1C1B-F912C24FCB19}"/>
              </a:ext>
            </a:extLst>
          </p:cNvPr>
          <p:cNvSpPr txBox="1"/>
          <p:nvPr/>
        </p:nvSpPr>
        <p:spPr>
          <a:xfrm>
            <a:off x="3537297" y="3438840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852FE"/>
                </a:solidFill>
                <a:latin typeface="Oswald Light" pitchFamily="2" charset="0"/>
              </a:rPr>
              <a:t>C3</a:t>
            </a:r>
            <a:endParaRPr lang="pt-BR" sz="2400" b="1" dirty="0">
              <a:solidFill>
                <a:srgbClr val="1852FE"/>
              </a:solidFill>
              <a:latin typeface="Oswald Light" pitchFamily="2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429F1E-7627-EC93-ADFC-AA20A7DB5123}"/>
              </a:ext>
            </a:extLst>
          </p:cNvPr>
          <p:cNvGrpSpPr/>
          <p:nvPr/>
        </p:nvGrpSpPr>
        <p:grpSpPr>
          <a:xfrm>
            <a:off x="393404" y="2034295"/>
            <a:ext cx="2612904" cy="1167689"/>
            <a:chOff x="498899" y="2027418"/>
            <a:chExt cx="2612904" cy="116768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B36457-8928-43D5-6A27-0B103F79E917}"/>
                </a:ext>
              </a:extLst>
            </p:cNvPr>
            <p:cNvSpPr/>
            <p:nvPr/>
          </p:nvSpPr>
          <p:spPr>
            <a:xfrm>
              <a:off x="498899" y="2027418"/>
              <a:ext cx="2541034" cy="630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1852FE"/>
                  </a:solidFill>
                  <a:latin typeface="Oswald Medium" pitchFamily="2" charset="0"/>
                </a:rPr>
                <a:t>Exemplo de</a:t>
              </a:r>
              <a:endParaRPr lang="pt-BR" sz="3600" dirty="0">
                <a:solidFill>
                  <a:srgbClr val="1852FE"/>
                </a:solidFill>
                <a:latin typeface="Oswald Medium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10E22F-D9BC-340D-8158-DEB28AE1B691}"/>
                </a:ext>
              </a:extLst>
            </p:cNvPr>
            <p:cNvSpPr/>
            <p:nvPr/>
          </p:nvSpPr>
          <p:spPr>
            <a:xfrm>
              <a:off x="498899" y="2657652"/>
              <a:ext cx="2612904" cy="537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010937"/>
                  </a:solidFill>
                  <a:latin typeface="Oswald Medium" pitchFamily="2" charset="0"/>
                </a:rPr>
                <a:t>TF-IDF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22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C81D77-CE4C-7B11-046A-F669E8411733}"/>
              </a:ext>
            </a:extLst>
          </p:cNvPr>
          <p:cNvSpPr txBox="1"/>
          <p:nvPr/>
        </p:nvSpPr>
        <p:spPr>
          <a:xfrm>
            <a:off x="3261085" y="1273463"/>
            <a:ext cx="445720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Este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filme 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é muito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assustador 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longo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CD744-EECB-F49D-2A7C-FA6A55B8B764}"/>
              </a:ext>
            </a:extLst>
          </p:cNvPr>
          <p:cNvSpPr txBox="1"/>
          <p:nvPr/>
        </p:nvSpPr>
        <p:spPr>
          <a:xfrm>
            <a:off x="3254043" y="2331190"/>
            <a:ext cx="445720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Este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filme </a:t>
            </a:r>
            <a:r>
              <a:rPr lang="pt-BR" sz="2400" dirty="0">
                <a:solidFill>
                  <a:srgbClr val="C00000"/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não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é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assustador 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 é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lento 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, muito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lento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42257-3283-73BF-DD38-92E86C649CF3}"/>
              </a:ext>
            </a:extLst>
          </p:cNvPr>
          <p:cNvSpPr txBox="1"/>
          <p:nvPr/>
        </p:nvSpPr>
        <p:spPr>
          <a:xfrm>
            <a:off x="3254043" y="3459890"/>
            <a:ext cx="445720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Este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filme 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é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assustador </a:t>
            </a:r>
            <a:r>
              <a:rPr lang="pt-BR" sz="24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Fira Code" panose="020B0809050000020004" pitchFamily="49" charset="0"/>
                <a:cs typeface="Fira Code" panose="020B0809050000020004" pitchFamily="49" charset="0"/>
              </a:rPr>
              <a:t> bom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8454B5-6F89-8AFF-46AF-3F6DB2ECA93E}"/>
              </a:ext>
            </a:extLst>
          </p:cNvPr>
          <p:cNvCxnSpPr>
            <a:cxnSpLocks/>
          </p:cNvCxnSpPr>
          <p:nvPr/>
        </p:nvCxnSpPr>
        <p:spPr>
          <a:xfrm>
            <a:off x="0" y="887235"/>
            <a:ext cx="109922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324A20-EC5C-DD9E-87DE-B65A06E84FD4}"/>
              </a:ext>
            </a:extLst>
          </p:cNvPr>
          <p:cNvSpPr txBox="1"/>
          <p:nvPr/>
        </p:nvSpPr>
        <p:spPr>
          <a:xfrm>
            <a:off x="2596399" y="1428994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852FE"/>
                </a:solidFill>
                <a:latin typeface="Oswald Light" pitchFamily="2" charset="0"/>
              </a:rPr>
              <a:t>C1</a:t>
            </a:r>
            <a:endParaRPr lang="pt-BR" sz="2400" b="1" dirty="0">
              <a:solidFill>
                <a:srgbClr val="1852FE"/>
              </a:solidFill>
              <a:latin typeface="Oswald Ligh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48D35-7766-B30C-6767-B2CB39A3DEB7}"/>
              </a:ext>
            </a:extLst>
          </p:cNvPr>
          <p:cNvSpPr txBox="1"/>
          <p:nvPr/>
        </p:nvSpPr>
        <p:spPr>
          <a:xfrm>
            <a:off x="2596398" y="2485078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10937"/>
                </a:solidFill>
                <a:latin typeface="Oswald Light" pitchFamily="2" charset="0"/>
              </a:rPr>
              <a:t>C2</a:t>
            </a:r>
            <a:endParaRPr lang="pt-BR" sz="2400" b="1" dirty="0">
              <a:solidFill>
                <a:srgbClr val="010937"/>
              </a:solidFill>
              <a:latin typeface="Oswald Ligh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9C9DB-C6F0-658D-1C1B-F912C24FCB19}"/>
              </a:ext>
            </a:extLst>
          </p:cNvPr>
          <p:cNvSpPr txBox="1"/>
          <p:nvPr/>
        </p:nvSpPr>
        <p:spPr>
          <a:xfrm>
            <a:off x="2603441" y="3429112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852FE"/>
                </a:solidFill>
                <a:latin typeface="Oswald Light" pitchFamily="2" charset="0"/>
              </a:rPr>
              <a:t>C3</a:t>
            </a:r>
            <a:endParaRPr lang="pt-BR" sz="2400" b="1" dirty="0">
              <a:solidFill>
                <a:srgbClr val="1852FE"/>
              </a:solidFill>
              <a:latin typeface="Oswald Light" pitchFamily="2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429F1E-7627-EC93-ADFC-AA20A7DB5123}"/>
              </a:ext>
            </a:extLst>
          </p:cNvPr>
          <p:cNvGrpSpPr/>
          <p:nvPr/>
        </p:nvGrpSpPr>
        <p:grpSpPr>
          <a:xfrm>
            <a:off x="393404" y="2034295"/>
            <a:ext cx="2612904" cy="1167689"/>
            <a:chOff x="498899" y="2027418"/>
            <a:chExt cx="2612904" cy="116768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B36457-8928-43D5-6A27-0B103F79E917}"/>
                </a:ext>
              </a:extLst>
            </p:cNvPr>
            <p:cNvSpPr/>
            <p:nvPr/>
          </p:nvSpPr>
          <p:spPr>
            <a:xfrm>
              <a:off x="498899" y="2027418"/>
              <a:ext cx="2541034" cy="630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1852FE"/>
                  </a:solidFill>
                  <a:latin typeface="Oswald Medium" pitchFamily="2" charset="0"/>
                </a:rPr>
                <a:t>Exemplo de</a:t>
              </a:r>
              <a:endParaRPr lang="pt-BR" sz="3600" dirty="0">
                <a:solidFill>
                  <a:srgbClr val="1852FE"/>
                </a:solidFill>
                <a:latin typeface="Oswald Medium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10E22F-D9BC-340D-8158-DEB28AE1B691}"/>
                </a:ext>
              </a:extLst>
            </p:cNvPr>
            <p:cNvSpPr/>
            <p:nvPr/>
          </p:nvSpPr>
          <p:spPr>
            <a:xfrm>
              <a:off x="498899" y="2657652"/>
              <a:ext cx="2612904" cy="537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010937"/>
                  </a:solidFill>
                  <a:latin typeface="Oswald Medium" pitchFamily="2" charset="0"/>
                </a:rPr>
                <a:t>TF-IDF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082D1E1-25F0-6DCD-C1F6-B5B4B2A5D172}"/>
              </a:ext>
            </a:extLst>
          </p:cNvPr>
          <p:cNvSpPr txBox="1"/>
          <p:nvPr/>
        </p:nvSpPr>
        <p:spPr>
          <a:xfrm>
            <a:off x="7645522" y="750243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10937"/>
                </a:solidFill>
                <a:latin typeface="Oswald Light" pitchFamily="2" charset="0"/>
              </a:rPr>
              <a:t>Tokens</a:t>
            </a:r>
            <a:endParaRPr lang="pt-BR" sz="2400" b="1" dirty="0">
              <a:solidFill>
                <a:srgbClr val="010937"/>
              </a:solidFill>
              <a:latin typeface="Oswald Ligh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2A30D-6C5A-3171-6677-1AC721C791F6}"/>
              </a:ext>
            </a:extLst>
          </p:cNvPr>
          <p:cNvSpPr txBox="1"/>
          <p:nvPr/>
        </p:nvSpPr>
        <p:spPr>
          <a:xfrm>
            <a:off x="7988565" y="1428994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852FE"/>
                </a:solidFill>
                <a:latin typeface="Oswald Light" pitchFamily="2" charset="0"/>
              </a:rPr>
              <a:t>3</a:t>
            </a:r>
            <a:endParaRPr lang="pt-BR" sz="2400" b="1" dirty="0">
              <a:solidFill>
                <a:srgbClr val="1852FE"/>
              </a:solidFill>
              <a:latin typeface="Oswald Ligh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9DC86-C458-F810-12B1-B3895B223DA4}"/>
              </a:ext>
            </a:extLst>
          </p:cNvPr>
          <p:cNvSpPr txBox="1"/>
          <p:nvPr/>
        </p:nvSpPr>
        <p:spPr>
          <a:xfrm>
            <a:off x="7988565" y="2485078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0736"/>
                </a:solidFill>
                <a:latin typeface="Oswald Light" pitchFamily="2" charset="0"/>
              </a:rPr>
              <a:t>5</a:t>
            </a:r>
            <a:endParaRPr lang="pt-BR" sz="2400" b="1" dirty="0">
              <a:solidFill>
                <a:srgbClr val="000736"/>
              </a:solidFill>
              <a:latin typeface="Oswald Ligh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5BA8B-AAC9-C1C1-CFCF-CD6A0E764247}"/>
              </a:ext>
            </a:extLst>
          </p:cNvPr>
          <p:cNvSpPr txBox="1"/>
          <p:nvPr/>
        </p:nvSpPr>
        <p:spPr>
          <a:xfrm>
            <a:off x="7988565" y="3429112"/>
            <a:ext cx="357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852FE"/>
                </a:solidFill>
                <a:latin typeface="Oswald Light" pitchFamily="2" charset="0"/>
              </a:rPr>
              <a:t>3</a:t>
            </a:r>
            <a:endParaRPr lang="pt-BR" sz="2400" b="1" dirty="0">
              <a:solidFill>
                <a:srgbClr val="1852FE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72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F1D387-5617-A27B-F28B-E9055565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FC1222EB-9595-6572-8185-B7A8C2675C78}"/>
              </a:ext>
            </a:extLst>
          </p:cNvPr>
          <p:cNvGrpSpPr/>
          <p:nvPr/>
        </p:nvGrpSpPr>
        <p:grpSpPr>
          <a:xfrm>
            <a:off x="2252387" y="2104045"/>
            <a:ext cx="4639225" cy="2185421"/>
            <a:chOff x="1226251" y="2258223"/>
            <a:chExt cx="4639225" cy="2185421"/>
          </a:xfrm>
        </p:grpSpPr>
        <p:grpSp>
          <p:nvGrpSpPr>
            <p:cNvPr id="6" name="Agrupar 6">
              <a:extLst>
                <a:ext uri="{FF2B5EF4-FFF2-40B4-BE49-F238E27FC236}">
                  <a16:creationId xmlns:a16="http://schemas.microsoft.com/office/drawing/2014/main" id="{6A17B3DF-1DCC-6F63-FD27-5C79A7E33F6B}"/>
                </a:ext>
              </a:extLst>
            </p:cNvPr>
            <p:cNvGrpSpPr/>
            <p:nvPr/>
          </p:nvGrpSpPr>
          <p:grpSpPr>
            <a:xfrm>
              <a:off x="1226251" y="2724789"/>
              <a:ext cx="1295822" cy="974391"/>
              <a:chOff x="947150" y="1535803"/>
              <a:chExt cx="1295822" cy="974391"/>
            </a:xfrm>
          </p:grpSpPr>
          <p:sp>
            <p:nvSpPr>
              <p:cNvPr id="22" name="CaixaDeTexto 3">
                <a:extLst>
                  <a:ext uri="{FF2B5EF4-FFF2-40B4-BE49-F238E27FC236}">
                    <a16:creationId xmlns:a16="http://schemas.microsoft.com/office/drawing/2014/main" id="{3AE3C381-2506-9FF5-1D9C-228DF84378B6}"/>
                  </a:ext>
                </a:extLst>
              </p:cNvPr>
              <p:cNvSpPr txBox="1"/>
              <p:nvPr/>
            </p:nvSpPr>
            <p:spPr>
              <a:xfrm>
                <a:off x="1386647" y="1740753"/>
                <a:ext cx="85632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400" dirty="0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</a:p>
            </p:txBody>
          </p:sp>
          <p:sp>
            <p:nvSpPr>
              <p:cNvPr id="23" name="CaixaDeTexto 4">
                <a:extLst>
                  <a:ext uri="{FF2B5EF4-FFF2-40B4-BE49-F238E27FC236}">
                    <a16:creationId xmlns:a16="http://schemas.microsoft.com/office/drawing/2014/main" id="{5E7297E6-7C7A-A620-D85D-5E4D826C2813}"/>
                  </a:ext>
                </a:extLst>
              </p:cNvPr>
              <p:cNvSpPr txBox="1"/>
              <p:nvPr/>
            </p:nvSpPr>
            <p:spPr>
              <a:xfrm>
                <a:off x="947150" y="1535803"/>
                <a:ext cx="54694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tf</a:t>
                </a:r>
              </a:p>
            </p:txBody>
          </p:sp>
        </p:grpSp>
        <p:sp>
          <p:nvSpPr>
            <p:cNvPr id="12" name="CaixaDeTexto 5">
              <a:extLst>
                <a:ext uri="{FF2B5EF4-FFF2-40B4-BE49-F238E27FC236}">
                  <a16:creationId xmlns:a16="http://schemas.microsoft.com/office/drawing/2014/main" id="{CA30A50E-1186-BE3D-13A3-2D4414D4E2F6}"/>
                </a:ext>
              </a:extLst>
            </p:cNvPr>
            <p:cNvSpPr txBox="1"/>
            <p:nvPr/>
          </p:nvSpPr>
          <p:spPr>
            <a:xfrm>
              <a:off x="2649257" y="2721505"/>
              <a:ext cx="60625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=</a:t>
              </a:r>
            </a:p>
          </p:txBody>
        </p:sp>
        <p:grpSp>
          <p:nvGrpSpPr>
            <p:cNvPr id="13" name="Agrupar 7">
              <a:extLst>
                <a:ext uri="{FF2B5EF4-FFF2-40B4-BE49-F238E27FC236}">
                  <a16:creationId xmlns:a16="http://schemas.microsoft.com/office/drawing/2014/main" id="{2AD5B0E3-E451-87BA-EF29-5C39FC0CE337}"/>
                </a:ext>
              </a:extLst>
            </p:cNvPr>
            <p:cNvGrpSpPr/>
            <p:nvPr/>
          </p:nvGrpSpPr>
          <p:grpSpPr>
            <a:xfrm>
              <a:off x="3902652" y="2258223"/>
              <a:ext cx="1352246" cy="911327"/>
              <a:chOff x="834856" y="1709229"/>
              <a:chExt cx="1352246" cy="911327"/>
            </a:xfrm>
          </p:grpSpPr>
          <p:sp>
            <p:nvSpPr>
              <p:cNvPr id="20" name="CaixaDeTexto 8">
                <a:extLst>
                  <a:ext uri="{FF2B5EF4-FFF2-40B4-BE49-F238E27FC236}">
                    <a16:creationId xmlns:a16="http://schemas.microsoft.com/office/drawing/2014/main" id="{C5FD76FE-F209-D14B-D8F6-DE1DD63D0DF6}"/>
                  </a:ext>
                </a:extLst>
              </p:cNvPr>
              <p:cNvSpPr txBox="1"/>
              <p:nvPr/>
            </p:nvSpPr>
            <p:spPr>
              <a:xfrm>
                <a:off x="1330777" y="1851115"/>
                <a:ext cx="85632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400" dirty="0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</a:p>
            </p:txBody>
          </p:sp>
          <p:sp>
            <p:nvSpPr>
              <p:cNvPr id="21" name="CaixaDeTexto 9">
                <a:extLst>
                  <a:ext uri="{FF2B5EF4-FFF2-40B4-BE49-F238E27FC236}">
                    <a16:creationId xmlns:a16="http://schemas.microsoft.com/office/drawing/2014/main" id="{11472A85-9CD0-869D-0821-14A9253DD4A1}"/>
                  </a:ext>
                </a:extLst>
              </p:cNvPr>
              <p:cNvSpPr txBox="1"/>
              <p:nvPr/>
            </p:nvSpPr>
            <p:spPr>
              <a:xfrm>
                <a:off x="834856" y="1709229"/>
                <a:ext cx="66877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df</a:t>
                </a:r>
              </a:p>
            </p:txBody>
          </p:sp>
        </p:grpSp>
        <p:cxnSp>
          <p:nvCxnSpPr>
            <p:cNvPr id="17" name="Conector reto 20">
              <a:extLst>
                <a:ext uri="{FF2B5EF4-FFF2-40B4-BE49-F238E27FC236}">
                  <a16:creationId xmlns:a16="http://schemas.microsoft.com/office/drawing/2014/main" id="{E7785D03-DAF9-44F9-DF86-48C5CE0FAC52}"/>
                </a:ext>
              </a:extLst>
            </p:cNvPr>
            <p:cNvCxnSpPr/>
            <p:nvPr/>
          </p:nvCxnSpPr>
          <p:spPr>
            <a:xfrm>
              <a:off x="3489476" y="3162025"/>
              <a:ext cx="2376000" cy="0"/>
            </a:xfrm>
            <a:prstGeom prst="line">
              <a:avLst/>
            </a:prstGeom>
            <a:solidFill>
              <a:srgbClr val="000000"/>
            </a:solidFill>
            <a:ln w="31750" cap="flat">
              <a:solidFill>
                <a:srgbClr val="000736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22">
              <a:extLst>
                <a:ext uri="{FF2B5EF4-FFF2-40B4-BE49-F238E27FC236}">
                  <a16:creationId xmlns:a16="http://schemas.microsoft.com/office/drawing/2014/main" id="{F4024314-6D9D-A695-D7B7-2926569BF91F}"/>
                </a:ext>
              </a:extLst>
            </p:cNvPr>
            <p:cNvSpPr txBox="1"/>
            <p:nvPr/>
          </p:nvSpPr>
          <p:spPr>
            <a:xfrm>
              <a:off x="3825759" y="3596550"/>
              <a:ext cx="4812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400" dirty="0">
                  <a:solidFill>
                    <a:srgbClr val="1852FE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k</a:t>
              </a:r>
            </a:p>
          </p:txBody>
        </p:sp>
        <p:sp>
          <p:nvSpPr>
            <p:cNvPr id="24" name="CaixaDeTexto 17">
              <a:extLst>
                <a:ext uri="{FF2B5EF4-FFF2-40B4-BE49-F238E27FC236}">
                  <a16:creationId xmlns:a16="http://schemas.microsoft.com/office/drawing/2014/main" id="{058828EA-7DD1-678C-0538-C30225A43FDD}"/>
                </a:ext>
              </a:extLst>
            </p:cNvPr>
            <p:cNvSpPr txBox="1"/>
            <p:nvPr/>
          </p:nvSpPr>
          <p:spPr>
            <a:xfrm>
              <a:off x="3351693" y="3325694"/>
              <a:ext cx="70243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∑</a:t>
              </a:r>
            </a:p>
          </p:txBody>
        </p:sp>
        <p:grpSp>
          <p:nvGrpSpPr>
            <p:cNvPr id="31" name="Agrupar 7">
              <a:extLst>
                <a:ext uri="{FF2B5EF4-FFF2-40B4-BE49-F238E27FC236}">
                  <a16:creationId xmlns:a16="http://schemas.microsoft.com/office/drawing/2014/main" id="{CA86953D-38FC-3F97-8F05-30C291A366BF}"/>
                </a:ext>
              </a:extLst>
            </p:cNvPr>
            <p:cNvGrpSpPr/>
            <p:nvPr/>
          </p:nvGrpSpPr>
          <p:grpSpPr>
            <a:xfrm>
              <a:off x="4271328" y="3500785"/>
              <a:ext cx="1423588" cy="942859"/>
              <a:chOff x="787558" y="1535803"/>
              <a:chExt cx="1423588" cy="942859"/>
            </a:xfrm>
          </p:grpSpPr>
          <p:sp>
            <p:nvSpPr>
              <p:cNvPr id="32" name="CaixaDeTexto 8">
                <a:extLst>
                  <a:ext uri="{FF2B5EF4-FFF2-40B4-BE49-F238E27FC236}">
                    <a16:creationId xmlns:a16="http://schemas.microsoft.com/office/drawing/2014/main" id="{A73D55E9-05BC-BCD4-118F-1F09704CBD47}"/>
                  </a:ext>
                </a:extLst>
              </p:cNvPr>
              <p:cNvSpPr txBox="1"/>
              <p:nvPr/>
            </p:nvSpPr>
            <p:spPr>
              <a:xfrm>
                <a:off x="1330777" y="1709221"/>
                <a:ext cx="88036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400" dirty="0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k,y</a:t>
                </a:r>
              </a:p>
            </p:txBody>
          </p:sp>
          <p:sp>
            <p:nvSpPr>
              <p:cNvPr id="33" name="CaixaDeTexto 9">
                <a:extLst>
                  <a:ext uri="{FF2B5EF4-FFF2-40B4-BE49-F238E27FC236}">
                    <a16:creationId xmlns:a16="http://schemas.microsoft.com/office/drawing/2014/main" id="{C0107A82-F4CD-8718-ABDB-8F1AE4FF827E}"/>
                  </a:ext>
                </a:extLst>
              </p:cNvPr>
              <p:cNvSpPr txBox="1"/>
              <p:nvPr/>
            </p:nvSpPr>
            <p:spPr>
              <a:xfrm>
                <a:off x="787558" y="1535803"/>
                <a:ext cx="66877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df</a:t>
                </a:r>
              </a:p>
            </p:txBody>
          </p:sp>
        </p:grpSp>
      </p:grpSp>
      <p:sp>
        <p:nvSpPr>
          <p:cNvPr id="35" name="CaixaDeTexto 2">
            <a:extLst>
              <a:ext uri="{FF2B5EF4-FFF2-40B4-BE49-F238E27FC236}">
                <a16:creationId xmlns:a16="http://schemas.microsoft.com/office/drawing/2014/main" id="{470A2B2A-9045-AFEA-8705-EA9F4EF66001}"/>
              </a:ext>
            </a:extLst>
          </p:cNvPr>
          <p:cNvSpPr txBox="1"/>
          <p:nvPr/>
        </p:nvSpPr>
        <p:spPr>
          <a:xfrm flipH="1">
            <a:off x="884218" y="861817"/>
            <a:ext cx="3283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3600" dirty="0">
                <a:solidFill>
                  <a:srgbClr val="010937"/>
                </a:solidFill>
                <a:latin typeface="Oswald Medium" pitchFamily="2" charset="0"/>
              </a:rPr>
              <a:t>Term </a:t>
            </a:r>
            <a:r>
              <a:rPr lang="pt-BR" sz="3600" dirty="0">
                <a:solidFill>
                  <a:srgbClr val="1852FE"/>
                </a:solidFill>
                <a:latin typeface="Oswald Medium" pitchFamily="2" charset="0"/>
              </a:rPr>
              <a:t>Frequency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6E31CF7-BB8A-E4B5-3415-21248E825C74}"/>
              </a:ext>
            </a:extLst>
          </p:cNvPr>
          <p:cNvCxnSpPr>
            <a:cxnSpLocks/>
          </p:cNvCxnSpPr>
          <p:nvPr/>
        </p:nvCxnSpPr>
        <p:spPr>
          <a:xfrm>
            <a:off x="2295664" y="2063974"/>
            <a:ext cx="187183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6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46BC68-86D8-4F22-AA1C-4F749B05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081BEFC-86CE-83B1-1FFA-6D784AC1D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50989"/>
              </p:ext>
            </p:extLst>
          </p:nvPr>
        </p:nvGraphicFramePr>
        <p:xfrm>
          <a:off x="3450746" y="1692943"/>
          <a:ext cx="4923474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3180">
                  <a:extLst>
                    <a:ext uri="{9D8B030D-6E8A-4147-A177-3AD203B41FA5}">
                      <a16:colId xmlns:a16="http://schemas.microsoft.com/office/drawing/2014/main" val="779304281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3811931645"/>
                    </a:ext>
                  </a:extLst>
                </a:gridCol>
                <a:gridCol w="486093">
                  <a:extLst>
                    <a:ext uri="{9D8B030D-6E8A-4147-A177-3AD203B41FA5}">
                      <a16:colId xmlns:a16="http://schemas.microsoft.com/office/drawing/2014/main" val="1119793363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1317956269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1807064929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15311517"/>
                    </a:ext>
                  </a:extLst>
                </a:gridCol>
                <a:gridCol w="740093">
                  <a:extLst>
                    <a:ext uri="{9D8B030D-6E8A-4147-A177-3AD203B41FA5}">
                      <a16:colId xmlns:a16="http://schemas.microsoft.com/office/drawing/2014/main" val="2271151594"/>
                    </a:ext>
                  </a:extLst>
                </a:gridCol>
              </a:tblGrid>
              <a:tr h="392048"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latin typeface="Oswald Light" pitchFamily="2" charset="0"/>
                        </a:rPr>
                        <a:t>Termo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010937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 C1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010937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 C2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pt-BR" sz="20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 C3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97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filme</a:t>
                      </a:r>
                    </a:p>
                  </a:txBody>
                  <a:tcPr>
                    <a:lnL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0C0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094585"/>
                  </a:ext>
                </a:extLst>
              </a:tr>
              <a:tr h="136506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assustador</a:t>
                      </a:r>
                    </a:p>
                  </a:txBody>
                  <a:tcPr>
                    <a:lnL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C0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0372085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longo</a:t>
                      </a:r>
                    </a:p>
                  </a:txBody>
                  <a:tcPr>
                    <a:lnL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3C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2323036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C3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6403900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lento</a:t>
                      </a:r>
                    </a:p>
                  </a:txBody>
                  <a:tcPr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2/5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0982295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bom</a:t>
                      </a:r>
                    </a:p>
                  </a:txBody>
                  <a:tcPr>
                    <a:lnL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4E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818660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8200A8-0AA0-925E-857F-706839388FCA}"/>
              </a:ext>
            </a:extLst>
          </p:cNvPr>
          <p:cNvCxnSpPr>
            <a:cxnSpLocks/>
          </p:cNvCxnSpPr>
          <p:nvPr/>
        </p:nvCxnSpPr>
        <p:spPr>
          <a:xfrm>
            <a:off x="0" y="887235"/>
            <a:ext cx="109922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282E18-EAB3-8A00-3661-E8BDCFE52D43}"/>
              </a:ext>
            </a:extLst>
          </p:cNvPr>
          <p:cNvGrpSpPr/>
          <p:nvPr/>
        </p:nvGrpSpPr>
        <p:grpSpPr>
          <a:xfrm>
            <a:off x="266945" y="2221618"/>
            <a:ext cx="2914000" cy="1167689"/>
            <a:chOff x="498899" y="2027418"/>
            <a:chExt cx="2914000" cy="116768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B69A59-AF0E-4160-FFE2-F7D673360923}"/>
                </a:ext>
              </a:extLst>
            </p:cNvPr>
            <p:cNvSpPr/>
            <p:nvPr/>
          </p:nvSpPr>
          <p:spPr>
            <a:xfrm>
              <a:off x="498899" y="2027418"/>
              <a:ext cx="2541034" cy="630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1852FE"/>
                  </a:solidFill>
                  <a:latin typeface="Oswald Medium" pitchFamily="2" charset="0"/>
                </a:rPr>
                <a:t>Exemplo de</a:t>
              </a:r>
              <a:endParaRPr lang="pt-BR" sz="3600" dirty="0">
                <a:solidFill>
                  <a:srgbClr val="1852FE"/>
                </a:solidFill>
                <a:latin typeface="Oswald Medium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C175C8-CBCE-A6B5-A4F6-67658271C118}"/>
                </a:ext>
              </a:extLst>
            </p:cNvPr>
            <p:cNvSpPr/>
            <p:nvPr/>
          </p:nvSpPr>
          <p:spPr>
            <a:xfrm>
              <a:off x="498899" y="2657652"/>
              <a:ext cx="2914000" cy="537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010937"/>
                  </a:solidFill>
                  <a:latin typeface="Oswald Medium" pitchFamily="2" charset="0"/>
                </a:rPr>
                <a:t>TF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308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1ADC48-4180-28B5-34F6-C7B4F5F5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D557D0-1210-74CC-C141-D6ECFBAE6F99}"/>
              </a:ext>
            </a:extLst>
          </p:cNvPr>
          <p:cNvGrpSpPr/>
          <p:nvPr/>
        </p:nvGrpSpPr>
        <p:grpSpPr>
          <a:xfrm>
            <a:off x="2245481" y="2241459"/>
            <a:ext cx="4653038" cy="1976969"/>
            <a:chOff x="811890" y="1231790"/>
            <a:chExt cx="4653038" cy="1976969"/>
          </a:xfrm>
        </p:grpSpPr>
        <p:grpSp>
          <p:nvGrpSpPr>
            <p:cNvPr id="6" name="Agrupar 6">
              <a:extLst>
                <a:ext uri="{FF2B5EF4-FFF2-40B4-BE49-F238E27FC236}">
                  <a16:creationId xmlns:a16="http://schemas.microsoft.com/office/drawing/2014/main" id="{B266C5F4-36DD-8D80-AF6B-7970ECABF717}"/>
                </a:ext>
              </a:extLst>
            </p:cNvPr>
            <p:cNvGrpSpPr/>
            <p:nvPr/>
          </p:nvGrpSpPr>
          <p:grpSpPr>
            <a:xfrm>
              <a:off x="811890" y="1432055"/>
              <a:ext cx="1483258" cy="1108163"/>
              <a:chOff x="811890" y="1432055"/>
              <a:chExt cx="1483258" cy="1108163"/>
            </a:xfrm>
          </p:grpSpPr>
          <p:sp>
            <p:nvSpPr>
              <p:cNvPr id="23" name="CaixaDeTexto 3">
                <a:extLst>
                  <a:ext uri="{FF2B5EF4-FFF2-40B4-BE49-F238E27FC236}">
                    <a16:creationId xmlns:a16="http://schemas.microsoft.com/office/drawing/2014/main" id="{D3D29AC3-02F5-F4F2-1A7B-2AB4436D380B}"/>
                  </a:ext>
                </a:extLst>
              </p:cNvPr>
              <p:cNvSpPr txBox="1"/>
              <p:nvPr/>
            </p:nvSpPr>
            <p:spPr>
              <a:xfrm>
                <a:off x="1812324" y="1709221"/>
                <a:ext cx="48282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4800" dirty="0">
                    <a:solidFill>
                      <a:srgbClr val="1852F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</a:p>
            </p:txBody>
          </p:sp>
          <p:sp>
            <p:nvSpPr>
              <p:cNvPr id="24" name="CaixaDeTexto 4">
                <a:extLst>
                  <a:ext uri="{FF2B5EF4-FFF2-40B4-BE49-F238E27FC236}">
                    <a16:creationId xmlns:a16="http://schemas.microsoft.com/office/drawing/2014/main" id="{F898B15D-D3F7-3620-9503-6557BE263711}"/>
                  </a:ext>
                </a:extLst>
              </p:cNvPr>
              <p:cNvSpPr txBox="1"/>
              <p:nvPr/>
            </p:nvSpPr>
            <p:spPr>
              <a:xfrm>
                <a:off x="811890" y="1432055"/>
                <a:ext cx="123944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rgbClr val="00073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IDF</a:t>
                </a:r>
              </a:p>
            </p:txBody>
          </p:sp>
        </p:grpSp>
        <p:sp>
          <p:nvSpPr>
            <p:cNvPr id="7" name="CaixaDeTexto 5">
              <a:extLst>
                <a:ext uri="{FF2B5EF4-FFF2-40B4-BE49-F238E27FC236}">
                  <a16:creationId xmlns:a16="http://schemas.microsoft.com/office/drawing/2014/main" id="{05FAA924-0828-D7B8-33DC-BE388FF3FC3C}"/>
                </a:ext>
              </a:extLst>
            </p:cNvPr>
            <p:cNvSpPr txBox="1"/>
            <p:nvPr/>
          </p:nvSpPr>
          <p:spPr>
            <a:xfrm>
              <a:off x="2370156" y="1500987"/>
              <a:ext cx="70243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=</a:t>
              </a:r>
            </a:p>
          </p:txBody>
        </p:sp>
        <p:sp>
          <p:nvSpPr>
            <p:cNvPr id="16" name="CaixaDeTexto 16">
              <a:extLst>
                <a:ext uri="{FF2B5EF4-FFF2-40B4-BE49-F238E27FC236}">
                  <a16:creationId xmlns:a16="http://schemas.microsoft.com/office/drawing/2014/main" id="{DF3B8352-1B00-236D-CBFA-A19649D726D9}"/>
                </a:ext>
              </a:extLst>
            </p:cNvPr>
            <p:cNvSpPr txBox="1"/>
            <p:nvPr/>
          </p:nvSpPr>
          <p:spPr>
            <a:xfrm>
              <a:off x="3116779" y="1544813"/>
              <a:ext cx="10807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log</a:t>
              </a:r>
            </a:p>
          </p:txBody>
        </p:sp>
        <p:sp>
          <p:nvSpPr>
            <p:cNvPr id="17" name="CaixaDeTexto 17">
              <a:extLst>
                <a:ext uri="{FF2B5EF4-FFF2-40B4-BE49-F238E27FC236}">
                  <a16:creationId xmlns:a16="http://schemas.microsoft.com/office/drawing/2014/main" id="{10D674AE-EB40-69AC-D162-96275D7CFBD5}"/>
                </a:ext>
              </a:extLst>
            </p:cNvPr>
            <p:cNvSpPr txBox="1"/>
            <p:nvPr/>
          </p:nvSpPr>
          <p:spPr>
            <a:xfrm>
              <a:off x="4512649" y="1231790"/>
              <a:ext cx="65594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</a:p>
          </p:txBody>
        </p:sp>
        <p:cxnSp>
          <p:nvCxnSpPr>
            <p:cNvPr id="18" name="Conector reto 20">
              <a:extLst>
                <a:ext uri="{FF2B5EF4-FFF2-40B4-BE49-F238E27FC236}">
                  <a16:creationId xmlns:a16="http://schemas.microsoft.com/office/drawing/2014/main" id="{F8D6AB01-4F07-6567-F535-251C6CB97DFB}"/>
                </a:ext>
              </a:extLst>
            </p:cNvPr>
            <p:cNvCxnSpPr/>
            <p:nvPr/>
          </p:nvCxnSpPr>
          <p:spPr>
            <a:xfrm>
              <a:off x="4396625" y="2139354"/>
              <a:ext cx="987973" cy="0"/>
            </a:xfrm>
            <a:prstGeom prst="line">
              <a:avLst/>
            </a:prstGeom>
            <a:solidFill>
              <a:srgbClr val="000000"/>
            </a:solidFill>
            <a:ln w="28575" cap="flat">
              <a:solidFill>
                <a:srgbClr val="000736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21">
              <a:extLst>
                <a:ext uri="{FF2B5EF4-FFF2-40B4-BE49-F238E27FC236}">
                  <a16:creationId xmlns:a16="http://schemas.microsoft.com/office/drawing/2014/main" id="{633CBBA3-416E-411C-AFDF-2EB1EDB02AAB}"/>
                </a:ext>
              </a:extLst>
            </p:cNvPr>
            <p:cNvSpPr txBox="1"/>
            <p:nvPr/>
          </p:nvSpPr>
          <p:spPr>
            <a:xfrm>
              <a:off x="4389217" y="2108953"/>
              <a:ext cx="77938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5400" dirty="0">
                  <a:solidFill>
                    <a:srgbClr val="000736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df</a:t>
              </a:r>
            </a:p>
          </p:txBody>
        </p:sp>
        <p:sp>
          <p:nvSpPr>
            <p:cNvPr id="20" name="CaixaDeTexto 22">
              <a:extLst>
                <a:ext uri="{FF2B5EF4-FFF2-40B4-BE49-F238E27FC236}">
                  <a16:creationId xmlns:a16="http://schemas.microsoft.com/office/drawing/2014/main" id="{E83222F4-1091-71A3-A715-9D17A1E6345D}"/>
                </a:ext>
              </a:extLst>
            </p:cNvPr>
            <p:cNvSpPr txBox="1"/>
            <p:nvPr/>
          </p:nvSpPr>
          <p:spPr>
            <a:xfrm>
              <a:off x="4982104" y="2377762"/>
              <a:ext cx="48282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800" dirty="0">
                  <a:solidFill>
                    <a:srgbClr val="1852FE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</a:p>
          </p:txBody>
        </p:sp>
      </p:grpSp>
      <p:sp>
        <p:nvSpPr>
          <p:cNvPr id="38" name="CaixaDeTexto 2">
            <a:extLst>
              <a:ext uri="{FF2B5EF4-FFF2-40B4-BE49-F238E27FC236}">
                <a16:creationId xmlns:a16="http://schemas.microsoft.com/office/drawing/2014/main" id="{AE8DB81F-D788-2336-1427-07EFCED07370}"/>
              </a:ext>
            </a:extLst>
          </p:cNvPr>
          <p:cNvSpPr txBox="1"/>
          <p:nvPr/>
        </p:nvSpPr>
        <p:spPr>
          <a:xfrm flipH="1">
            <a:off x="2017986" y="861817"/>
            <a:ext cx="5565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3600" dirty="0">
                <a:solidFill>
                  <a:srgbClr val="010937"/>
                </a:solidFill>
                <a:latin typeface="Oswald Medium" pitchFamily="2" charset="0"/>
              </a:rPr>
              <a:t>Inverse Document </a:t>
            </a:r>
            <a:r>
              <a:rPr lang="pt-BR" sz="3600" dirty="0">
                <a:solidFill>
                  <a:srgbClr val="1852FE"/>
                </a:solidFill>
                <a:latin typeface="Oswald Medium" pitchFamily="2" charset="0"/>
              </a:rPr>
              <a:t>Frequency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EF05AA6-509C-720A-9F06-366F909FED37}"/>
              </a:ext>
            </a:extLst>
          </p:cNvPr>
          <p:cNvCxnSpPr>
            <a:cxnSpLocks/>
          </p:cNvCxnSpPr>
          <p:nvPr/>
        </p:nvCxnSpPr>
        <p:spPr>
          <a:xfrm>
            <a:off x="2295664" y="2063974"/>
            <a:ext cx="187183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09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46BC68-86D8-4F22-AA1C-4F749B05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081BEFC-86CE-83B1-1FFA-6D784AC1D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467617"/>
              </p:ext>
            </p:extLst>
          </p:nvPr>
        </p:nvGraphicFramePr>
        <p:xfrm>
          <a:off x="3392377" y="1749059"/>
          <a:ext cx="4662125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3180">
                  <a:extLst>
                    <a:ext uri="{9D8B030D-6E8A-4147-A177-3AD203B41FA5}">
                      <a16:colId xmlns:a16="http://schemas.microsoft.com/office/drawing/2014/main" val="779304281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3811931645"/>
                    </a:ext>
                  </a:extLst>
                </a:gridCol>
                <a:gridCol w="486093">
                  <a:extLst>
                    <a:ext uri="{9D8B030D-6E8A-4147-A177-3AD203B41FA5}">
                      <a16:colId xmlns:a16="http://schemas.microsoft.com/office/drawing/2014/main" val="1119793363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1317956269"/>
                    </a:ext>
                  </a:extLst>
                </a:gridCol>
                <a:gridCol w="1927179">
                  <a:extLst>
                    <a:ext uri="{9D8B030D-6E8A-4147-A177-3AD203B41FA5}">
                      <a16:colId xmlns:a16="http://schemas.microsoft.com/office/drawing/2014/main" val="1807064929"/>
                    </a:ext>
                  </a:extLst>
                </a:gridCol>
              </a:tblGrid>
              <a:tr h="392048"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latin typeface="Oswald Light" pitchFamily="2" charset="0"/>
                        </a:rPr>
                        <a:t>Termo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010937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000" b="0" i="0" u="none" strike="noStrike" kern="1200" cap="none" dirty="0">
                          <a:solidFill>
                            <a:srgbClr val="060C0F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IDF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97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filme</a:t>
                      </a:r>
                    </a:p>
                  </a:txBody>
                  <a:tcPr>
                    <a:lnL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0C0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log(3/3) = 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09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assustador</a:t>
                      </a:r>
                    </a:p>
                  </a:txBody>
                  <a:tcPr>
                    <a:lnL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C0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log(3/3) = 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0372085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longo</a:t>
                      </a:r>
                    </a:p>
                  </a:txBody>
                  <a:tcPr>
                    <a:lnL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3C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log(3/1) = 0,477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2323036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C3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log(3/1) = 0,477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0982295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lento</a:t>
                      </a:r>
                    </a:p>
                  </a:txBody>
                  <a:tcPr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log(3/2) = 0,176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0437262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bom</a:t>
                      </a:r>
                    </a:p>
                  </a:txBody>
                  <a:tcPr>
                    <a:lnL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4E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log(3/1) = 0,477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818660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8200A8-0AA0-925E-857F-706839388FCA}"/>
              </a:ext>
            </a:extLst>
          </p:cNvPr>
          <p:cNvCxnSpPr>
            <a:cxnSpLocks/>
          </p:cNvCxnSpPr>
          <p:nvPr/>
        </p:nvCxnSpPr>
        <p:spPr>
          <a:xfrm>
            <a:off x="0" y="887235"/>
            <a:ext cx="109922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282E18-EAB3-8A00-3661-E8BDCFE52D43}"/>
              </a:ext>
            </a:extLst>
          </p:cNvPr>
          <p:cNvGrpSpPr/>
          <p:nvPr/>
        </p:nvGrpSpPr>
        <p:grpSpPr>
          <a:xfrm>
            <a:off x="266945" y="2221618"/>
            <a:ext cx="2914000" cy="1167689"/>
            <a:chOff x="498899" y="2027418"/>
            <a:chExt cx="2914000" cy="116768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B69A59-AF0E-4160-FFE2-F7D673360923}"/>
                </a:ext>
              </a:extLst>
            </p:cNvPr>
            <p:cNvSpPr/>
            <p:nvPr/>
          </p:nvSpPr>
          <p:spPr>
            <a:xfrm>
              <a:off x="498899" y="2027418"/>
              <a:ext cx="2541034" cy="630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1852FE"/>
                  </a:solidFill>
                  <a:latin typeface="Oswald Medium" pitchFamily="2" charset="0"/>
                </a:rPr>
                <a:t>Exemplo de</a:t>
              </a:r>
              <a:endParaRPr lang="pt-BR" sz="3600" dirty="0">
                <a:solidFill>
                  <a:srgbClr val="1852FE"/>
                </a:solidFill>
                <a:latin typeface="Oswald Medium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C175C8-CBCE-A6B5-A4F6-67658271C118}"/>
                </a:ext>
              </a:extLst>
            </p:cNvPr>
            <p:cNvSpPr/>
            <p:nvPr/>
          </p:nvSpPr>
          <p:spPr>
            <a:xfrm>
              <a:off x="498899" y="2657652"/>
              <a:ext cx="2914000" cy="537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010937"/>
                  </a:solidFill>
                  <a:latin typeface="Oswald Medium" pitchFamily="2" charset="0"/>
                </a:rPr>
                <a:t>IDF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215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3C9F50-1D10-4416-8318-A5214CDF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BE537361-63C6-293D-A69C-B0D547AC6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733304"/>
              </p:ext>
            </p:extLst>
          </p:nvPr>
        </p:nvGraphicFramePr>
        <p:xfrm>
          <a:off x="256305" y="2228198"/>
          <a:ext cx="8644254" cy="2403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118">
                  <a:extLst>
                    <a:ext uri="{9D8B030D-6E8A-4147-A177-3AD203B41FA5}">
                      <a16:colId xmlns:a16="http://schemas.microsoft.com/office/drawing/2014/main" val="779304281"/>
                    </a:ext>
                  </a:extLst>
                </a:gridCol>
                <a:gridCol w="397192">
                  <a:extLst>
                    <a:ext uri="{9D8B030D-6E8A-4147-A177-3AD203B41FA5}">
                      <a16:colId xmlns:a16="http://schemas.microsoft.com/office/drawing/2014/main" val="3811931645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1119793363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1317956269"/>
                    </a:ext>
                  </a:extLst>
                </a:gridCol>
                <a:gridCol w="600392">
                  <a:extLst>
                    <a:ext uri="{9D8B030D-6E8A-4147-A177-3AD203B41FA5}">
                      <a16:colId xmlns:a16="http://schemas.microsoft.com/office/drawing/2014/main" val="1807064929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1531151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271151594"/>
                    </a:ext>
                  </a:extLst>
                </a:gridCol>
                <a:gridCol w="1632268">
                  <a:extLst>
                    <a:ext uri="{9D8B030D-6E8A-4147-A177-3AD203B41FA5}">
                      <a16:colId xmlns:a16="http://schemas.microsoft.com/office/drawing/2014/main" val="906196780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770758427"/>
                    </a:ext>
                  </a:extLst>
                </a:gridCol>
                <a:gridCol w="914717">
                  <a:extLst>
                    <a:ext uri="{9D8B030D-6E8A-4147-A177-3AD203B41FA5}">
                      <a16:colId xmlns:a16="http://schemas.microsoft.com/office/drawing/2014/main" val="227089921"/>
                    </a:ext>
                  </a:extLst>
                </a:gridCol>
                <a:gridCol w="914717">
                  <a:extLst>
                    <a:ext uri="{9D8B030D-6E8A-4147-A177-3AD203B41FA5}">
                      <a16:colId xmlns:a16="http://schemas.microsoft.com/office/drawing/2014/main" val="797854037"/>
                    </a:ext>
                  </a:extLst>
                </a:gridCol>
              </a:tblGrid>
              <a:tr h="392048">
                <a:tc>
                  <a:txBody>
                    <a:bodyPr/>
                    <a:lstStyle/>
                    <a:p>
                      <a:pPr algn="l"/>
                      <a:r>
                        <a:rPr lang="pt-BR" sz="1600" b="0" dirty="0">
                          <a:latin typeface="Oswald Light" pitchFamily="2" charset="0"/>
                        </a:rPr>
                        <a:t>Termo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010937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 C1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010937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 C2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pt-BR" sz="16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 C3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060C0F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IDF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TF-IDF C1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b="0" i="0" u="none" strike="noStrike" kern="1200" cap="none" dirty="0">
                          <a:solidFill>
                            <a:srgbClr val="010937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TF-IDF C2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pt-BR" sz="1600" b="0" i="0" u="none" strike="noStrike" kern="1200" cap="none" dirty="0">
                          <a:solidFill>
                            <a:srgbClr val="1852FE"/>
                          </a:solidFill>
                          <a:latin typeface="Oswald Light" pitchFamily="2" charset="0"/>
                          <a:ea typeface="+mn-ea"/>
                          <a:cs typeface="Arial"/>
                        </a:rPr>
                        <a:t>TF-IDF C3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97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filme</a:t>
                      </a:r>
                    </a:p>
                  </a:txBody>
                  <a:tcPr>
                    <a:lnL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0C0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60C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log(3/3) = 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09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assustador</a:t>
                      </a:r>
                    </a:p>
                  </a:txBody>
                  <a:tcPr>
                    <a:lnL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C0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FC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log(3/3) = 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0372085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longo</a:t>
                      </a:r>
                    </a:p>
                  </a:txBody>
                  <a:tcPr>
                    <a:lnL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3C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53C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log(3/1) = 0,477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0,159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2323036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não</a:t>
                      </a:r>
                    </a:p>
                  </a:txBody>
                  <a:tcPr>
                    <a:lnL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C3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59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log(3/1) = 0,477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0,095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0982295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lento</a:t>
                      </a:r>
                    </a:p>
                  </a:txBody>
                  <a:tcPr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log(3/2) = 0,176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598434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</a:rPr>
                        <a:t>bom</a:t>
                      </a:r>
                    </a:p>
                  </a:txBody>
                  <a:tcPr>
                    <a:lnL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4E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424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0/5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1/3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log(3/1) = 0,477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Lato" panose="020F0502020204030203" pitchFamily="34" charset="0"/>
                        </a:rPr>
                        <a:t>0,159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8186608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DC50E0-ADD9-4845-2ED0-0D692053DB18}"/>
              </a:ext>
            </a:extLst>
          </p:cNvPr>
          <p:cNvCxnSpPr>
            <a:cxnSpLocks/>
          </p:cNvCxnSpPr>
          <p:nvPr/>
        </p:nvCxnSpPr>
        <p:spPr>
          <a:xfrm>
            <a:off x="0" y="887235"/>
            <a:ext cx="109922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09793CF5-CE33-4D7C-B2D1-6BE1451E90CE}"/>
              </a:ext>
            </a:extLst>
          </p:cNvPr>
          <p:cNvGrpSpPr/>
          <p:nvPr/>
        </p:nvGrpSpPr>
        <p:grpSpPr>
          <a:xfrm>
            <a:off x="1658000" y="363635"/>
            <a:ext cx="2213609" cy="1194082"/>
            <a:chOff x="498899" y="2027418"/>
            <a:chExt cx="2914000" cy="11940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D3B984-70B4-6943-4BA1-5F1F2F9EB4F0}"/>
                </a:ext>
              </a:extLst>
            </p:cNvPr>
            <p:cNvSpPr/>
            <p:nvPr/>
          </p:nvSpPr>
          <p:spPr>
            <a:xfrm>
              <a:off x="498899" y="2027418"/>
              <a:ext cx="2541034" cy="6302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1852FE"/>
                  </a:solidFill>
                  <a:latin typeface="Oswald Light" pitchFamily="2" charset="0"/>
                </a:rPr>
                <a:t>Exemplo de</a:t>
              </a:r>
              <a:endParaRPr lang="pt-BR" sz="3600" dirty="0">
                <a:solidFill>
                  <a:srgbClr val="1852FE"/>
                </a:solidFill>
                <a:latin typeface="Oswald Light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F1A557-781D-F86B-22CE-BABA7C270239}"/>
                </a:ext>
              </a:extLst>
            </p:cNvPr>
            <p:cNvSpPr/>
            <p:nvPr/>
          </p:nvSpPr>
          <p:spPr>
            <a:xfrm>
              <a:off x="498899" y="2684045"/>
              <a:ext cx="2914000" cy="5374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3200" dirty="0">
                  <a:solidFill>
                    <a:srgbClr val="010937"/>
                  </a:solidFill>
                  <a:latin typeface="Oswald SemiBold" pitchFamily="2" charset="0"/>
                </a:rPr>
                <a:t>TF-IDF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271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0FC87EB1-BF6A-89FC-D145-715E9953A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699" b="28699"/>
          <a:stretch/>
        </p:blipFill>
        <p:spPr>
          <a:xfrm>
            <a:off x="-7096" y="-13608"/>
            <a:ext cx="9183734" cy="516799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9F4A2133-3C48-F3E6-40EC-C703526F60E7}"/>
              </a:ext>
            </a:extLst>
          </p:cNvPr>
          <p:cNvSpPr/>
          <p:nvPr/>
        </p:nvSpPr>
        <p:spPr>
          <a:xfrm>
            <a:off x="475636" y="491558"/>
            <a:ext cx="2997139" cy="4160384"/>
          </a:xfrm>
          <a:prstGeom prst="rect">
            <a:avLst/>
          </a:prstGeom>
          <a:solidFill>
            <a:srgbClr val="1852FE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pt-BR" dirty="0">
                <a:solidFill>
                  <a:schemeClr val="lt1"/>
                </a:solidFill>
              </a:rPr>
            </a:br>
            <a:endParaRPr lang="pt-BR" dirty="0">
              <a:solidFill>
                <a:schemeClr val="l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A0E0F-043A-6736-2D66-64ED5077FD3E}"/>
              </a:ext>
            </a:extLst>
          </p:cNvPr>
          <p:cNvSpPr/>
          <p:nvPr/>
        </p:nvSpPr>
        <p:spPr>
          <a:xfrm>
            <a:off x="475635" y="1291480"/>
            <a:ext cx="2710477" cy="1095251"/>
          </a:xfrm>
          <a:prstGeom prst="rect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5000" tIns="135000" rIns="135000" bIns="135000"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rgbClr val="010937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Vantagens do</a:t>
            </a: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rgbClr val="010937"/>
                </a:solidFill>
                <a:effectLst/>
                <a:uLnTx/>
                <a:uFillTx/>
                <a:latin typeface="Oswald SemiBold" pitchFamily="2" charset="0"/>
                <a:ea typeface="Roboto Slab"/>
                <a:cs typeface="DejaVu Sans"/>
              </a:rPr>
              <a:t> </a:t>
            </a: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TF-IDF</a:t>
            </a:r>
            <a:endParaRPr lang="pt-BR" sz="2400" dirty="0">
              <a:latin typeface="Oswald Medium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F8E0D8-EF4B-EC55-5559-7D83413B0984}"/>
              </a:ext>
            </a:extLst>
          </p:cNvPr>
          <p:cNvSpPr/>
          <p:nvPr/>
        </p:nvSpPr>
        <p:spPr>
          <a:xfrm>
            <a:off x="2507203" y="3186653"/>
            <a:ext cx="4107606" cy="489157"/>
          </a:xfrm>
          <a:prstGeom prst="rect">
            <a:avLst/>
          </a:prstGeom>
          <a:solidFill>
            <a:srgbClr val="0109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000" tIns="135000" bIns="135000"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Quantifica a importância da palavra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E7FEC3-0A70-7794-F937-F1FC57DC653B}"/>
              </a:ext>
            </a:extLst>
          </p:cNvPr>
          <p:cNvSpPr/>
          <p:nvPr/>
        </p:nvSpPr>
        <p:spPr>
          <a:xfrm>
            <a:off x="2507203" y="3186653"/>
            <a:ext cx="179550" cy="489600"/>
          </a:xfrm>
          <a:prstGeom prst="rect">
            <a:avLst/>
          </a:prstGeom>
          <a:solidFill>
            <a:srgbClr val="289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1013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45C78D-9630-7CAF-FBF9-73820C404FD9}"/>
              </a:ext>
            </a:extLst>
          </p:cNvPr>
          <p:cNvCxnSpPr>
            <a:cxnSpLocks/>
          </p:cNvCxnSpPr>
          <p:nvPr/>
        </p:nvCxnSpPr>
        <p:spPr>
          <a:xfrm>
            <a:off x="3186113" y="983444"/>
            <a:ext cx="103796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1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0FC87EB1-BF6A-89FC-D145-715E9953A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699" b="28699"/>
          <a:stretch/>
        </p:blipFill>
        <p:spPr>
          <a:xfrm>
            <a:off x="3790" y="-24494"/>
            <a:ext cx="9183734" cy="516799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9F4A2133-3C48-F3E6-40EC-C703526F60E7}"/>
              </a:ext>
            </a:extLst>
          </p:cNvPr>
          <p:cNvSpPr/>
          <p:nvPr/>
        </p:nvSpPr>
        <p:spPr>
          <a:xfrm>
            <a:off x="475636" y="491558"/>
            <a:ext cx="2997139" cy="4160384"/>
          </a:xfrm>
          <a:prstGeom prst="rect">
            <a:avLst/>
          </a:prstGeom>
          <a:solidFill>
            <a:srgbClr val="1852FE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pt-BR" dirty="0">
                <a:solidFill>
                  <a:schemeClr val="lt1"/>
                </a:solidFill>
              </a:rPr>
            </a:br>
            <a:endParaRPr lang="pt-BR" dirty="0">
              <a:solidFill>
                <a:schemeClr val="l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A0E0F-043A-6736-2D66-64ED5077FD3E}"/>
              </a:ext>
            </a:extLst>
          </p:cNvPr>
          <p:cNvSpPr/>
          <p:nvPr/>
        </p:nvSpPr>
        <p:spPr>
          <a:xfrm>
            <a:off x="436725" y="1291480"/>
            <a:ext cx="3036050" cy="1095251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000" tIns="135000" rIns="135000" bIns="135000"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rgbClr val="010937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Desvantagens do </a:t>
            </a: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TF-IDF</a:t>
            </a:r>
            <a:endParaRPr lang="pt-BR" sz="2400" dirty="0">
              <a:latin typeface="Oswald Medium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7CC76A-312E-520D-5268-71CE84AE26B7}"/>
              </a:ext>
            </a:extLst>
          </p:cNvPr>
          <p:cNvGrpSpPr/>
          <p:nvPr/>
        </p:nvGrpSpPr>
        <p:grpSpPr>
          <a:xfrm>
            <a:off x="2507203" y="3273102"/>
            <a:ext cx="4107606" cy="506407"/>
            <a:chOff x="2507203" y="3264477"/>
            <a:chExt cx="4107606" cy="50640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DF8E0D8-EF4B-EC55-5559-7D83413B0984}"/>
                </a:ext>
              </a:extLst>
            </p:cNvPr>
            <p:cNvSpPr/>
            <p:nvPr/>
          </p:nvSpPr>
          <p:spPr>
            <a:xfrm>
              <a:off x="2507203" y="3264477"/>
              <a:ext cx="4107606" cy="489157"/>
            </a:xfrm>
            <a:prstGeom prst="rect">
              <a:avLst/>
            </a:prstGeom>
            <a:solidFill>
              <a:srgbClr val="010937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Não entende novas palavras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E7FEC3-0A70-7794-F937-F1FC57DC653B}"/>
                </a:ext>
              </a:extLst>
            </p:cNvPr>
            <p:cNvSpPr/>
            <p:nvPr/>
          </p:nvSpPr>
          <p:spPr>
            <a:xfrm>
              <a:off x="2507203" y="3264477"/>
              <a:ext cx="179550" cy="506407"/>
            </a:xfrm>
            <a:prstGeom prst="rect">
              <a:avLst/>
            </a:prstGeom>
            <a:solidFill>
              <a:srgbClr val="EE424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CEA642-21FD-E300-6FDE-D8D3E674AA53}"/>
              </a:ext>
            </a:extLst>
          </p:cNvPr>
          <p:cNvGrpSpPr/>
          <p:nvPr/>
        </p:nvGrpSpPr>
        <p:grpSpPr>
          <a:xfrm>
            <a:off x="2507204" y="3893138"/>
            <a:ext cx="4107605" cy="506409"/>
            <a:chOff x="2507204" y="3893138"/>
            <a:chExt cx="4107605" cy="5064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316C8F-8176-6C30-0C29-F45818F87AA4}"/>
                </a:ext>
              </a:extLst>
            </p:cNvPr>
            <p:cNvSpPr/>
            <p:nvPr/>
          </p:nvSpPr>
          <p:spPr>
            <a:xfrm>
              <a:off x="2507204" y="3893139"/>
              <a:ext cx="4107605" cy="506408"/>
            </a:xfrm>
            <a:prstGeom prst="rect">
              <a:avLst/>
            </a:prstGeom>
            <a:solidFill>
              <a:srgbClr val="010937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Nenhuma informação semântica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DF650D-98A3-7A12-9D42-23E1C3A29AB6}"/>
                </a:ext>
              </a:extLst>
            </p:cNvPr>
            <p:cNvSpPr/>
            <p:nvPr/>
          </p:nvSpPr>
          <p:spPr>
            <a:xfrm>
              <a:off x="2507204" y="3893138"/>
              <a:ext cx="179550" cy="506408"/>
            </a:xfrm>
            <a:prstGeom prst="rect">
              <a:avLst/>
            </a:prstGeom>
            <a:solidFill>
              <a:srgbClr val="EE424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45C78D-9630-7CAF-FBF9-73820C404FD9}"/>
              </a:ext>
            </a:extLst>
          </p:cNvPr>
          <p:cNvCxnSpPr>
            <a:cxnSpLocks/>
          </p:cNvCxnSpPr>
          <p:nvPr/>
        </p:nvCxnSpPr>
        <p:spPr>
          <a:xfrm>
            <a:off x="3186113" y="983444"/>
            <a:ext cx="103796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E8C1D0-01D5-E94F-D4E1-036B52C3C316}"/>
              </a:ext>
            </a:extLst>
          </p:cNvPr>
          <p:cNvGrpSpPr/>
          <p:nvPr/>
        </p:nvGrpSpPr>
        <p:grpSpPr>
          <a:xfrm>
            <a:off x="2507203" y="2653065"/>
            <a:ext cx="4107606" cy="506407"/>
            <a:chOff x="2507203" y="2653065"/>
            <a:chExt cx="4107606" cy="50640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08266A-4399-333A-85AF-EB4A2FC6F250}"/>
                </a:ext>
              </a:extLst>
            </p:cNvPr>
            <p:cNvSpPr/>
            <p:nvPr/>
          </p:nvSpPr>
          <p:spPr>
            <a:xfrm>
              <a:off x="2507203" y="2653065"/>
              <a:ext cx="4107606" cy="489157"/>
            </a:xfrm>
            <a:prstGeom prst="rect">
              <a:avLst/>
            </a:prstGeom>
            <a:solidFill>
              <a:srgbClr val="010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bg1"/>
                  </a:solidFill>
                  <a:latin typeface="Lato" panose="020F0502020204030203" pitchFamily="34" charset="0"/>
                </a:rPr>
                <a:t>Tamanho do vetor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A4B866-5009-6C97-8D0C-55B06296E5F2}"/>
                </a:ext>
              </a:extLst>
            </p:cNvPr>
            <p:cNvSpPr/>
            <p:nvPr/>
          </p:nvSpPr>
          <p:spPr>
            <a:xfrm>
              <a:off x="2507203" y="2653065"/>
              <a:ext cx="179550" cy="506407"/>
            </a:xfrm>
            <a:prstGeom prst="rect">
              <a:avLst/>
            </a:prstGeom>
            <a:solidFill>
              <a:srgbClr val="EE42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</p:spTree>
    <p:extLst>
      <p:ext uri="{BB962C8B-B14F-4D97-AF65-F5344CB8AC3E}">
        <p14:creationId xmlns:p14="http://schemas.microsoft.com/office/powerpoint/2010/main" val="392017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0FC87EB1-BF6A-89FC-D145-715E9953A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" r="48"/>
          <a:stretch/>
        </p:blipFill>
        <p:spPr>
          <a:xfrm>
            <a:off x="3790" y="-14766"/>
            <a:ext cx="9183734" cy="516799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9F4A2133-3C48-F3E6-40EC-C703526F60E7}"/>
              </a:ext>
            </a:extLst>
          </p:cNvPr>
          <p:cNvSpPr/>
          <p:nvPr/>
        </p:nvSpPr>
        <p:spPr>
          <a:xfrm>
            <a:off x="475636" y="491558"/>
            <a:ext cx="2997139" cy="4160384"/>
          </a:xfrm>
          <a:prstGeom prst="rect">
            <a:avLst/>
          </a:prstGeom>
          <a:solidFill>
            <a:srgbClr val="1852FE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pt-BR" dirty="0">
                <a:solidFill>
                  <a:schemeClr val="lt1"/>
                </a:solidFill>
              </a:rPr>
            </a:b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7CC76A-312E-520D-5268-71CE84AE26B7}"/>
              </a:ext>
            </a:extLst>
          </p:cNvPr>
          <p:cNvGrpSpPr/>
          <p:nvPr/>
        </p:nvGrpSpPr>
        <p:grpSpPr>
          <a:xfrm>
            <a:off x="2507203" y="3273102"/>
            <a:ext cx="4107606" cy="506407"/>
            <a:chOff x="2507203" y="3264477"/>
            <a:chExt cx="4107606" cy="50640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DF8E0D8-EF4B-EC55-5559-7D83413B0984}"/>
                </a:ext>
              </a:extLst>
            </p:cNvPr>
            <p:cNvSpPr/>
            <p:nvPr/>
          </p:nvSpPr>
          <p:spPr>
            <a:xfrm>
              <a:off x="2507203" y="3264477"/>
              <a:ext cx="4107606" cy="489157"/>
            </a:xfrm>
            <a:prstGeom prst="rect">
              <a:avLst/>
            </a:prstGeom>
            <a:solidFill>
              <a:srgbClr val="010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bg1"/>
                  </a:solidFill>
                  <a:latin typeface="Lato" panose="020F0502020204030203" pitchFamily="34" charset="0"/>
                </a:rPr>
                <a:t>Não entende novas palavras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E7FEC3-0A70-7794-F937-F1FC57DC653B}"/>
                </a:ext>
              </a:extLst>
            </p:cNvPr>
            <p:cNvSpPr/>
            <p:nvPr/>
          </p:nvSpPr>
          <p:spPr>
            <a:xfrm>
              <a:off x="2507203" y="3264477"/>
              <a:ext cx="179550" cy="506407"/>
            </a:xfrm>
            <a:prstGeom prst="rect">
              <a:avLst/>
            </a:prstGeom>
            <a:solidFill>
              <a:srgbClr val="EE42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CEA642-21FD-E300-6FDE-D8D3E674AA53}"/>
              </a:ext>
            </a:extLst>
          </p:cNvPr>
          <p:cNvGrpSpPr/>
          <p:nvPr/>
        </p:nvGrpSpPr>
        <p:grpSpPr>
          <a:xfrm>
            <a:off x="2507204" y="3893138"/>
            <a:ext cx="4107605" cy="506409"/>
            <a:chOff x="2507204" y="3893138"/>
            <a:chExt cx="4107605" cy="5064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316C8F-8176-6C30-0C29-F45818F87AA4}"/>
                </a:ext>
              </a:extLst>
            </p:cNvPr>
            <p:cNvSpPr/>
            <p:nvPr/>
          </p:nvSpPr>
          <p:spPr>
            <a:xfrm>
              <a:off x="2507204" y="3893139"/>
              <a:ext cx="4107605" cy="506408"/>
            </a:xfrm>
            <a:prstGeom prst="rect">
              <a:avLst/>
            </a:prstGeom>
            <a:solidFill>
              <a:srgbClr val="010937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Nenhuma informação semântica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DF650D-98A3-7A12-9D42-23E1C3A29AB6}"/>
                </a:ext>
              </a:extLst>
            </p:cNvPr>
            <p:cNvSpPr/>
            <p:nvPr/>
          </p:nvSpPr>
          <p:spPr>
            <a:xfrm>
              <a:off x="2507204" y="3893138"/>
              <a:ext cx="179550" cy="506408"/>
            </a:xfrm>
            <a:prstGeom prst="rect">
              <a:avLst/>
            </a:prstGeom>
            <a:solidFill>
              <a:srgbClr val="EE424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45C78D-9630-7CAF-FBF9-73820C404FD9}"/>
              </a:ext>
            </a:extLst>
          </p:cNvPr>
          <p:cNvCxnSpPr>
            <a:cxnSpLocks/>
          </p:cNvCxnSpPr>
          <p:nvPr/>
        </p:nvCxnSpPr>
        <p:spPr>
          <a:xfrm>
            <a:off x="3186113" y="983444"/>
            <a:ext cx="103796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E8C1D0-01D5-E94F-D4E1-036B52C3C316}"/>
              </a:ext>
            </a:extLst>
          </p:cNvPr>
          <p:cNvGrpSpPr/>
          <p:nvPr/>
        </p:nvGrpSpPr>
        <p:grpSpPr>
          <a:xfrm>
            <a:off x="2507203" y="2653065"/>
            <a:ext cx="4107606" cy="506407"/>
            <a:chOff x="2507203" y="2653065"/>
            <a:chExt cx="4107606" cy="50640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08266A-4399-333A-85AF-EB4A2FC6F250}"/>
                </a:ext>
              </a:extLst>
            </p:cNvPr>
            <p:cNvSpPr/>
            <p:nvPr/>
          </p:nvSpPr>
          <p:spPr>
            <a:xfrm>
              <a:off x="2507203" y="2653065"/>
              <a:ext cx="4107606" cy="489157"/>
            </a:xfrm>
            <a:prstGeom prst="rect">
              <a:avLst/>
            </a:prstGeom>
            <a:solidFill>
              <a:srgbClr val="010937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Tamanho do vetor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A4B866-5009-6C97-8D0C-55B06296E5F2}"/>
                </a:ext>
              </a:extLst>
            </p:cNvPr>
            <p:cNvSpPr/>
            <p:nvPr/>
          </p:nvSpPr>
          <p:spPr>
            <a:xfrm>
              <a:off x="2507203" y="2653065"/>
              <a:ext cx="179550" cy="506407"/>
            </a:xfrm>
            <a:prstGeom prst="rect">
              <a:avLst/>
            </a:prstGeom>
            <a:solidFill>
              <a:srgbClr val="EE424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E56EA4A-464D-FB8C-90C2-CF31839889F2}"/>
              </a:ext>
            </a:extLst>
          </p:cNvPr>
          <p:cNvSpPr/>
          <p:nvPr/>
        </p:nvSpPr>
        <p:spPr>
          <a:xfrm>
            <a:off x="436725" y="1291480"/>
            <a:ext cx="3036050" cy="1095251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000" tIns="135000" rIns="135000" bIns="135000"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rgbClr val="010937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Desvantagens do </a:t>
            </a: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TF-IDF</a:t>
            </a:r>
            <a:endParaRPr lang="pt-BR" sz="2400" dirty="0">
              <a:latin typeface="Oswald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76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0FC87EB1-BF6A-89FC-D145-715E9953A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" r="48"/>
          <a:stretch/>
        </p:blipFill>
        <p:spPr>
          <a:xfrm>
            <a:off x="3790" y="-14766"/>
            <a:ext cx="9183734" cy="516799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9F4A2133-3C48-F3E6-40EC-C703526F60E7}"/>
              </a:ext>
            </a:extLst>
          </p:cNvPr>
          <p:cNvSpPr/>
          <p:nvPr/>
        </p:nvSpPr>
        <p:spPr>
          <a:xfrm>
            <a:off x="475636" y="491558"/>
            <a:ext cx="2997139" cy="4160384"/>
          </a:xfrm>
          <a:prstGeom prst="rect">
            <a:avLst/>
          </a:prstGeom>
          <a:solidFill>
            <a:srgbClr val="1852FE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pt-BR" dirty="0">
                <a:solidFill>
                  <a:schemeClr val="lt1"/>
                </a:solidFill>
              </a:rPr>
            </a:b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7CC76A-312E-520D-5268-71CE84AE26B7}"/>
              </a:ext>
            </a:extLst>
          </p:cNvPr>
          <p:cNvGrpSpPr/>
          <p:nvPr/>
        </p:nvGrpSpPr>
        <p:grpSpPr>
          <a:xfrm>
            <a:off x="2507203" y="3273102"/>
            <a:ext cx="4107606" cy="506407"/>
            <a:chOff x="2507203" y="3264477"/>
            <a:chExt cx="4107606" cy="50640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DF8E0D8-EF4B-EC55-5559-7D83413B0984}"/>
                </a:ext>
              </a:extLst>
            </p:cNvPr>
            <p:cNvSpPr/>
            <p:nvPr/>
          </p:nvSpPr>
          <p:spPr>
            <a:xfrm>
              <a:off x="2507203" y="3264477"/>
              <a:ext cx="4107606" cy="489157"/>
            </a:xfrm>
            <a:prstGeom prst="rect">
              <a:avLst/>
            </a:prstGeom>
            <a:solidFill>
              <a:srgbClr val="010937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Não entende novas palavras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E7FEC3-0A70-7794-F937-F1FC57DC653B}"/>
                </a:ext>
              </a:extLst>
            </p:cNvPr>
            <p:cNvSpPr/>
            <p:nvPr/>
          </p:nvSpPr>
          <p:spPr>
            <a:xfrm>
              <a:off x="2507203" y="3264477"/>
              <a:ext cx="179550" cy="506407"/>
            </a:xfrm>
            <a:prstGeom prst="rect">
              <a:avLst/>
            </a:prstGeom>
            <a:solidFill>
              <a:srgbClr val="EE424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CEA642-21FD-E300-6FDE-D8D3E674AA53}"/>
              </a:ext>
            </a:extLst>
          </p:cNvPr>
          <p:cNvGrpSpPr/>
          <p:nvPr/>
        </p:nvGrpSpPr>
        <p:grpSpPr>
          <a:xfrm>
            <a:off x="2507204" y="3893138"/>
            <a:ext cx="4107605" cy="506409"/>
            <a:chOff x="2507204" y="3893138"/>
            <a:chExt cx="4107605" cy="5064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316C8F-8176-6C30-0C29-F45818F87AA4}"/>
                </a:ext>
              </a:extLst>
            </p:cNvPr>
            <p:cNvSpPr/>
            <p:nvPr/>
          </p:nvSpPr>
          <p:spPr>
            <a:xfrm>
              <a:off x="2507204" y="3893139"/>
              <a:ext cx="4107605" cy="506408"/>
            </a:xfrm>
            <a:prstGeom prst="rect">
              <a:avLst/>
            </a:prstGeom>
            <a:solidFill>
              <a:srgbClr val="0109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bg1"/>
                  </a:solidFill>
                  <a:latin typeface="Lato" panose="020F0502020204030203" pitchFamily="34" charset="0"/>
                </a:rPr>
                <a:t>Nenhuma informação semântica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DF650D-98A3-7A12-9D42-23E1C3A29AB6}"/>
                </a:ext>
              </a:extLst>
            </p:cNvPr>
            <p:cNvSpPr/>
            <p:nvPr/>
          </p:nvSpPr>
          <p:spPr>
            <a:xfrm>
              <a:off x="2507204" y="3893138"/>
              <a:ext cx="179550" cy="506408"/>
            </a:xfrm>
            <a:prstGeom prst="rect">
              <a:avLst/>
            </a:prstGeom>
            <a:solidFill>
              <a:srgbClr val="EE42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45C78D-9630-7CAF-FBF9-73820C404FD9}"/>
              </a:ext>
            </a:extLst>
          </p:cNvPr>
          <p:cNvCxnSpPr>
            <a:cxnSpLocks/>
          </p:cNvCxnSpPr>
          <p:nvPr/>
        </p:nvCxnSpPr>
        <p:spPr>
          <a:xfrm>
            <a:off x="3186113" y="983444"/>
            <a:ext cx="103796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E8C1D0-01D5-E94F-D4E1-036B52C3C316}"/>
              </a:ext>
            </a:extLst>
          </p:cNvPr>
          <p:cNvGrpSpPr/>
          <p:nvPr/>
        </p:nvGrpSpPr>
        <p:grpSpPr>
          <a:xfrm>
            <a:off x="2507203" y="2653065"/>
            <a:ext cx="4107606" cy="506407"/>
            <a:chOff x="2507203" y="2653065"/>
            <a:chExt cx="4107606" cy="50640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08266A-4399-333A-85AF-EB4A2FC6F250}"/>
                </a:ext>
              </a:extLst>
            </p:cNvPr>
            <p:cNvSpPr/>
            <p:nvPr/>
          </p:nvSpPr>
          <p:spPr>
            <a:xfrm>
              <a:off x="2507203" y="2653065"/>
              <a:ext cx="4107606" cy="489157"/>
            </a:xfrm>
            <a:prstGeom prst="rect">
              <a:avLst/>
            </a:prstGeom>
            <a:solidFill>
              <a:srgbClr val="010937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5000" tIns="135000" bIns="135000"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Tamanho do vetor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A4B866-5009-6C97-8D0C-55B06296E5F2}"/>
                </a:ext>
              </a:extLst>
            </p:cNvPr>
            <p:cNvSpPr/>
            <p:nvPr/>
          </p:nvSpPr>
          <p:spPr>
            <a:xfrm>
              <a:off x="2507203" y="2653065"/>
              <a:ext cx="179550" cy="506407"/>
            </a:xfrm>
            <a:prstGeom prst="rect">
              <a:avLst/>
            </a:prstGeom>
            <a:solidFill>
              <a:srgbClr val="EE424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 sz="1013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4174176-3708-F952-3D7D-83ACBB5DD859}"/>
              </a:ext>
            </a:extLst>
          </p:cNvPr>
          <p:cNvSpPr/>
          <p:nvPr/>
        </p:nvSpPr>
        <p:spPr>
          <a:xfrm>
            <a:off x="436725" y="1291480"/>
            <a:ext cx="3036050" cy="1095251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000" tIns="135000" rIns="135000" bIns="135000"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rgbClr val="010937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Desvantagens do </a:t>
            </a:r>
            <a:r>
              <a:rPr kumimoji="0" lang="pt-BR" sz="3200" b="0" i="0" u="none" strike="noStrike" kern="1200" cap="none" spc="-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 Medium" pitchFamily="2" charset="0"/>
                <a:ea typeface="Roboto Slab"/>
                <a:cs typeface="DejaVu Sans"/>
              </a:rPr>
              <a:t>TF-IDF</a:t>
            </a:r>
            <a:endParaRPr lang="pt-BR" sz="2400" dirty="0">
              <a:latin typeface="Oswald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097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5C61CA-1C59-D932-B929-BBB42C05C34C}"/>
              </a:ext>
            </a:extLst>
          </p:cNvPr>
          <p:cNvSpPr/>
          <p:nvPr/>
        </p:nvSpPr>
        <p:spPr>
          <a:xfrm>
            <a:off x="290531" y="581461"/>
            <a:ext cx="8504884" cy="2684076"/>
          </a:xfrm>
          <a:prstGeom prst="rect">
            <a:avLst/>
          </a:prstGeom>
          <a:solidFill>
            <a:srgbClr val="EBF3FB">
              <a:alpha val="5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tIns="216000" rIns="216000" rtlCol="0" anchor="ctr"/>
          <a:lstStyle/>
          <a:p>
            <a:pPr algn="ctr" defTabSz="685800"/>
            <a:endParaRPr lang="pt-BR" sz="1600" b="1" kern="1200" dirty="0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  <p:sp>
        <p:nvSpPr>
          <p:cNvPr id="3" name="AutoShape 2" descr="An abstract representation of machine learning concepts. In the center, a large, brain-shaped computer with glowing circuits represents the learning system. It's surrounded by flowing streams of binary data symbolizing the analysis of information. Small, algorithm-like patterns float around it, depicting the learning process. In the foreground, a metaphorical chessboard, with the computer making a strategic move, symbolizes decision-making and advancing levels of complexity. The scene is futuristic and digital, with a hint of a classroom setting to represent learning and advancement.">
            <a:extLst>
              <a:ext uri="{FF2B5EF4-FFF2-40B4-BE49-F238E27FC236}">
                <a16:creationId xmlns:a16="http://schemas.microsoft.com/office/drawing/2014/main" id="{6A8F342A-72E4-1982-924C-4816672D8F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0531" y="1763161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000"/>
          </a:p>
        </p:txBody>
      </p:sp>
      <p:sp>
        <p:nvSpPr>
          <p:cNvPr id="5" name="CaixaDeTexto 2">
            <a:extLst>
              <a:ext uri="{FF2B5EF4-FFF2-40B4-BE49-F238E27FC236}">
                <a16:creationId xmlns:a16="http://schemas.microsoft.com/office/drawing/2014/main" id="{22FE315D-1520-25E4-50F6-9A138BB84B8E}"/>
              </a:ext>
            </a:extLst>
          </p:cNvPr>
          <p:cNvSpPr txBox="1"/>
          <p:nvPr/>
        </p:nvSpPr>
        <p:spPr>
          <a:xfrm flipH="1">
            <a:off x="290531" y="750355"/>
            <a:ext cx="825142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1. </a:t>
            </a:r>
            <a:r>
              <a:rPr lang="pt-BR" sz="1600" dirty="0">
                <a:solidFill>
                  <a:srgbClr val="1852FE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from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BR" sz="1600" dirty="0" err="1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sklearn.feature_extraction.text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BR" sz="1600" dirty="0">
                <a:solidFill>
                  <a:srgbClr val="1852FE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BR" sz="1600" dirty="0" err="1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TFidfVectorizer</a:t>
            </a:r>
            <a:endParaRPr lang="pt-BR" sz="1100" dirty="0">
              <a:solidFill>
                <a:srgbClr val="010937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CaixaDeTexto 2">
            <a:extLst>
              <a:ext uri="{FF2B5EF4-FFF2-40B4-BE49-F238E27FC236}">
                <a16:creationId xmlns:a16="http://schemas.microsoft.com/office/drawing/2014/main" id="{CFCEE3DC-4F2A-F9AF-1E06-00D44887487E}"/>
              </a:ext>
            </a:extLst>
          </p:cNvPr>
          <p:cNvSpPr txBox="1"/>
          <p:nvPr/>
        </p:nvSpPr>
        <p:spPr>
          <a:xfrm flipH="1">
            <a:off x="290531" y="1427080"/>
            <a:ext cx="818799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2.</a:t>
            </a:r>
            <a:r>
              <a:rPr lang="pt-BR" sz="1600" dirty="0">
                <a:solidFill>
                  <a:schemeClr val="accent6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# cria a instância do </a:t>
            </a:r>
            <a:r>
              <a:rPr lang="pt-BR" sz="1600" dirty="0" err="1">
                <a:solidFill>
                  <a:schemeClr val="accent6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TFidfVectorizer</a:t>
            </a:r>
            <a:r>
              <a:rPr lang="pt-BR" sz="1600" dirty="0">
                <a:solidFill>
                  <a:schemeClr val="accent6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3.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BR" sz="1600" dirty="0" err="1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vectorizer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pt-BR" sz="1600" dirty="0" err="1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TFidfVectorizer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</a:p>
        </p:txBody>
      </p:sp>
      <p:sp>
        <p:nvSpPr>
          <p:cNvPr id="12" name="CaixaDeTexto 2">
            <a:extLst>
              <a:ext uri="{FF2B5EF4-FFF2-40B4-BE49-F238E27FC236}">
                <a16:creationId xmlns:a16="http://schemas.microsoft.com/office/drawing/2014/main" id="{B05D987C-93E4-CB0C-F0C9-0323E38EFFF1}"/>
              </a:ext>
            </a:extLst>
          </p:cNvPr>
          <p:cNvSpPr txBox="1"/>
          <p:nvPr/>
        </p:nvSpPr>
        <p:spPr>
          <a:xfrm flipH="1">
            <a:off x="5817139" y="3485587"/>
            <a:ext cx="2978275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3200" b="1" dirty="0">
                <a:solidFill>
                  <a:srgbClr val="1852FE"/>
                </a:solidFill>
                <a:latin typeface="Oswald Light" pitchFamily="2" charset="0"/>
              </a:rPr>
              <a:t>Implementação do </a:t>
            </a:r>
            <a:r>
              <a:rPr lang="pt-BR" sz="3200" b="1" dirty="0">
                <a:solidFill>
                  <a:srgbClr val="010937"/>
                </a:solidFill>
                <a:latin typeface="Oswald SemiBold" pitchFamily="2" charset="0"/>
              </a:rPr>
              <a:t>TF-IDF</a:t>
            </a:r>
            <a:endParaRPr lang="pt-BR" sz="2000" dirty="0">
              <a:solidFill>
                <a:srgbClr val="010937"/>
              </a:solidFill>
              <a:latin typeface="Oswald SemiBold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E43289-2B71-B80C-F2D7-AB8C70514377}"/>
              </a:ext>
            </a:extLst>
          </p:cNvPr>
          <p:cNvCxnSpPr>
            <a:cxnSpLocks/>
          </p:cNvCxnSpPr>
          <p:nvPr/>
        </p:nvCxnSpPr>
        <p:spPr>
          <a:xfrm>
            <a:off x="8323062" y="4756815"/>
            <a:ext cx="944706" cy="0"/>
          </a:xfrm>
          <a:prstGeom prst="line">
            <a:avLst/>
          </a:prstGeom>
          <a:ln w="28575">
            <a:solidFill>
              <a:srgbClr val="1852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2">
            <a:extLst>
              <a:ext uri="{FF2B5EF4-FFF2-40B4-BE49-F238E27FC236}">
                <a16:creationId xmlns:a16="http://schemas.microsoft.com/office/drawing/2014/main" id="{0F25D257-8D8C-D498-E0CD-6281FC8DA9DA}"/>
              </a:ext>
            </a:extLst>
          </p:cNvPr>
          <p:cNvSpPr txBox="1"/>
          <p:nvPr/>
        </p:nvSpPr>
        <p:spPr>
          <a:xfrm flipH="1">
            <a:off x="290531" y="2381188"/>
            <a:ext cx="818799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4.</a:t>
            </a:r>
            <a:r>
              <a:rPr lang="pt-BR" sz="1600" dirty="0">
                <a:solidFill>
                  <a:schemeClr val="accent6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# transforma o corpus em uma matriz numérica</a:t>
            </a:r>
          </a:p>
          <a:p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5. </a:t>
            </a:r>
            <a:r>
              <a:rPr lang="pt-BR" sz="1600" dirty="0" err="1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tfidf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pt-BR" sz="1600" dirty="0" err="1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vectorizer.fit_transform</a:t>
            </a:r>
            <a:r>
              <a:rPr lang="pt-BR" sz="1600" dirty="0">
                <a:solidFill>
                  <a:srgbClr val="010937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(corpus)</a:t>
            </a:r>
          </a:p>
        </p:txBody>
      </p:sp>
    </p:spTree>
    <p:extLst>
      <p:ext uri="{BB962C8B-B14F-4D97-AF65-F5344CB8AC3E}">
        <p14:creationId xmlns:p14="http://schemas.microsoft.com/office/powerpoint/2010/main" val="1744332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121524"/>
      </p:ext>
    </p:extLst>
  </p:cSld>
  <p:clrMapOvr>
    <a:masterClrMapping/>
  </p:clrMapOvr>
</p:sld>
</file>

<file path=ppt/theme/theme1.xml><?xml version="1.0" encoding="utf-8"?>
<a:theme xmlns:a="http://schemas.openxmlformats.org/drawingml/2006/main" name="1 - Cap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 - Fin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 - Título e tex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1654</Words>
  <Application>Microsoft Office PowerPoint</Application>
  <PresentationFormat>On-screen Show (16:9)</PresentationFormat>
  <Paragraphs>310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36" baseType="lpstr">
      <vt:lpstr>Calibri Light</vt:lpstr>
      <vt:lpstr>Fira Code</vt:lpstr>
      <vt:lpstr>Cambria Math</vt:lpstr>
      <vt:lpstr>Oswald Medium</vt:lpstr>
      <vt:lpstr>Ink Free</vt:lpstr>
      <vt:lpstr>Oswald Light</vt:lpstr>
      <vt:lpstr>Oswald SemiBold</vt:lpstr>
      <vt:lpstr>Wingdings</vt:lpstr>
      <vt:lpstr>Symbol</vt:lpstr>
      <vt:lpstr>Arial</vt:lpstr>
      <vt:lpstr>Söhne</vt:lpstr>
      <vt:lpstr>Calibri</vt:lpstr>
      <vt:lpstr>Times New Roman</vt:lpstr>
      <vt:lpstr>Lato</vt:lpstr>
      <vt:lpstr>1 - Capa</vt:lpstr>
      <vt:lpstr>6 - Final</vt:lpstr>
      <vt:lpstr>3 - Título e texto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Luiz Alberto Ferreira Gomes</cp:lastModifiedBy>
  <cp:revision>3</cp:revision>
  <dcterms:modified xsi:type="dcterms:W3CDTF">2024-04-01T00:46:30Z</dcterms:modified>
</cp:coreProperties>
</file>