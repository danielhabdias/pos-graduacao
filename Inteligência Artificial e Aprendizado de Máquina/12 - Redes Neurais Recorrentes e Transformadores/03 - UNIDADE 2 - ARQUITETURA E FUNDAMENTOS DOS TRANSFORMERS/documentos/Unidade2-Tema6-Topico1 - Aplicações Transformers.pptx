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</p:sldMasterIdLst>
  <p:notesMasterIdLst>
    <p:notesMasterId r:id="rId30"/>
  </p:notesMasterIdLst>
  <p:handoutMasterIdLst>
    <p:handoutMasterId r:id="rId31"/>
  </p:handoutMasterIdLst>
  <p:sldIdLst>
    <p:sldId id="266" r:id="rId8"/>
    <p:sldId id="260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61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Aplicações de </a:t>
            </a:r>
            <a:r>
              <a:rPr lang="pt-BR" sz="6000" b="1" dirty="0" err="1">
                <a:solidFill>
                  <a:srgbClr val="4A6B9E"/>
                </a:solidFill>
                <a:latin typeface="Trebuchet MS" panose="020B0603020202020204" pitchFamily="34" charset="0"/>
              </a:rPr>
              <a:t>Transformer</a:t>
            </a:r>
            <a:endParaRPr lang="pt-BR" sz="6000" b="1" dirty="0">
              <a:solidFill>
                <a:srgbClr val="4A6B9E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Utilizados em tradução automática, os Transformers oferecem resultados mais precisos e naturais entre diferentes idiomas.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Aplicações em sumarização de textos permitem condensar grandes volumes de informação de forma coerente.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Facilitam a geração de texto criativo e contextualizado, como em assistentes virtuais e redação automática.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amplamente empregados em sistemas de perguntas e respostas, melhorando a interação </a:t>
            </a:r>
            <a:r>
              <a:rPr lang="pt-BR" sz="2800"/>
              <a:t>homem-máquina.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FF76A-7E93-6DB6-BCDF-8CA9E6C91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163E5D2-6A67-294B-57CA-8615BCAED5E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Tradução Automática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4038C0F-0FF7-7B90-7177-DA6A65771F5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Amplamente usados em tradução automática, os Transformers garantem maior fluidez e precisão nos textos traduzidos.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Permitem que sistemas como o Google </a:t>
            </a:r>
            <a:r>
              <a:rPr lang="pt-BR" sz="2800" dirty="0" err="1"/>
              <a:t>Translate</a:t>
            </a:r>
            <a:r>
              <a:rPr lang="pt-BR" sz="2800" dirty="0"/>
              <a:t> compreendam melhor o contexto das frases.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Superam limitações de modelos anteriores ao lidar com longas dependências linguísticas.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arquitetura de atenção possibilita traduções mais naturais e coerentes entre diferentes idiomas.</a:t>
            </a:r>
          </a:p>
        </p:txBody>
      </p:sp>
    </p:spTree>
    <p:extLst>
      <p:ext uri="{BB962C8B-B14F-4D97-AF65-F5344CB8AC3E}">
        <p14:creationId xmlns:p14="http://schemas.microsoft.com/office/powerpoint/2010/main" val="413823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30939-0429-5888-A340-0DD53AD1A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D4E3A08-1287-9FAA-0A77-559DBF810B2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Sumarização de Texto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747BDA2-0C7B-C1B6-0613-067CBD346D3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como BART e T5 geram resumos que preservam o sentido e a fluidez do texto original.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úteis para condensar artigos longos, relatórios e documentos técnicos de forma eficiente.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arquitetura </a:t>
            </a:r>
            <a:r>
              <a:rPr lang="pt-BR" sz="2800" dirty="0" err="1"/>
              <a:t>Transformer</a:t>
            </a:r>
            <a:r>
              <a:rPr lang="pt-BR" sz="2800" dirty="0"/>
              <a:t> permite identificar e destacar as partes mais relevantes do conteúdo.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Aplicações incluem resumos automáticos em notícias, pesquisas acadêmicas e atendimento ao cliente.</a:t>
            </a:r>
          </a:p>
        </p:txBody>
      </p:sp>
    </p:spTree>
    <p:extLst>
      <p:ext uri="{BB962C8B-B14F-4D97-AF65-F5344CB8AC3E}">
        <p14:creationId xmlns:p14="http://schemas.microsoft.com/office/powerpoint/2010/main" val="3912371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8F142-35E6-C465-1537-3236DD723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3AE69DE-D03A-32DA-96CF-BD4CAEC1024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Geração de Texto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53CB1E2-22B7-B187-D2CB-90FDF179A8B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como GPT geram textos coerentes e criativos a partir de instruções simples em linguagem natural.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usados em assistentes virtuais, redação automática e criação de conteúdo personalizado.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geração </a:t>
            </a:r>
            <a:r>
              <a:rPr lang="pt-BR" sz="2800" dirty="0" err="1"/>
              <a:t>autoregressiva</a:t>
            </a:r>
            <a:r>
              <a:rPr lang="pt-BR" sz="2800" dirty="0"/>
              <a:t> permite manter o contexto e a fluidez ao longo do texto produzido.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Aplicações incluem </a:t>
            </a:r>
            <a:r>
              <a:rPr lang="pt-BR" sz="2800" dirty="0" err="1"/>
              <a:t>storytelling</a:t>
            </a:r>
            <a:r>
              <a:rPr lang="pt-BR" sz="2800" dirty="0"/>
              <a:t>, respostas automáticas e apoio à escrita em diversas áreas.</a:t>
            </a:r>
          </a:p>
        </p:txBody>
      </p:sp>
    </p:spTree>
    <p:extLst>
      <p:ext uri="{BB962C8B-B14F-4D97-AF65-F5344CB8AC3E}">
        <p14:creationId xmlns:p14="http://schemas.microsoft.com/office/powerpoint/2010/main" val="2295765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2E2D2-C203-6951-5BF9-85C19BB21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0A2E9C8-4599-5C06-77B7-A86E65F135A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Resposta a Perguntas (QA)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F009CC5-1D66-0169-1F80-CF760C1C728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como BERT são capazes de localizar respostas precisas em textos fornecidos pelo usuário.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aplicados em sistemas de busca, assistentes virtuais e plataformas de atendimento automatizado.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compreensão contextual permite interpretar perguntas complexas com maior </a:t>
            </a:r>
            <a:r>
              <a:rPr lang="pt-BR" sz="2800" dirty="0" err="1"/>
              <a:t>exatidáo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Facilitam o acesso rápido à informação em documentos extensos ou bases de conhecimento.</a:t>
            </a:r>
          </a:p>
        </p:txBody>
      </p:sp>
    </p:spTree>
    <p:extLst>
      <p:ext uri="{BB962C8B-B14F-4D97-AF65-F5344CB8AC3E}">
        <p14:creationId xmlns:p14="http://schemas.microsoft.com/office/powerpoint/2010/main" val="164958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B2B4F-877E-A372-CF14-85948F4DB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6EF54FF-F6DC-F068-51A2-249C75634D1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Classificação de Texto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DF471A2-F64A-7BAD-CA28-93C9625934B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são usados para classificar textos em categorias como sentimentos, tópicos ou intenções.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Aplicações incluem análise de sentimentos em redes sociais e avaliação de feedback de clientes.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Também são eficazes na detecção de spam e filtragem de conteúdo indesejado em plataformas digitais.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Facilitam a organização automática de documentos por tema, área de conhecimento ou finalidade.</a:t>
            </a:r>
          </a:p>
        </p:txBody>
      </p:sp>
    </p:spTree>
    <p:extLst>
      <p:ext uri="{BB962C8B-B14F-4D97-AF65-F5344CB8AC3E}">
        <p14:creationId xmlns:p14="http://schemas.microsoft.com/office/powerpoint/2010/main" val="632458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EE953-1438-CD79-E59E-7869CB7A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26DC775-FFB7-B441-92BE-A399CB1EA6AE}"/>
              </a:ext>
            </a:extLst>
          </p:cNvPr>
          <p:cNvSpPr txBox="1"/>
          <p:nvPr/>
        </p:nvSpPr>
        <p:spPr>
          <a:xfrm>
            <a:off x="443211" y="145344"/>
            <a:ext cx="1151089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Reconhecimento de Entidades Nomeadas (NER)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9400DB3-F079-3D59-2024-DACE3B3685F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são eficazes na identificação de nomes próprios, locais, organizações e outras entidades em textos.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Facilitam a extração automática de informações relevantes em documentos, notícias e redes sociais.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compreensão contextual melhora a precisão na distinção entre entidades com nomes semelhantes.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Aplicações incluem sistemas de busca, análise de sentimentos e mineração de dados em larga escala.</a:t>
            </a:r>
          </a:p>
        </p:txBody>
      </p:sp>
    </p:spTree>
    <p:extLst>
      <p:ext uri="{BB962C8B-B14F-4D97-AF65-F5344CB8AC3E}">
        <p14:creationId xmlns:p14="http://schemas.microsoft.com/office/powerpoint/2010/main" val="2747773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04DA7-EFC0-F60E-9FFA-0A41A1611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C2E915F-909E-67F3-042F-6C079EC3FAA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Chatbots</a:t>
            </a:r>
            <a:r>
              <a:rPr lang="pt-BR" sz="4500" b="1" dirty="0">
                <a:solidFill>
                  <a:schemeClr val="bg1"/>
                </a:solidFill>
              </a:rPr>
              <a:t> e Assistentes Virtuais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75A1999-AC89-DAA5-EEC4-19845F166F6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como ChatGPT permitem criar interfaces conversacionais mais naturais e responsivas.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utilizados em atendimento ao cliente, suporte técnico e assistentes pessoais digitais.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capacidade de compreender contexto melhora a fluidez e a relevância das respostas.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Facilitam interações personalizadas, adaptando-se ao estilo e às necessidades do usuário.</a:t>
            </a:r>
          </a:p>
        </p:txBody>
      </p:sp>
    </p:spTree>
    <p:extLst>
      <p:ext uri="{BB962C8B-B14F-4D97-AF65-F5344CB8AC3E}">
        <p14:creationId xmlns:p14="http://schemas.microsoft.com/office/powerpoint/2010/main" val="3593563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42728-4E9B-69C1-2341-544291EBA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BD955B0-F44D-E932-CE80-0230CA0CDDF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Correção Gramatical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C30A6C4-03C2-2042-B83D-6E469A13870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identificam e corrigem erros gramaticais em textos de forma automática e eficiente.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aplicados em editores de texto, plataformas educacionais e assistentes de escrita.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contextual permite sugerir correções mais precisas e coerentes com o restante do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Contribuem para melhorar a qualidade da comunicação escrita em diversos idiomas e estilos.</a:t>
            </a:r>
          </a:p>
        </p:txBody>
      </p:sp>
    </p:spTree>
    <p:extLst>
      <p:ext uri="{BB962C8B-B14F-4D97-AF65-F5344CB8AC3E}">
        <p14:creationId xmlns:p14="http://schemas.microsoft.com/office/powerpoint/2010/main" val="3200735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161C6-0080-39A3-983C-7D06B9C0E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966A8F4-BD27-6862-7EAD-46586DF819B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Geração de Código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D5FBCC2-9B94-E757-E7AD-665797E12E0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como Codex e </a:t>
            </a:r>
            <a:r>
              <a:rPr lang="pt-BR" sz="2800" dirty="0" err="1"/>
              <a:t>CodeGen</a:t>
            </a:r>
            <a:r>
              <a:rPr lang="pt-BR" sz="2800" dirty="0"/>
              <a:t> transformam instruções em linguagem natural em código funcional.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Facilitam o desenvolvimento de software ao automatizar tarefas repetitivas e gerar trechos de código.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úteis para aprendizado de programação, prototipagem rápida e assistência em </a:t>
            </a:r>
            <a:r>
              <a:rPr lang="pt-BR" sz="2800" dirty="0" err="1"/>
              <a:t>IDEs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compreensão semântica permite adaptar o código ao contexto e à linguagem solicitada.</a:t>
            </a:r>
          </a:p>
        </p:txBody>
      </p:sp>
    </p:spTree>
    <p:extLst>
      <p:ext uri="{BB962C8B-B14F-4D97-AF65-F5344CB8AC3E}">
        <p14:creationId xmlns:p14="http://schemas.microsoft.com/office/powerpoint/2010/main" val="37115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2DDB2-7322-F87A-1DE7-DB473499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6854B1E-656A-58B2-7E09-C50E21198B0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Pesquisa Semântica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127654A-ECE8-E499-EDF0-6EEBA32717F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aprimoram a compreensão do significado por trás das consultas em mecanismos de busca.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Permitem identificar a intenção do usuário, oferecendo resultados mais relevantes e contextuais.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Superam buscas por palavras-chave ao considerar sinônimos e relações semânticas.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aplicados em sistemas de recomendação, assistentes de voz e plataformas de e-commerce.</a:t>
            </a:r>
          </a:p>
        </p:txBody>
      </p:sp>
    </p:spTree>
    <p:extLst>
      <p:ext uri="{BB962C8B-B14F-4D97-AF65-F5344CB8AC3E}">
        <p14:creationId xmlns:p14="http://schemas.microsoft.com/office/powerpoint/2010/main" val="2241015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F1F8-F2A0-69D2-E0CE-A7AA96481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2225FBD-EB73-2291-8B91-E5848D27A2E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Detecção de Fake News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BC5922C-3E26-20D0-21CF-7E6174E809C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são treinados para reconhecer padrões linguísticos comuns em textos de desinformação.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contextual permite identificar inconsistências e sinais de manipulação no conteúdo.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usados em plataformas de mídia para sinalizar ou bloquear notícias falsas automaticamente.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Contribuem para a promoção de informações confiáveis e combate à desinformação online.</a:t>
            </a:r>
          </a:p>
        </p:txBody>
      </p:sp>
    </p:spTree>
    <p:extLst>
      <p:ext uri="{BB962C8B-B14F-4D97-AF65-F5344CB8AC3E}">
        <p14:creationId xmlns:p14="http://schemas.microsoft.com/office/powerpoint/2010/main" val="881713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15C61-C71D-6E74-4135-4E9B5A68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2C2FB5-69FE-640F-6E1E-F65E4054E5D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Análise de Opinião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8BCD99-985D-9014-2A35-2D2AE85383C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identificam sentimentos positivos, negativos ou neutros em textos de redes sociais e avaliações.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usados para entender a percepção do público sobre produtos, marcas e serviços.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contextual permite captar nuances emocionais e subjetivas nas opiniões.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Aplicações incluem monitoramento de reputação, marketing digital e suporte ao cliente.</a:t>
            </a:r>
          </a:p>
        </p:txBody>
      </p:sp>
    </p:spTree>
    <p:extLst>
      <p:ext uri="{BB962C8B-B14F-4D97-AF65-F5344CB8AC3E}">
        <p14:creationId xmlns:p14="http://schemas.microsoft.com/office/powerpoint/2010/main" val="2341862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E8C47-F6A6-AC86-8F8E-F7EC08FB8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6601BF9-F6DE-DE39-B220-2C88AAC7EDA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Recomendações Personalizadas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111E2BE-1880-F93B-B25F-E7344ED0A4B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analisam padrões de comportamento para prever preferências individuais com precisão.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usados em plataformas de streaming, e-commerce e redes sociais para sugerir conteúdos relevantes.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modelagem contextual permite recomendações mais personalizadas e dinâmicas.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Melhoram a experiência do usuário ao antecipar interesses e promover maior engajamento.</a:t>
            </a:r>
          </a:p>
        </p:txBody>
      </p:sp>
    </p:spTree>
    <p:extLst>
      <p:ext uri="{BB962C8B-B14F-4D97-AF65-F5344CB8AC3E}">
        <p14:creationId xmlns:p14="http://schemas.microsoft.com/office/powerpoint/2010/main" val="1616258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A340-920E-3AE9-BD8E-B0BC9E54C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CE8217B-211E-35CC-935C-44B91CC87A3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Conversão de Fala em Texto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B9FEC40-A017-DE1D-429F-BB6F09B23A9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como </a:t>
            </a:r>
            <a:r>
              <a:rPr lang="pt-BR" sz="2800" dirty="0" err="1"/>
              <a:t>Whisper</a:t>
            </a:r>
            <a:r>
              <a:rPr lang="pt-BR" sz="2800" dirty="0"/>
              <a:t> transcrevem automaticamente áudios em texto com alta precisão.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usados em legendagem automática, assistentes de voz e acessibilidade digital.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arquitetura </a:t>
            </a:r>
            <a:r>
              <a:rPr lang="pt-BR" sz="2800" dirty="0" err="1"/>
              <a:t>Transformer</a:t>
            </a:r>
            <a:r>
              <a:rPr lang="pt-BR" sz="2800" dirty="0"/>
              <a:t> permite lidar com diferentes sotaques e ruídos de fundo.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Facilitam a indexação e análise de conteúdos falados em vídeos, podcasts e reuniões.</a:t>
            </a:r>
          </a:p>
        </p:txBody>
      </p:sp>
    </p:spTree>
    <p:extLst>
      <p:ext uri="{BB962C8B-B14F-4D97-AF65-F5344CB8AC3E}">
        <p14:creationId xmlns:p14="http://schemas.microsoft.com/office/powerpoint/2010/main" val="3388504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7DCF-AD2E-51C2-E788-D00A8C06B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73D5A0F-CBA0-0F88-97CE-3EFDF97C600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Transformers em Visão Computacional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CF29221-C178-E420-4009-DD650606D66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como </a:t>
            </a:r>
            <a:r>
              <a:rPr lang="pt-BR" sz="2800" dirty="0" err="1"/>
              <a:t>ViT</a:t>
            </a:r>
            <a:r>
              <a:rPr lang="pt-BR" sz="2800" dirty="0"/>
              <a:t> aplicam mecanismos de atenção diretamente em imagens para extrair padrões visuais.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eficazes em tarefas como classificação de imagens, detecção de objetos e segmentação semântica.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Superam redes convolucionais em diversos benchmarks de visão computacional.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Permitem maior paralelismo e melhor captura de relações espaciais em imagens complexas.</a:t>
            </a:r>
          </a:p>
        </p:txBody>
      </p:sp>
    </p:spTree>
    <p:extLst>
      <p:ext uri="{BB962C8B-B14F-4D97-AF65-F5344CB8AC3E}">
        <p14:creationId xmlns:p14="http://schemas.microsoft.com/office/powerpoint/2010/main" val="319838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F01A9-CF7C-C9A2-0F59-C7633385D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DCC5D3A-D409-BE4D-D9C0-F5384BCC2C7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Transformers Multimodais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5AF5DEB-7602-CCE2-57E3-8EB7D0BA978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como CLIP e Flamingo combinam texto e imagem para interpretar múltiplas modalidades simultaneamente.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Permitem realizar tarefas como busca por imagem com texto e geração de legendas automáticas.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integração multimodal amplia a compreensão de contexto visual e linguístico.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aplicados em sistemas de recomendação, acessibilidade e análise de conteúdo visual.</a:t>
            </a:r>
          </a:p>
        </p:txBody>
      </p:sp>
    </p:spTree>
    <p:extLst>
      <p:ext uri="{BB962C8B-B14F-4D97-AF65-F5344CB8AC3E}">
        <p14:creationId xmlns:p14="http://schemas.microsoft.com/office/powerpoint/2010/main" val="4256830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41D32-3BDE-4309-38BD-0184D2C7D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000AE2A-DB60-40F0-C947-24CCBE9F1AE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Transformers em Biomedicina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1D2FA21-DA43-AD98-B649-1C10272EC5C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auxiliam na análise de grandes volumes de literatura científica para descoberta de conhecimento.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usados na predição de interações medicamentosas e identificação de alvos terapêuticos.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Facilitam a extração de informações relevantes em artigos biomédicos e registros clínicos.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Contribuem para acelerar pesquisas em genômica, farmacologia e diagnóstico assistido por IA.</a:t>
            </a:r>
          </a:p>
        </p:txBody>
      </p:sp>
    </p:spTree>
    <p:extLst>
      <p:ext uri="{BB962C8B-B14F-4D97-AF65-F5344CB8AC3E}">
        <p14:creationId xmlns:p14="http://schemas.microsoft.com/office/powerpoint/2010/main" val="1070477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F28D3-C796-EA8E-B1BC-4B79DBC5D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2D9ECD5-1755-6584-0EB7-02B297A8561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Transformers em Direito e Finanças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04C49B0-7F3D-DC01-1F4D-975B3DE0E91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analisam contratos jurídicos para extrair cláusulas, identificar riscos e sugerir melhorias.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aplicados na leitura de decisões judiciais para apoiar pesquisas e prever desfechos legais.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finanças, ajudam na interpretação de relatórios, balanços e notícias econômicas.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Automatizam tarefas repetitivas, otimizando a tomada de decisão em ambientes regulatórios complexos.</a:t>
            </a:r>
          </a:p>
        </p:txBody>
      </p:sp>
    </p:spTree>
    <p:extLst>
      <p:ext uri="{BB962C8B-B14F-4D97-AF65-F5344CB8AC3E}">
        <p14:creationId xmlns:p14="http://schemas.microsoft.com/office/powerpoint/2010/main" val="2667635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74D9-6363-BEFC-8B2A-44B2012FC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B8ED18A-24EB-A5D8-4A66-C91B0D8DB3A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Desafios e Considerações Éticas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C738E6A-3953-9EA8-3C65-AF6A7D63DF0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</a:t>
            </a:r>
            <a:r>
              <a:rPr lang="pt-BR" sz="2800" dirty="0" err="1"/>
              <a:t>Transformer</a:t>
            </a:r>
            <a:r>
              <a:rPr lang="pt-BR" sz="2800" dirty="0"/>
              <a:t> podem reproduzir vieses presentes nos dados, exigindo atenção à equidade e justiça.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geração de informações imprecisas ou inventadas levanta preocupações sobre a confiabilidade dos resultados.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uso responsável envolve transparência, explicabilidade e mitigação de impactos negativos.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essencial considerar as implicações sociais, como privacidade, desinformação e exclusão digital.</a:t>
            </a:r>
          </a:p>
        </p:txBody>
      </p:sp>
    </p:spTree>
    <p:extLst>
      <p:ext uri="{BB962C8B-B14F-4D97-AF65-F5344CB8AC3E}">
        <p14:creationId xmlns:p14="http://schemas.microsoft.com/office/powerpoint/2010/main" val="3832711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11340</TotalTime>
  <Words>1214</Words>
  <Application>Microsoft Office PowerPoint</Application>
  <PresentationFormat>Widescreen</PresentationFormat>
  <Paragraphs>102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7</vt:i4>
      </vt:variant>
      <vt:variant>
        <vt:lpstr>Títulos de slides</vt:lpstr>
      </vt:variant>
      <vt:variant>
        <vt:i4>22</vt:i4>
      </vt:variant>
    </vt:vector>
  </HeadingPairs>
  <TitlesOfParts>
    <vt:vector size="33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101</cp:revision>
  <dcterms:created xsi:type="dcterms:W3CDTF">2020-01-14T17:16:45Z</dcterms:created>
  <dcterms:modified xsi:type="dcterms:W3CDTF">2025-11-14T04:07:04Z</dcterms:modified>
</cp:coreProperties>
</file>