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7"/>
  </p:notesMasterIdLst>
  <p:handoutMasterIdLst>
    <p:handoutMasterId r:id="rId28"/>
  </p:handoutMasterIdLst>
  <p:sldIdLst>
    <p:sldId id="266" r:id="rId9"/>
    <p:sldId id="260" r:id="rId10"/>
    <p:sldId id="267" r:id="rId11"/>
    <p:sldId id="269" r:id="rId12"/>
    <p:sldId id="270" r:id="rId13"/>
    <p:sldId id="271" r:id="rId14"/>
    <p:sldId id="272" r:id="rId15"/>
    <p:sldId id="288" r:id="rId16"/>
    <p:sldId id="274" r:id="rId17"/>
    <p:sldId id="275" r:id="rId18"/>
    <p:sldId id="276" r:id="rId19"/>
    <p:sldId id="278" r:id="rId20"/>
    <p:sldId id="281" r:id="rId21"/>
    <p:sldId id="282" r:id="rId22"/>
    <p:sldId id="283" r:id="rId23"/>
    <p:sldId id="284" r:id="rId24"/>
    <p:sldId id="285" r:id="rId25"/>
    <p:sldId id="261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12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Atenção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Multi-Cabeça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permite que o modelo foque em diferentes partes da entrada simultaneamente, enriquecendo a representação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de atenção realiza sua própria Atenção por Produto Interno Escalado (SDPA), capturando padrões distintos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das cabeças gera uma visão mais robusta da informação, essencial para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múltiplas </a:t>
            </a:r>
            <a:r>
              <a:rPr lang="pt-BR" sz="2800" dirty="0" err="1"/>
              <a:t>SDPAs</a:t>
            </a:r>
            <a:r>
              <a:rPr lang="pt-BR" sz="2800" dirty="0"/>
              <a:t> em paralelo melhora a capacidade do modelo de entender relações sutis entre tokens.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3ED7-8269-0BB5-842E-D7D680EC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C4B419-AEA4-2B3D-5744-748F0B581BA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EE1E6C-1187-EACF-AC9C-A924FAF4AF5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divide a atenção em várias subespaços, permitindo que o modelo aprenda diferentes relações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aplica Atenção por Produto Interno Escalado (SDPA) com parâmetros distintos, promovendo diversidade na análise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capacidade de generalização do modelo ao explorar múltiplas perspectivas da sequência de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Ao combinar as saídas das cabeças, o </a:t>
            </a:r>
            <a:r>
              <a:rPr lang="pt-BR" sz="2800" dirty="0" err="1"/>
              <a:t>Transformer</a:t>
            </a:r>
            <a:r>
              <a:rPr lang="pt-BR" sz="2800" dirty="0"/>
              <a:t> constrói uma representação mais rica e informativa para cada token.</a:t>
            </a:r>
          </a:p>
        </p:txBody>
      </p:sp>
    </p:spTree>
    <p:extLst>
      <p:ext uri="{BB962C8B-B14F-4D97-AF65-F5344CB8AC3E}">
        <p14:creationId xmlns:p14="http://schemas.microsoft.com/office/powerpoint/2010/main" val="274757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FF28-8EAD-F076-CD43-D923AE25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C5BEDF-EFAC-6045-77BC-2456EB0C7DF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Cabeças Paralelas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1E4022-CD70-8F70-9673-1934705B432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cabeças paralelas operam de forma independente, permitindo que o modelo analise diferentes padrões da entrada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aplica Atenção por Produto Interno Escalado (SDPA) com parâmetros próprios, gerando perspectivas únicas.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execução paralela das cabeças amplia a capacidade do modelo de capturar relações complexas entre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diversidade de atenções contribui para uma compreensão mais rica e detalhada da sequência de entrada.</a:t>
            </a:r>
          </a:p>
        </p:txBody>
      </p:sp>
    </p:spTree>
    <p:extLst>
      <p:ext uri="{BB962C8B-B14F-4D97-AF65-F5344CB8AC3E}">
        <p14:creationId xmlns:p14="http://schemas.microsoft.com/office/powerpoint/2010/main" val="2132543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E401-DA93-DB7E-03BE-0E648A8F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76E41F-5EA8-2486-E5E7-3CDAD5D5212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Projeções Lineares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7192C1-4AFE-ED75-1600-83984492184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aplica diferentes projeções lineares à entrada, permitindo que cada cabeça aprenda padrões distintos.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realiza sua própria Atenção por Produto Interno Escalado (SDPA) após projetar as consultas, chaves e valores em subespaços.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projeções independentes ajudam o modelo a capturar múltiplas relações sem depender de uma única representação.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aumenta a expressividade do </a:t>
            </a:r>
            <a:r>
              <a:rPr lang="pt-BR" sz="2800" dirty="0" err="1"/>
              <a:t>Transformer</a:t>
            </a:r>
            <a:r>
              <a:rPr lang="pt-BR" sz="2800" dirty="0"/>
              <a:t> ao explorar diferentes aspectos da sequência em paralelo.</a:t>
            </a:r>
          </a:p>
        </p:txBody>
      </p:sp>
    </p:spTree>
    <p:extLst>
      <p:ext uri="{BB962C8B-B14F-4D97-AF65-F5344CB8AC3E}">
        <p14:creationId xmlns:p14="http://schemas.microsoft.com/office/powerpoint/2010/main" val="9669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DB4B-94E6-17E5-826F-AA84B7D4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1EA0C05-40FC-A0BF-BAF5-B7018B2FBA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Concatenação de Cabeças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86013F-66A7-A004-115E-DC01A4262AA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realiza uma SDPA de forma independente, gerando uma saída que representa relações específicas entre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saídas das </a:t>
            </a:r>
            <a:r>
              <a:rPr lang="pt-BR" sz="2800" dirty="0" err="1"/>
              <a:t>SDPAs</a:t>
            </a:r>
            <a:r>
              <a:rPr lang="pt-BR" sz="2800" dirty="0"/>
              <a:t> são concatenadas para formar uma única matriz que reúne múltiplas perspectivas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matriz concatenada passa por uma projeção linear, integrando as informações capturadas por todas as cabeças.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permite que o modelo aprenda representações mais ricas e diversificadas a partir de diferentes subespaços de atenção.</a:t>
            </a:r>
          </a:p>
        </p:txBody>
      </p:sp>
    </p:spTree>
    <p:extLst>
      <p:ext uri="{BB962C8B-B14F-4D97-AF65-F5344CB8AC3E}">
        <p14:creationId xmlns:p14="http://schemas.microsoft.com/office/powerpoint/2010/main" val="199366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2E20-3CA3-2EFE-06B6-1E8A5039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555D4B-2745-9144-2EEB-4DBE68A31F2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Dimensionalidade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072BDD-B5CF-3739-7F68-AA506908D74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opera em subespaços de menor dimensionalidade, permitindo que cada cabeça foque em aspectos distintos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projeção das consultas, chaves e valores é feita separadamente para cada cabeça, reduzindo a dimensão e otimizando os cálculos.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divisão facilita o paralelismo e melhora a eficiência computacional sem comprometer a expressividade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a SDPA em cada subespaço, as saídas são reunidas e projetadas novamente para restaurar a dimensionalidade original.</a:t>
            </a:r>
          </a:p>
        </p:txBody>
      </p:sp>
    </p:spTree>
    <p:extLst>
      <p:ext uri="{BB962C8B-B14F-4D97-AF65-F5344CB8AC3E}">
        <p14:creationId xmlns:p14="http://schemas.microsoft.com/office/powerpoint/2010/main" val="378472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CE66E45-5A15-F539-F0CA-D4D8BD2343F7}"/>
              </a:ext>
            </a:extLst>
          </p:cNvPr>
          <p:cNvSpPr/>
          <p:nvPr/>
        </p:nvSpPr>
        <p:spPr>
          <a:xfrm>
            <a:off x="7527073" y="1483711"/>
            <a:ext cx="2483307" cy="40695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da Atenção </a:t>
            </a:r>
            <a:r>
              <a:rPr kumimoji="0" lang="pt-BR" sz="3500" b="1" i="0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Multi-Cabeça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5F97EA-B42C-2759-C264-F80AC56E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335" y="1729338"/>
            <a:ext cx="1813458" cy="35783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210B03C-81A6-15E8-3433-95C63E306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199" y="1485056"/>
            <a:ext cx="3402801" cy="521817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33E6D0F-7170-48C7-F951-CD8C1CF3F484}"/>
              </a:ext>
            </a:extLst>
          </p:cNvPr>
          <p:cNvCxnSpPr>
            <a:cxnSpLocks/>
          </p:cNvCxnSpPr>
          <p:nvPr/>
        </p:nvCxnSpPr>
        <p:spPr>
          <a:xfrm flipV="1">
            <a:off x="5475249" y="1611549"/>
            <a:ext cx="2167449" cy="1707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7542C31-18D7-9B81-CB5B-1A2A0CDF0EE7}"/>
              </a:ext>
            </a:extLst>
          </p:cNvPr>
          <p:cNvCxnSpPr>
            <a:cxnSpLocks/>
          </p:cNvCxnSpPr>
          <p:nvPr/>
        </p:nvCxnSpPr>
        <p:spPr>
          <a:xfrm>
            <a:off x="5475249" y="3947532"/>
            <a:ext cx="2167449" cy="1486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8C1E-6E99-2632-D523-E093DC82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6C068D-D68B-677C-1DFE-22A61AAA426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Benefícios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D895DC-27B0-4C32-E1A1-AF0629A807F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permite que o modelo identifique padrões relevantes ao comparar tokens por meio de produtos internos escalados.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Executar várias </a:t>
            </a:r>
            <a:r>
              <a:rPr lang="pt-BR" sz="2800" dirty="0" err="1"/>
              <a:t>SDPAs</a:t>
            </a:r>
            <a:r>
              <a:rPr lang="pt-BR" sz="2800" dirty="0"/>
              <a:t> em paralelo amplia a capacidade de capturar diferentes relações contextuais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instância da SDPA foca em aspectos distintos da entrada, enriquecendo a representação final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diversidade de padrões obtida com múltiplas </a:t>
            </a:r>
            <a:r>
              <a:rPr lang="pt-BR" sz="2800" dirty="0" err="1"/>
              <a:t>SDPAs</a:t>
            </a:r>
            <a:r>
              <a:rPr lang="pt-BR" sz="2800" dirty="0"/>
              <a:t> fortalece o desempenho em tarefas como tradução e compreensão textual.</a:t>
            </a:r>
          </a:p>
        </p:txBody>
      </p:sp>
    </p:spTree>
    <p:extLst>
      <p:ext uri="{BB962C8B-B14F-4D97-AF65-F5344CB8AC3E}">
        <p14:creationId xmlns:p14="http://schemas.microsoft.com/office/powerpoint/2010/main" val="91728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4E64-EB1C-3394-837C-AA5307B8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400DC6-7CE3-DDCB-AD4F-310CF306D2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Generalização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C6EE8E-4A8E-BCA0-A2C8-DCB9DE2A099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permite que o modelo destaque relações relevantes entre tokens, mesmo em contextos variados e não vistos.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(ou escala) no produto interno evita distorções nos pesos de atenção, contribuindo para um aprendizado mais estável.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Ao aplicar SDPA em diferentes cabeças, o modelo explora múltiplas interpretações, favorecendo a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ajuda o </a:t>
            </a:r>
            <a:r>
              <a:rPr lang="pt-BR" sz="2800" dirty="0" err="1"/>
              <a:t>Transformer</a:t>
            </a:r>
            <a:r>
              <a:rPr lang="pt-BR" sz="2800" dirty="0"/>
              <a:t> a manter desempenho consistente em tarefas com dados diversos e complexos.</a:t>
            </a:r>
          </a:p>
        </p:txBody>
      </p:sp>
    </p:spTree>
    <p:extLst>
      <p:ext uri="{BB962C8B-B14F-4D97-AF65-F5344CB8AC3E}">
        <p14:creationId xmlns:p14="http://schemas.microsoft.com/office/powerpoint/2010/main" val="75687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5056-C64E-A31F-3066-E960C1E3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7AE3E6-369E-B63B-DDC7-5573DBD9DA3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Eficiência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2E9B20-D547-3AAE-8A7E-B5ADB599542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SDPA é aplicada em cada cabeça da atenção </a:t>
            </a:r>
            <a:r>
              <a:rPr lang="pt-BR" sz="2800" dirty="0" err="1"/>
              <a:t>multi-cabeça</a:t>
            </a:r>
            <a:r>
              <a:rPr lang="pt-BR" sz="2800" dirty="0"/>
              <a:t>, permitindo paralelização eficiente em hardware moderno.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Operações matriciais aceleram o cálculo da SDPA em grandes sequências, otimizando o uso de recursos computacionais.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com SDPA favorece o treinamento em larga escala, reduzindo o tempo para convergência.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combinação melhora o desempenho dos Transformers em tarefas intensivas, mantendo precisão e velocidade.</a:t>
            </a:r>
          </a:p>
        </p:txBody>
      </p:sp>
    </p:spTree>
    <p:extLst>
      <p:ext uri="{BB962C8B-B14F-4D97-AF65-F5344CB8AC3E}">
        <p14:creationId xmlns:p14="http://schemas.microsoft.com/office/powerpoint/2010/main" val="263382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CE7F-4816-AFC1-9472-EB8173E8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DB3BCC-7A16-453B-2EF8-4EC15DFA2E5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Atenção de Cabeça Única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1AE116-1D2D-6D30-BCB6-1BC4CF21742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aplica várias </a:t>
            </a:r>
            <a:r>
              <a:rPr lang="pt-BR" sz="2800" dirty="0" err="1"/>
              <a:t>SDPAs</a:t>
            </a:r>
            <a:r>
              <a:rPr lang="pt-BR" sz="2800" dirty="0"/>
              <a:t> em paralelo, permitindo que o modelo capture diferentes padrões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Enquanto uma única SDPA pode limitar a visão contextual, múltiplas cabeças ampliam a capacidade de representação.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diversidade de cabeças melhora a compreensão de relações complexas entre tokens em tarefas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das saídas das </a:t>
            </a:r>
            <a:r>
              <a:rPr lang="pt-BR" sz="2800" dirty="0" err="1"/>
              <a:t>SDPAs</a:t>
            </a:r>
            <a:r>
              <a:rPr lang="pt-BR" sz="2800" dirty="0"/>
              <a:t> torna o modelo mais expressivo e eficaz do que uma atenção de cabeça única.</a:t>
            </a:r>
          </a:p>
        </p:txBody>
      </p:sp>
    </p:spTree>
    <p:extLst>
      <p:ext uri="{BB962C8B-B14F-4D97-AF65-F5344CB8AC3E}">
        <p14:creationId xmlns:p14="http://schemas.microsoft.com/office/powerpoint/2010/main" val="217840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AB7B-420E-D559-7364-82AB678D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587293-AC39-AF40-76CD-094E181BAB0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</a:t>
            </a:r>
            <a:r>
              <a:rPr lang="pt-BR" sz="4500" b="1" dirty="0" err="1">
                <a:solidFill>
                  <a:schemeClr val="bg1"/>
                </a:solidFill>
              </a:rPr>
              <a:t>Multi-Cabeça</a:t>
            </a:r>
            <a:r>
              <a:rPr lang="pt-BR" sz="4500" b="1" dirty="0">
                <a:solidFill>
                  <a:schemeClr val="bg1"/>
                </a:solidFill>
              </a:rPr>
              <a:t> em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523654-4EA0-858F-C56E-BB5A90B53A2C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de linguagem BERT utiliza múltiplas cabeças de atenção para processar diferentes aspectos da entrada simultaneamente com Atenção por Produto Interno Escalado (SDPA).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aprende padrões distintos, permitindo ao modelo capturar relações variadas entre palavras em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saídas das cabeças são combinadas e refinadas, resultando em uma representação mais rica e contextualizada.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compreensão semântica e é essencial para o desempenho do BERT em tarefas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354570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C243-600C-6B4F-499A-D5B80D66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C861C2-43D9-A498-80FD-8B18CA674BB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</a:t>
            </a:r>
            <a:r>
              <a:rPr lang="pt-BR" sz="4500" b="1" dirty="0" err="1">
                <a:solidFill>
                  <a:schemeClr val="bg1"/>
                </a:solidFill>
              </a:rPr>
              <a:t>Multi-Cabeça</a:t>
            </a:r>
            <a:r>
              <a:rPr lang="pt-BR" sz="4500" b="1" dirty="0">
                <a:solidFill>
                  <a:schemeClr val="bg1"/>
                </a:solidFill>
              </a:rPr>
              <a:t> em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142EC6-817E-204D-285B-2490D896A89C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no modelo de linguagem generativo GPT, a atenção </a:t>
            </a:r>
            <a:r>
              <a:rPr lang="pt-BR" sz="2800" dirty="0" err="1"/>
              <a:t>multi-cabeça</a:t>
            </a:r>
            <a:r>
              <a:rPr lang="pt-BR" sz="2800" dirty="0"/>
              <a:t> aplica várias instâncias da SDPA de forma paralela e </a:t>
            </a:r>
            <a:r>
              <a:rPr lang="pt-BR" sz="2800" dirty="0" err="1"/>
              <a:t>autoregressiva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analisa diferentes padrões da sequência anterior, permitindo ao modelo gerar texto com maior coerência e profundidade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saídas das cabeças são combinadas e refinadas, formando uma representação rica que guia a próxima predição.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essencial para a capacidade do GPT de produzir respostas contextualizadas e manter consistência ao longo da geração.</a:t>
            </a:r>
          </a:p>
        </p:txBody>
      </p:sp>
    </p:spTree>
    <p:extLst>
      <p:ext uri="{BB962C8B-B14F-4D97-AF65-F5344CB8AC3E}">
        <p14:creationId xmlns:p14="http://schemas.microsoft.com/office/powerpoint/2010/main" val="460521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491F-F276-AA1E-612A-3CBF536B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7C8A21-EF67-86C7-8958-E319F020F15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678123-A6BA-0E11-4F0F-4CC342A8E9CF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número de cabeças na Atenção por Produto Interno Escalado (SDPA) afeta diretamente a capacidade de representação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Poucas cabeças podem limitar a diversidade de padrões aprendidos, enquanto muitas podem aumentar o custo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ajuste de </a:t>
            </a:r>
            <a:r>
              <a:rPr lang="pt-BR" sz="2800" dirty="0" err="1"/>
              <a:t>hiperparâmetros</a:t>
            </a:r>
            <a:r>
              <a:rPr lang="pt-BR" sz="2800" dirty="0"/>
              <a:t> como dimensão das cabeças e taxa de aprendizado exige cuidado para evitar </a:t>
            </a:r>
            <a:r>
              <a:rPr lang="pt-BR" sz="2800" dirty="0" err="1"/>
              <a:t>sobreajuste</a:t>
            </a:r>
            <a:r>
              <a:rPr lang="pt-BR" sz="2800" dirty="0"/>
              <a:t> ou subutilização.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Encontrar o equilíbrio ideal entre desempenho e eficiência é um dos principais desafios na aplicação da atenção </a:t>
            </a:r>
            <a:r>
              <a:rPr lang="pt-BR" sz="2800" dirty="0" err="1"/>
              <a:t>multi-cabeça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584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FCC27-7C85-7256-B418-467D1A10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7574A6-B860-DE48-99EF-77679CB0BDF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Avanços Recentes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ED2619-1766-B291-F209-9A45CC15B13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Avanços recentes incluem variações da Atenção por Produto Interno Escalado (SDPA) que otimizam o uso de múltiplas cabeças.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Algumas abordagens ajustam dinamicamente o número de cabeças com base na complexidade da tarefa ou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modernos exploram atenção esparsa e mecanismos adaptativos para reduzir custo computacional sem perder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melhorias tornam o uso da atenção </a:t>
            </a:r>
            <a:r>
              <a:rPr lang="pt-BR" sz="2800" dirty="0" err="1"/>
              <a:t>multi-cabeça</a:t>
            </a:r>
            <a:r>
              <a:rPr lang="pt-BR" sz="2800" dirty="0"/>
              <a:t> mais eficiente e aplicável em cenários com recursos limitados.</a:t>
            </a:r>
          </a:p>
        </p:txBody>
      </p:sp>
    </p:spTree>
    <p:extLst>
      <p:ext uri="{BB962C8B-B14F-4D97-AF65-F5344CB8AC3E}">
        <p14:creationId xmlns:p14="http://schemas.microsoft.com/office/powerpoint/2010/main" val="509150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41CA-719B-8028-8B8D-79173787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ED8810F-39F1-51E3-16BF-D21C7B936EF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294182-E704-C2EC-1E58-476E12B9835B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aplica várias instâncias da Atenção por Produto Interno Escalado (SDPA), permitindo ao modelo capturar múltiplos padrões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representação contextual ao explorar diferentes relações entre tokens em paralelo.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como BERT e GPT se beneficiam da diversidade de cabeças para compreender e gerar linguagem com maior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dos desafios, avanços recentes tornam o mecanismo mais eficiente e essencial para tarefas modernas de PLN.</a:t>
            </a:r>
          </a:p>
        </p:txBody>
      </p:sp>
    </p:spTree>
    <p:extLst>
      <p:ext uri="{BB962C8B-B14F-4D97-AF65-F5344CB8AC3E}">
        <p14:creationId xmlns:p14="http://schemas.microsoft.com/office/powerpoint/2010/main" val="10149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11412</TotalTime>
  <Words>1208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18</vt:i4>
      </vt:variant>
    </vt:vector>
  </HeadingPairs>
  <TitlesOfParts>
    <vt:vector size="30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103</cp:revision>
  <dcterms:created xsi:type="dcterms:W3CDTF">2020-01-14T17:16:45Z</dcterms:created>
  <dcterms:modified xsi:type="dcterms:W3CDTF">2025-11-28T19:14:33Z</dcterms:modified>
</cp:coreProperties>
</file>