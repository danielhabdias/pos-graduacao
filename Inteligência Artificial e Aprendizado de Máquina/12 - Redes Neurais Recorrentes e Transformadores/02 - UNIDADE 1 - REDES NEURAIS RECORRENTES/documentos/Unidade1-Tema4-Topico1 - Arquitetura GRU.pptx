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10.xml" ContentType="application/vnd.openxmlformats-officedocument.theme+xml"/>
  <Override PartName="/ppt/notesMasters/notesMaster1.xml" ContentType="application/vnd.openxmlformats-officedocument.presentationml.notesMaster+xml"/>
  <Override PartName="/ppt/theme/theme7.xml" ContentType="application/vnd.openxmlformats-officedocument.theme+xml"/>
  <Override PartName="/ppt/theme/theme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22"/>
  </p:notesMasterIdLst>
  <p:handoutMasterIdLst>
    <p:handoutMasterId r:id="rId23"/>
  </p:handoutMasterIdLst>
  <p:sldIdLst>
    <p:sldId id="266" r:id="rId9"/>
    <p:sldId id="260" r:id="rId10"/>
    <p:sldId id="285" r:id="rId11"/>
    <p:sldId id="286" r:id="rId12"/>
    <p:sldId id="294" r:id="rId13"/>
    <p:sldId id="295" r:id="rId14"/>
    <p:sldId id="297" r:id="rId15"/>
    <p:sldId id="296" r:id="rId16"/>
    <p:sldId id="298" r:id="rId17"/>
    <p:sldId id="288" r:id="rId18"/>
    <p:sldId id="289" r:id="rId19"/>
    <p:sldId id="291" r:id="rId20"/>
    <p:sldId id="26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44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84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09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GRU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à GRU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</a:t>
            </a:r>
            <a:r>
              <a:rPr lang="pt-BR" sz="2800" i="1" dirty="0" err="1"/>
              <a:t>Gated</a:t>
            </a:r>
            <a:r>
              <a:rPr lang="pt-BR" sz="2800" i="1" dirty="0"/>
              <a:t> </a:t>
            </a:r>
            <a:r>
              <a:rPr lang="pt-BR" sz="2800" i="1" dirty="0" err="1"/>
              <a:t>Recurrent</a:t>
            </a:r>
            <a:r>
              <a:rPr lang="pt-BR" sz="2800" i="1" dirty="0"/>
              <a:t> Unit</a:t>
            </a:r>
            <a:r>
              <a:rPr lang="pt-BR" sz="2800" dirty="0"/>
              <a:t> (GRU) surge como alternativa mais simples para lidar de forma eficiente com sequências.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 mecanismos internos que controlam o que lembrar ou esquecer, ajustando o fluxo de informações.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Atualiza o estado oculto de forma dinâmica, favorecendo o aprendizado de padrões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estrutura compacta permite treinar modelos com rapidez e bom desempenho em tarefas sequenciais.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88B7-542C-A242-F70A-44A3C877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07369AA-0961-827E-BAAC-D8395A45111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Porta de Atualização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2C2FEAE-97B5-8040-BAC4-2F68D0789AC0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</a:t>
                </a:r>
                <a:r>
                  <a:rPr lang="pt-BR" sz="2800" dirty="0">
                    <a:solidFill>
                      <a:prstClr val="black"/>
                    </a:solidFill>
                  </a:rPr>
                  <a:t>porta de atualização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define o quanto da memória anterior será mantida, ajustando o equilíbrio entre passado e presente.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Ela atua como filtro que decide o impacto da nova entrada sobre o estado atual da rede.</a:t>
                </a:r>
              </a:p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Equação da porta de atualização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sigmoid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são parâmetros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Seu papel é essencial para preservar informações relevantes ao longo da sequência de dados.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2C2FEAE-97B5-8040-BAC4-2F68D0789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r="-164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94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BEF3-4053-96DE-1AD8-FEFC4322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46B2F6-DED1-A31C-F6E9-E7B8CD4DAA5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Porta de Reset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DA7204-58E3-65B1-EEDA-09BE60B78D87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</a:t>
                </a:r>
                <a:r>
                  <a:rPr lang="pt-BR" sz="2800" dirty="0">
                    <a:solidFill>
                      <a:prstClr val="black"/>
                    </a:solidFill>
                  </a:rPr>
                  <a:t>porta de reset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controla o quanto da nova entrada deve influenciar o estado atual, ajustando a memória da rede.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Ela funciona como um seletor que decide o impacto da informação recente sobre o que já foi aprendido.</a:t>
                </a:r>
              </a:p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Equação da porta de reset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sigmoid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são parâmetros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Seu papel é essencial para adaptar o modelo a mudanças rápidas nos dados sequenciais.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DA7204-58E3-65B1-EEDA-09BE60B78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r="-1040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78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4632-8177-07E4-9C7E-4BC79880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BE9995-9445-5531-0EFA-9C3A1886176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Portas de Reset e Atualização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0CD4D-9E10-4CD6-E2B7-9F4C32C96ECE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F6B09E6-3785-6043-605A-8D9411868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3203" y="1368464"/>
            <a:ext cx="6423180" cy="44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6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5FC0-1A62-BEC8-D346-865D0691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0D4AEC-9080-063E-2B0E-D02DD871CB6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Oculto Candidato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C018662-78D9-34B8-D643-B866E6F119AB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estado oculto candidato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representa uma proposta para o novo estado de memória da GRU antes que a atualização final seja realizada.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porta de reset decide quanta memória passada será considerada no cálculo do novo candidato.</a:t>
                </a:r>
              </a:p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Equação de atualização do estado oculto candidato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pt-BR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pt-BR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chr m:val="⨀"/>
                                <m:subHide m:val="on"/>
                                <m:supHide m:val="on"/>
                                <m:ctrlPr>
                                  <a:rPr lang="pt-BR" sz="28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pt-BR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nary>
                          </m:e>
                          <m:sub>
                            <m:r>
                              <a:rPr lang="pt-BR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são parâmetros,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Seu papel é essencial para definir o novo estado oculto sendo combinado com o estado oculto anterior.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C018662-78D9-34B8-D643-B866E6F11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149" r="-1368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B624114B-5C88-5862-CB1B-8207EB7D750C}"/>
              </a:ext>
            </a:extLst>
          </p:cNvPr>
          <p:cNvSpPr/>
          <p:nvPr/>
        </p:nvSpPr>
        <p:spPr>
          <a:xfrm>
            <a:off x="6556916" y="3880624"/>
            <a:ext cx="1962615" cy="61331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88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241D-C293-FD40-F45A-34D110FC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1EFCD17-D517-7615-66D4-ABD16C36B57D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Estado Oculto Candidato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AF68A5-0F22-A20A-A300-2FFF0094F01A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8CEE908-9A45-1F87-5369-F67E86EFC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6399" y="1393902"/>
            <a:ext cx="8519201" cy="436763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781D729-E41F-52AB-6CEA-3039F3061B9A}"/>
              </a:ext>
            </a:extLst>
          </p:cNvPr>
          <p:cNvSpPr/>
          <p:nvPr/>
        </p:nvSpPr>
        <p:spPr>
          <a:xfrm>
            <a:off x="7348655" y="1895707"/>
            <a:ext cx="1182029" cy="236405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6F7EEC0-2EA9-87A1-24F2-B430F7A92193}"/>
              </a:ext>
            </a:extLst>
          </p:cNvPr>
          <p:cNvSpPr/>
          <p:nvPr/>
        </p:nvSpPr>
        <p:spPr>
          <a:xfrm>
            <a:off x="2966224" y="1527717"/>
            <a:ext cx="3330500" cy="273204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15523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EF60-2290-6290-F477-F5A9E5BB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684F30D-DAAA-8AFB-A32F-AB92FA4D3D7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Oculto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D0B1428-FC78-A456-7592-4B1F8AF7A7A3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335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atua como a única memória da GRU, carregando o contexto acumulado até o momento atual.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estado oculto é passado de um instante de tempo para o próximo, permitindo que a rede mantenha e utilize informações de longo prazo.</a:t>
                </a:r>
              </a:p>
              <a:p>
                <a:pPr marL="342900" lvl="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Equação de atualização do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: </a:t>
                </a:r>
              </a:p>
              <a:p>
                <a:pPr lvl="0" algn="ctr">
                  <a:lnSpc>
                    <a:spcPts val="3400"/>
                  </a:lnSpc>
                  <a:spcAft>
                    <a:spcPts val="12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pt-BR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0" smtClean="0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pt-BR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̃"/>
                              <m:ctrlPr>
                                <a:rPr lang="pt-BR" sz="2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</m:acc>
                        </m:e>
                        <m:sub>
                          <m:r>
                            <a:rPr lang="pt-BR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ts val="3400"/>
                  </a:lnSpc>
                  <a:spcAft>
                    <a:spcPts val="1200"/>
                  </a:spcAft>
                  <a:defRPr/>
                </a:pPr>
                <a:r>
                  <a:rPr lang="pt-BR" sz="2800" dirty="0">
                    <a:solidFill>
                      <a:prstClr val="black"/>
                    </a:solidFill>
                  </a:rPr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a porta de atualização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o estado oculto candidato.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Ele representa a saída da GRU naquele instante de tempo.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D0B1428-FC78-A456-7592-4B1F8AF7A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335674"/>
              </a:xfrm>
              <a:prstGeom prst="rect">
                <a:avLst/>
              </a:prstGeom>
              <a:blipFill>
                <a:blip r:embed="rId2"/>
                <a:stretch>
                  <a:fillRect l="-930" t="-1688" b="-30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46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8E84-2A5C-6690-9538-66DFFEE2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8F33088-44A3-CE1F-49D5-B66E46CC79D9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Estado Oculto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7CADE-81B0-31E1-FD94-19D25AA8F83E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C0EBE3C-D3BC-5471-1500-8BA24E6F7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6399" y="1440202"/>
            <a:ext cx="8519201" cy="427503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065C62A-77E6-3464-3BD9-00B53F34C147}"/>
              </a:ext>
            </a:extLst>
          </p:cNvPr>
          <p:cNvSpPr/>
          <p:nvPr/>
        </p:nvSpPr>
        <p:spPr>
          <a:xfrm>
            <a:off x="6322741" y="1572321"/>
            <a:ext cx="1884557" cy="143850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AE72866-D744-E118-6DA8-C20E649A97BD}"/>
              </a:ext>
            </a:extLst>
          </p:cNvPr>
          <p:cNvSpPr/>
          <p:nvPr/>
        </p:nvSpPr>
        <p:spPr>
          <a:xfrm>
            <a:off x="2877016" y="1328539"/>
            <a:ext cx="6490010" cy="96861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7883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E3F1-FF7E-4DA9-4241-42ACC872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FB71419-0A31-EEFF-B7A0-B0AB4BEBD6F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EA8E72-D4A4-1A9C-83ED-ABEC68B878F2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ter estrutura mais enxuta, essa arquitetura exige menos parâmetros e consome menos memória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diversas tarefas, apresenta desempenho comparável ao de modelos mais complexos, com resultados bastante competitivos.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simplicidade favorece tempos de treinamento mais curtos, o que é útil em aplicações com recursos limitados.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superar alternativas mais robustas em cenários específicos, especialmente quando há necessidade de agilidade.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60973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B049F-B5DD-3781-9B3F-DE2AD760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7DE8837-6A74-4949-359D-3C13989B40B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Vantagem x Limitação x Indicação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0CDB31-7345-187D-4770-B08ADAFCBEB6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Apresenta estrutura simples, com bom desempenho e facilidade de aplicação em diversos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ter limitações em tarefas que exigem retenção prolongada de informações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especialmente útil em problemas com dados sequenciais de curta ou média duração.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uso é recomendado quando há necessidade de agilidade sem perda significativa de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4779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6C86-C718-0A99-C6A8-9B4CA188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685BD0-AED1-8DD4-4811-7317452ADCD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691050-EE79-AE76-C91A-3C35D796EC00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apresentada oferece uma solução eficiente para o processamento de dados sequenciais com menor complexidade.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portas internas regulam o fluxo de informações, permitindo aprendizado adaptativo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se destaca pela simplicidade, rapidez no treinamento e bom desempenho em diversas aplicações.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especialmente indicado para tarefas com sequências curtas ou médias, mantendo resultados </a:t>
            </a:r>
            <a:r>
              <a:rPr lang="pt-BR" sz="2800"/>
              <a:t>consistentes.</a:t>
            </a:r>
            <a:endParaRPr lang="pt-BR" sz="2800" dirty="0"/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012019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661D4B-1252-4F3C-8C4F-EDD1CDA6E9BE}"/>
</file>

<file path=customXml/itemProps2.xml><?xml version="1.0" encoding="utf-8"?>
<ds:datastoreItem xmlns:ds="http://schemas.openxmlformats.org/officeDocument/2006/customXml" ds:itemID="{49F61743-069E-41AA-A1D9-78E7E60F664B}"/>
</file>

<file path=customXml/itemProps3.xml><?xml version="1.0" encoding="utf-8"?>
<ds:datastoreItem xmlns:ds="http://schemas.openxmlformats.org/officeDocument/2006/customXml" ds:itemID="{A5877847-CA22-4C89-9541-72D938BBCC95}"/>
</file>

<file path=docProps/app.xml><?xml version="1.0" encoding="utf-8"?>
<Properties xmlns="http://schemas.openxmlformats.org/officeDocument/2006/extended-properties" xmlns:vt="http://schemas.openxmlformats.org/officeDocument/2006/docPropsVTypes">
  <TotalTime>11411</TotalTime>
  <Words>733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13</vt:i4>
      </vt:variant>
    </vt:vector>
  </HeadingPairs>
  <TitlesOfParts>
    <vt:vector size="26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106</cp:revision>
  <dcterms:created xsi:type="dcterms:W3CDTF">2020-01-14T17:16:45Z</dcterms:created>
  <dcterms:modified xsi:type="dcterms:W3CDTF">2025-12-09T21:20:24Z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