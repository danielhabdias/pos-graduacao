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7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22"/>
  </p:notesMasterIdLst>
  <p:handoutMasterIdLst>
    <p:handoutMasterId r:id="rId23"/>
  </p:handoutMasterIdLst>
  <p:sldIdLst>
    <p:sldId id="266" r:id="rId9"/>
    <p:sldId id="260" r:id="rId10"/>
    <p:sldId id="285" r:id="rId11"/>
    <p:sldId id="286" r:id="rId12"/>
    <p:sldId id="276" r:id="rId13"/>
    <p:sldId id="270" r:id="rId14"/>
    <p:sldId id="271" r:id="rId15"/>
    <p:sldId id="272" r:id="rId16"/>
    <p:sldId id="294" r:id="rId17"/>
    <p:sldId id="290" r:id="rId18"/>
    <p:sldId id="291" r:id="rId19"/>
    <p:sldId id="293" r:id="rId20"/>
    <p:sldId id="26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34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61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Portas da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às Portas da LSTM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portas funcionam como filtros que decidem o que manter ou esquecer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Informações relevantes são preservadas, enquanto dados menos úteis são descartados.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entrada de novos dados é controlada para atualizar a memória de forma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saída reflete o conteúdo armazenado, influenciando o próximo passo do modelo.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AD41-F71D-574C-9660-D786EFE6F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BF94B3-570C-A55E-8709-4BFE36B4F35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Visão Geral da Célula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549CD6-E931-D873-D643-965FF85C87F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estrutura interna é composta por três mecanismos que regulam o armazenamento e o uso das informações.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porta atua em momentos distintos, influenciando como os dados são processados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equilíbrio entre manter, atualizar e liberar informações é essencial para o desempenho da célula.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dinâmica permite que o modelo aprenda padrões temporais com mais precisão e estabilidade.</a:t>
            </a:r>
          </a:p>
        </p:txBody>
      </p:sp>
    </p:spTree>
    <p:extLst>
      <p:ext uri="{BB962C8B-B14F-4D97-AF65-F5344CB8AC3E}">
        <p14:creationId xmlns:p14="http://schemas.microsoft.com/office/powerpoint/2010/main" val="277180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254A-A907-E4FD-05E4-1DA53429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E37380-A83A-5017-7825-3FB57607D1C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Função das Portas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88D4FE-0AF6-7B4D-E822-35947C586DB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mecanismos internos decidem o que guardar, apagar ou usar em cada etapa do processamento.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regulação permite que o modelo foque nas informações mais relevantes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atuação coordenada das portas garante uma memória eficiente e adaptável.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isso, o sistema consegue lidar melhor com sequências complexas e variáveis.</a:t>
            </a:r>
          </a:p>
        </p:txBody>
      </p:sp>
    </p:spTree>
    <p:extLst>
      <p:ext uri="{BB962C8B-B14F-4D97-AF65-F5344CB8AC3E}">
        <p14:creationId xmlns:p14="http://schemas.microsoft.com/office/powerpoint/2010/main" val="147708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64DC-B9CD-9805-08E2-4EA45724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D65CC0-59BA-D04A-17F3-46A13239862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Funções de Ativação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5CCD66-9076-2A2C-D9A0-44FC275962C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Essa arquitetura utiliza funções matemáticas para regular o que será armazenado, esquecido ou transmitido.</a:t>
            </a:r>
          </a:p>
          <a:p>
            <a:pPr marL="342900" marR="0" lvl="0" indent="-34290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função </a:t>
            </a:r>
            <a:r>
              <a:rPr kumimoji="0" lang="pt-BR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atua como filtro, decidindo quais informações passam pelas portas.</a:t>
            </a:r>
          </a:p>
          <a:p>
            <a:pPr marL="342900" marR="0" lvl="0" indent="-34290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Já a </a:t>
            </a:r>
            <a:r>
              <a:rPr kumimoji="0" lang="pt-BR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transforma os dados, ajustando os valores que entram ou saem da célula.</a:t>
            </a:r>
          </a:p>
          <a:p>
            <a:pPr marL="342900" marR="0" lvl="0" indent="-34290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 essas funções, o modelo consegue controlar o fluxo de informações de forma precisa e eficiente.</a:t>
            </a:r>
          </a:p>
        </p:txBody>
      </p:sp>
    </p:spTree>
    <p:extLst>
      <p:ext uri="{BB962C8B-B14F-4D97-AF65-F5344CB8AC3E}">
        <p14:creationId xmlns:p14="http://schemas.microsoft.com/office/powerpoint/2010/main" val="392932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62E9-343F-8982-D4DC-93791E13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ECBA19-CAD6-AA03-4F5F-1A0F20060CE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Porta de Entrada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BD4828C-3544-1B7B-789D-32F1A703DB81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 </a:t>
                </a:r>
                <a:r>
                  <a:rPr lang="pt-BR" sz="2800" dirty="0">
                    <a:solidFill>
                      <a:prstClr val="black"/>
                    </a:solidFill>
                  </a:rPr>
                  <a:t>porta de entrada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define quais partes da entrada atual são relevantes para serem armazenadas na célula.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Utiliza função de ativação </a:t>
                </a:r>
                <a:r>
                  <a:rPr kumimoji="0" lang="pt-BR" sz="2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sigmoid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para filtrar os dados, permitindo que apenas informações úteis sejam mantidas.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Equação de atualização da porta de entrada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𝐈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𝐈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pt-BR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sigmoid</m:t>
                    </m:r>
                    <m:d>
                      <m:d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e>
                          <m:sub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  <m:r>
                              <a:rPr kumimoji="0" lang="pt-BR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e>
                          <m:sub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  <m:r>
                              <a:rPr kumimoji="0" lang="pt-BR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</m:e>
                          <m:sub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  <m:r>
                              <a:rPr kumimoji="0" lang="pt-BR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b>
                        </m:sSub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lang="pt-BR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pt-BR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são parâmetros</a:t>
                </a:r>
                <a:r>
                  <a:rPr lang="pt-BR" sz="28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Esse processo garante que o modelo aprenda de forma seletiva, focando no que realmente importa em cada etapa.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BD4828C-3544-1B7B-789D-32F1A703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r="-766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40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65AB-42C1-E2FA-2A39-E756327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D64A8F-4D64-249A-6CF0-D1466BC9658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Porta de Esquecimento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FDA4526-7C66-0F38-D121-1B663FECEAD0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 </a:t>
                </a:r>
                <a:r>
                  <a:rPr lang="pt-BR" sz="2800" dirty="0">
                    <a:solidFill>
                      <a:prstClr val="black"/>
                    </a:solidFill>
                  </a:rPr>
                  <a:t>porta de esquecimento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avalia o que já foi armazenado e decide o que não é mais relevante para o estado atual da célula.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Utiliza função de ativação </a:t>
                </a:r>
                <a:r>
                  <a:rPr kumimoji="0" lang="pt-BR" sz="2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sigmoid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para filtrar memórias, descartando o que não contribui para o aprendizado.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Equação de atualização da porta de esquecimento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𝐅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𝐅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pt-BR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sigmoid</m:t>
                    </m:r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são parâmetros</a:t>
                </a:r>
                <a:r>
                  <a:rPr lang="pt-BR" sz="28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 processo de esquecimento é essencial para evitar sobrecarga de informações e melhorar a capacidade de generalização.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FDA4526-7C66-0F38-D121-1B663FECE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50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CF1A-306D-FADB-14CD-EFAA582F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536C014-3C25-FCEC-4FD3-1E26B2EB0E1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Porta de Saída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AF98F82-E047-5F68-22FF-C231805B0AD5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 </a:t>
                </a:r>
                <a:r>
                  <a:rPr lang="pt-BR" sz="2800" dirty="0">
                    <a:solidFill>
                      <a:prstClr val="black"/>
                    </a:solidFill>
                  </a:rPr>
                  <a:t>porta de saída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𝐎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decide o que será transmitido da célula para os próximos passos do processamento.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Utiliza função de ativação </a:t>
                </a:r>
                <a:r>
                  <a:rPr kumimoji="0" lang="pt-BR" sz="2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sigmoid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para selecionar as informações mais relevantes do estado da célula (memória interna).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Equação de atualização da porta de saída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𝐎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𝐎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pt-BR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sigmoid</m:t>
                    </m:r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kumimoji="0" lang="pt-B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pt-B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são parâmetros</a:t>
                </a:r>
                <a:r>
                  <a:rPr lang="pt-BR" sz="28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ts val="34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Esse mecanismo garante que apenas dados úteis sejam propagados, mantendo a coerência da sequência.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AF98F82-E047-5F68-22FF-C231805B0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15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4632-8177-07E4-9C7E-4BC79880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BE9995-9445-5531-0EFA-9C3A1886176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Portas de Entrada, Esquecimento e Saída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0CD4D-9E10-4CD6-E2B7-9F4C32C96ECE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F6B09E6-3785-6043-605A-8D9411868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2683" y="1368464"/>
            <a:ext cx="7024221" cy="44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6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7DA3-D711-1D30-56EE-8FBC94CF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922CC37-C370-1FF3-7579-AD1F9F1FE2F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Interação entre Portas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97E1F9-36D1-DECC-D5D0-07408B8AC0D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mecanismos internos atuam em conjunto para preservar e ajustar a memória da célula.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atualização da célula depende das decisões tomadas pelas portas de entrada e esquecimento.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saída é construída com base no estado atual da célula e na ação da porta de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interação garante que o modelo aprenda e responda de forma dinâmica às sequências.</a:t>
            </a:r>
          </a:p>
        </p:txBody>
      </p:sp>
    </p:spTree>
    <p:extLst>
      <p:ext uri="{BB962C8B-B14F-4D97-AF65-F5344CB8AC3E}">
        <p14:creationId xmlns:p14="http://schemas.microsoft.com/office/powerpoint/2010/main" val="308739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1B59B-873D-E071-5678-D5F1BC94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86538C-DD83-A3EE-0E85-EBACDDE8BDF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Importância das Portas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DDCF5C-357D-0B1B-9E8D-C265D57C122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porta de esquecimento impede que dados desnecessários se acumulem na memória.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porta de entrada seleciona informações novas que devem ser integradas ao estado atual.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porta de saída escolhe o que será transmitido adiante, influenciando os próximos cálculos.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Juntas, essas ações mantêm a memória limpa, atualizada e relevante para cada etapa.</a:t>
            </a:r>
          </a:p>
        </p:txBody>
      </p:sp>
    </p:spTree>
    <p:extLst>
      <p:ext uri="{BB962C8B-B14F-4D97-AF65-F5344CB8AC3E}">
        <p14:creationId xmlns:p14="http://schemas.microsoft.com/office/powerpoint/2010/main" val="343021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FEFF-272C-3B0E-7D34-71653A84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68FF58-571B-BED6-6687-7828D69BBD0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AE3FE3-6E6B-E9C6-47EE-E6EE4CCED6E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mecanismos internos são essenciais para regular o que é armazenado, esquecido e transmitido.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porta contribui para manter a memória organizada e relevante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controle preciso das atualizações garante respostas mais coerentes e eficazes.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permite ao modelo lidar com sequências complexas de forma eficiente.</a:t>
            </a:r>
          </a:p>
        </p:txBody>
      </p:sp>
    </p:spTree>
    <p:extLst>
      <p:ext uri="{BB962C8B-B14F-4D97-AF65-F5344CB8AC3E}">
        <p14:creationId xmlns:p14="http://schemas.microsoft.com/office/powerpoint/2010/main" val="2171164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11C09C3-5909-4224-85B7-AD2DEB843441}"/>
</file>

<file path=customXml/itemProps2.xml><?xml version="1.0" encoding="utf-8"?>
<ds:datastoreItem xmlns:ds="http://schemas.openxmlformats.org/officeDocument/2006/customXml" ds:itemID="{3E5C3331-1317-446D-8F78-05466A136F7A}"/>
</file>

<file path=customXml/itemProps3.xml><?xml version="1.0" encoding="utf-8"?>
<ds:datastoreItem xmlns:ds="http://schemas.openxmlformats.org/officeDocument/2006/customXml" ds:itemID="{324E7470-C40B-40DE-9458-9ABA59E92E7D}"/>
</file>

<file path=docProps/app.xml><?xml version="1.0" encoding="utf-8"?>
<Properties xmlns="http://schemas.openxmlformats.org/officeDocument/2006/extended-properties" xmlns:vt="http://schemas.openxmlformats.org/officeDocument/2006/docPropsVTypes">
  <TotalTime>11370</TotalTime>
  <Words>765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13</vt:i4>
      </vt:variant>
    </vt:vector>
  </HeadingPairs>
  <TitlesOfParts>
    <vt:vector size="26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101</cp:revision>
  <dcterms:created xsi:type="dcterms:W3CDTF">2020-01-14T17:16:45Z</dcterms:created>
  <dcterms:modified xsi:type="dcterms:W3CDTF">2025-12-09T21:18:28Z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