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3.xml" ContentType="application/vnd.openxmlformats-officedocument.presentationml.notesSlide+xml"/>
  <Override PartName="/ppt/theme/theme9.xml" ContentType="application/vnd.openxmlformats-officedocument.theme+xml"/>
  <Override PartName="/ppt/theme/theme10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7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Masters/notesMaster1.xml" ContentType="application/vnd.openxmlformats-officedocument.presentationml.notesMaster+xml"/>
  <Override PartName="/ppt/theme/theme8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25"/>
  </p:notesMasterIdLst>
  <p:handoutMasterIdLst>
    <p:handoutMasterId r:id="rId26"/>
  </p:handoutMasterIdLst>
  <p:sldIdLst>
    <p:sldId id="266" r:id="rId9"/>
    <p:sldId id="260" r:id="rId10"/>
    <p:sldId id="295" r:id="rId11"/>
    <p:sldId id="285" r:id="rId12"/>
    <p:sldId id="296" r:id="rId13"/>
    <p:sldId id="286" r:id="rId14"/>
    <p:sldId id="287" r:id="rId15"/>
    <p:sldId id="288" r:id="rId16"/>
    <p:sldId id="298" r:id="rId17"/>
    <p:sldId id="299" r:id="rId18"/>
    <p:sldId id="290" r:id="rId19"/>
    <p:sldId id="291" r:id="rId20"/>
    <p:sldId id="292" r:id="rId21"/>
    <p:sldId id="293" r:id="rId22"/>
    <p:sldId id="294" r:id="rId23"/>
    <p:sldId id="261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049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10/12/2025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97A3D-AC07-440E-861A-1A04F9FB11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338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89D91-2551-8635-7279-354FFB2C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748D9D-F480-495A-23F4-3B522E0D0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FD8959-5C21-0A07-0E73-CE4002DE6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80B7B4-6266-E5BD-8579-0D46914A6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97A3D-AC07-440E-861A-1A04F9FB11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228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12EAB-0128-17D6-9E3A-E0B53929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D9D7398-A99A-C9BE-7E44-EFEDE8D07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4F144C6-C4B0-3374-FC6F-9EDE705E8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A6A29F-81A0-8F33-5C59-A6024D24A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97A3D-AC07-440E-861A-1A04F9FB11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170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00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56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7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0.png"/><Relationship Id="rId11" Type="http://schemas.openxmlformats.org/officeDocument/2006/relationships/image" Target="../media/image17.png"/><Relationship Id="rId5" Type="http://schemas.openxmlformats.org/officeDocument/2006/relationships/image" Target="../media/image90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8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29" Type="http://schemas.openxmlformats.org/officeDocument/2006/relationships/image" Target="../media/image6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24" Type="http://schemas.openxmlformats.org/officeDocument/2006/relationships/image" Target="../media/image62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28" Type="http://schemas.openxmlformats.org/officeDocument/2006/relationships/image" Target="../media/image66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Relationship Id="rId27" Type="http://schemas.openxmlformats.org/officeDocument/2006/relationships/image" Target="../media/image65.png"/><Relationship Id="rId30" Type="http://schemas.openxmlformats.org/officeDocument/2006/relationships/image" Target="../media/image6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Backpropagation</a:t>
            </a:r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 </a:t>
            </a:r>
            <a:r>
              <a:rPr lang="pt-BR" sz="6000" b="1" dirty="0" err="1">
                <a:solidFill>
                  <a:srgbClr val="4A6B9E"/>
                </a:solidFill>
                <a:latin typeface="Trebuchet MS" panose="020B0603020202020204" pitchFamily="34" charset="0"/>
              </a:rPr>
              <a:t>Through</a:t>
            </a:r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 Time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Backpropagation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Through</a:t>
            </a:r>
            <a:r>
              <a:rPr lang="pt-BR" sz="4500" b="1" dirty="0">
                <a:solidFill>
                  <a:schemeClr val="bg1"/>
                </a:solidFill>
              </a:rPr>
              <a:t> Time (BPTT)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Backpropagation</a:t>
            </a:r>
            <a:r>
              <a:rPr lang="pt-BR" sz="2800" dirty="0"/>
              <a:t> </a:t>
            </a:r>
            <a:r>
              <a:rPr lang="pt-BR" sz="2800" dirty="0" err="1"/>
              <a:t>Through</a:t>
            </a:r>
            <a:r>
              <a:rPr lang="pt-BR" sz="2800" dirty="0"/>
              <a:t> Time (BPTT) estende o </a:t>
            </a:r>
            <a:r>
              <a:rPr lang="pt-BR" sz="2800" dirty="0" err="1"/>
              <a:t>backpropagation</a:t>
            </a:r>
            <a:r>
              <a:rPr lang="pt-BR" sz="2800" dirty="0"/>
              <a:t> para lidar com sequências, ajustando os pesos com base no erro entre a saída prevista e a real.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meio do desdobramento da rede no tempo, o BPTT leva em conta a sequência de passo, capturando dependências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permite à rede aprender padrões complexos em dados sequenciais, como texto ou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Para reduzir o custo computacional e evitar instabilidades, o BPTT pode ser truncado, limitando os passos retropropagados.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4632-8177-07E4-9C7E-4BC79880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BBE9995-9445-5531-0EFA-9C3A1886176F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Desdobramento de RNN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60CD4D-9E10-4CD6-E2B7-9F4C32C96ECE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 pelo autor.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upo 40">
            <a:extLst>
              <a:ext uri="{FF2B5EF4-FFF2-40B4-BE49-F238E27FC236}">
                <a16:creationId xmlns:a16="http://schemas.microsoft.com/office/drawing/2014/main" id="{E511131F-A744-088E-746C-85E541028FCB}"/>
              </a:ext>
            </a:extLst>
          </p:cNvPr>
          <p:cNvGrpSpPr/>
          <p:nvPr/>
        </p:nvGrpSpPr>
        <p:grpSpPr>
          <a:xfrm>
            <a:off x="1531314" y="1144916"/>
            <a:ext cx="4690752" cy="2031843"/>
            <a:chOff x="2979559" y="4820250"/>
            <a:chExt cx="4690752" cy="2031843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AE8E3ED6-075E-5437-536B-9AD9DFFC9BDF}"/>
                </a:ext>
              </a:extLst>
            </p:cNvPr>
            <p:cNvSpPr/>
            <p:nvPr/>
          </p:nvSpPr>
          <p:spPr>
            <a:xfrm>
              <a:off x="4937864" y="5101424"/>
              <a:ext cx="830991" cy="80859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Arrow Connector 11">
              <a:extLst>
                <a:ext uri="{FF2B5EF4-FFF2-40B4-BE49-F238E27FC236}">
                  <a16:creationId xmlns:a16="http://schemas.microsoft.com/office/drawing/2014/main" id="{728BD073-284F-692E-23AE-41EC350FAA7A}"/>
                </a:ext>
              </a:extLst>
            </p:cNvPr>
            <p:cNvCxnSpPr/>
            <p:nvPr/>
          </p:nvCxnSpPr>
          <p:spPr>
            <a:xfrm>
              <a:off x="2979559" y="5374292"/>
              <a:ext cx="195830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19">
              <a:extLst>
                <a:ext uri="{FF2B5EF4-FFF2-40B4-BE49-F238E27FC236}">
                  <a16:creationId xmlns:a16="http://schemas.microsoft.com/office/drawing/2014/main" id="{BD949D49-4B33-76A0-D9EB-79C41CF9E66A}"/>
                </a:ext>
              </a:extLst>
            </p:cNvPr>
            <p:cNvCxnSpPr/>
            <p:nvPr/>
          </p:nvCxnSpPr>
          <p:spPr>
            <a:xfrm>
              <a:off x="5775635" y="5364624"/>
              <a:ext cx="1894676" cy="966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CA16559B-18BA-E405-7A19-B0EEACB9FB89}"/>
                </a:ext>
              </a:extLst>
            </p:cNvPr>
            <p:cNvSpPr/>
            <p:nvPr/>
          </p:nvSpPr>
          <p:spPr>
            <a:xfrm>
              <a:off x="4530605" y="5697931"/>
              <a:ext cx="1587022" cy="754052"/>
            </a:xfrm>
            <a:custGeom>
              <a:avLst/>
              <a:gdLst>
                <a:gd name="connsiteX0" fmla="*/ 1369873 w 1756698"/>
                <a:gd name="connsiteY0" fmla="*/ 0 h 696949"/>
                <a:gd name="connsiteX1" fmla="*/ 1690507 w 1756698"/>
                <a:gd name="connsiteY1" fmla="*/ 261257 h 696949"/>
                <a:gd name="connsiteX2" fmla="*/ 1738008 w 1756698"/>
                <a:gd name="connsiteY2" fmla="*/ 534390 h 696949"/>
                <a:gd name="connsiteX3" fmla="*/ 1678631 w 1756698"/>
                <a:gd name="connsiteY3" fmla="*/ 641268 h 696949"/>
                <a:gd name="connsiteX4" fmla="*/ 954236 w 1756698"/>
                <a:gd name="connsiteY4" fmla="*/ 688769 h 696949"/>
                <a:gd name="connsiteX5" fmla="*/ 111088 w 1756698"/>
                <a:gd name="connsiteY5" fmla="*/ 475013 h 696949"/>
                <a:gd name="connsiteX6" fmla="*/ 51712 w 1756698"/>
                <a:gd name="connsiteY6" fmla="*/ 154380 h 696949"/>
                <a:gd name="connsiteX7" fmla="*/ 502974 w 1756698"/>
                <a:gd name="connsiteY7" fmla="*/ 0 h 696949"/>
                <a:gd name="connsiteX0" fmla="*/ 1356298 w 1760924"/>
                <a:gd name="connsiteY0" fmla="*/ 0 h 676237"/>
                <a:gd name="connsiteX1" fmla="*/ 1676932 w 1760924"/>
                <a:gd name="connsiteY1" fmla="*/ 261257 h 676237"/>
                <a:gd name="connsiteX2" fmla="*/ 1724433 w 1760924"/>
                <a:gd name="connsiteY2" fmla="*/ 534390 h 676237"/>
                <a:gd name="connsiteX3" fmla="*/ 1665056 w 1760924"/>
                <a:gd name="connsiteY3" fmla="*/ 641268 h 676237"/>
                <a:gd name="connsiteX4" fmla="*/ 679404 w 1760924"/>
                <a:gd name="connsiteY4" fmla="*/ 665019 h 676237"/>
                <a:gd name="connsiteX5" fmla="*/ 97513 w 1760924"/>
                <a:gd name="connsiteY5" fmla="*/ 475013 h 676237"/>
                <a:gd name="connsiteX6" fmla="*/ 38137 w 1760924"/>
                <a:gd name="connsiteY6" fmla="*/ 154380 h 676237"/>
                <a:gd name="connsiteX7" fmla="*/ 489399 w 1760924"/>
                <a:gd name="connsiteY7" fmla="*/ 0 h 676237"/>
                <a:gd name="connsiteX0" fmla="*/ 1356298 w 1750387"/>
                <a:gd name="connsiteY0" fmla="*/ 0 h 700248"/>
                <a:gd name="connsiteX1" fmla="*/ 1676932 w 1750387"/>
                <a:gd name="connsiteY1" fmla="*/ 261257 h 700248"/>
                <a:gd name="connsiteX2" fmla="*/ 1724433 w 1750387"/>
                <a:gd name="connsiteY2" fmla="*/ 534390 h 700248"/>
                <a:gd name="connsiteX3" fmla="*/ 1344422 w 1750387"/>
                <a:gd name="connsiteY3" fmla="*/ 688769 h 700248"/>
                <a:gd name="connsiteX4" fmla="*/ 679404 w 1750387"/>
                <a:gd name="connsiteY4" fmla="*/ 665019 h 700248"/>
                <a:gd name="connsiteX5" fmla="*/ 97513 w 1750387"/>
                <a:gd name="connsiteY5" fmla="*/ 475013 h 700248"/>
                <a:gd name="connsiteX6" fmla="*/ 38137 w 1750387"/>
                <a:gd name="connsiteY6" fmla="*/ 154380 h 700248"/>
                <a:gd name="connsiteX7" fmla="*/ 489399 w 1750387"/>
                <a:gd name="connsiteY7" fmla="*/ 0 h 700248"/>
                <a:gd name="connsiteX0" fmla="*/ 1356298 w 1741009"/>
                <a:gd name="connsiteY0" fmla="*/ 0 h 700248"/>
                <a:gd name="connsiteX1" fmla="*/ 1641306 w 1741009"/>
                <a:gd name="connsiteY1" fmla="*/ 201881 h 700248"/>
                <a:gd name="connsiteX2" fmla="*/ 1724433 w 1741009"/>
                <a:gd name="connsiteY2" fmla="*/ 534390 h 700248"/>
                <a:gd name="connsiteX3" fmla="*/ 1344422 w 1741009"/>
                <a:gd name="connsiteY3" fmla="*/ 688769 h 700248"/>
                <a:gd name="connsiteX4" fmla="*/ 679404 w 1741009"/>
                <a:gd name="connsiteY4" fmla="*/ 665019 h 700248"/>
                <a:gd name="connsiteX5" fmla="*/ 97513 w 1741009"/>
                <a:gd name="connsiteY5" fmla="*/ 475013 h 700248"/>
                <a:gd name="connsiteX6" fmla="*/ 38137 w 1741009"/>
                <a:gd name="connsiteY6" fmla="*/ 154380 h 700248"/>
                <a:gd name="connsiteX7" fmla="*/ 489399 w 1741009"/>
                <a:gd name="connsiteY7" fmla="*/ 0 h 700248"/>
                <a:gd name="connsiteX0" fmla="*/ 1356298 w 1741009"/>
                <a:gd name="connsiteY0" fmla="*/ 0 h 700248"/>
                <a:gd name="connsiteX1" fmla="*/ 1641306 w 1741009"/>
                <a:gd name="connsiteY1" fmla="*/ 201881 h 700248"/>
                <a:gd name="connsiteX2" fmla="*/ 1724433 w 1741009"/>
                <a:gd name="connsiteY2" fmla="*/ 534390 h 700248"/>
                <a:gd name="connsiteX3" fmla="*/ 1344422 w 1741009"/>
                <a:gd name="connsiteY3" fmla="*/ 688769 h 700248"/>
                <a:gd name="connsiteX4" fmla="*/ 679404 w 1741009"/>
                <a:gd name="connsiteY4" fmla="*/ 665019 h 700248"/>
                <a:gd name="connsiteX5" fmla="*/ 97513 w 1741009"/>
                <a:gd name="connsiteY5" fmla="*/ 475013 h 700248"/>
                <a:gd name="connsiteX6" fmla="*/ 38137 w 1741009"/>
                <a:gd name="connsiteY6" fmla="*/ 154380 h 700248"/>
                <a:gd name="connsiteX7" fmla="*/ 489399 w 1741009"/>
                <a:gd name="connsiteY7" fmla="*/ 0 h 700248"/>
                <a:gd name="connsiteX0" fmla="*/ 1356298 w 1692903"/>
                <a:gd name="connsiteY0" fmla="*/ 0 h 698496"/>
                <a:gd name="connsiteX1" fmla="*/ 1641306 w 1692903"/>
                <a:gd name="connsiteY1" fmla="*/ 201881 h 698496"/>
                <a:gd name="connsiteX2" fmla="*/ 1665057 w 1692903"/>
                <a:gd name="connsiteY2" fmla="*/ 558141 h 698496"/>
                <a:gd name="connsiteX3" fmla="*/ 1344422 w 1692903"/>
                <a:gd name="connsiteY3" fmla="*/ 688769 h 698496"/>
                <a:gd name="connsiteX4" fmla="*/ 679404 w 1692903"/>
                <a:gd name="connsiteY4" fmla="*/ 665019 h 698496"/>
                <a:gd name="connsiteX5" fmla="*/ 97513 w 1692903"/>
                <a:gd name="connsiteY5" fmla="*/ 475013 h 698496"/>
                <a:gd name="connsiteX6" fmla="*/ 38137 w 1692903"/>
                <a:gd name="connsiteY6" fmla="*/ 154380 h 698496"/>
                <a:gd name="connsiteX7" fmla="*/ 489399 w 1692903"/>
                <a:gd name="connsiteY7" fmla="*/ 0 h 698496"/>
                <a:gd name="connsiteX0" fmla="*/ 1356298 w 1671379"/>
                <a:gd name="connsiteY0" fmla="*/ 0 h 699372"/>
                <a:gd name="connsiteX1" fmla="*/ 1641306 w 1671379"/>
                <a:gd name="connsiteY1" fmla="*/ 201881 h 699372"/>
                <a:gd name="connsiteX2" fmla="*/ 1629431 w 1671379"/>
                <a:gd name="connsiteY2" fmla="*/ 546266 h 699372"/>
                <a:gd name="connsiteX3" fmla="*/ 1344422 w 1671379"/>
                <a:gd name="connsiteY3" fmla="*/ 688769 h 699372"/>
                <a:gd name="connsiteX4" fmla="*/ 679404 w 1671379"/>
                <a:gd name="connsiteY4" fmla="*/ 665019 h 699372"/>
                <a:gd name="connsiteX5" fmla="*/ 97513 w 1671379"/>
                <a:gd name="connsiteY5" fmla="*/ 475013 h 699372"/>
                <a:gd name="connsiteX6" fmla="*/ 38137 w 1671379"/>
                <a:gd name="connsiteY6" fmla="*/ 154380 h 699372"/>
                <a:gd name="connsiteX7" fmla="*/ 489399 w 1671379"/>
                <a:gd name="connsiteY7" fmla="*/ 0 h 699372"/>
                <a:gd name="connsiteX0" fmla="*/ 1356298 w 1678416"/>
                <a:gd name="connsiteY0" fmla="*/ 0 h 691169"/>
                <a:gd name="connsiteX1" fmla="*/ 1641306 w 1678416"/>
                <a:gd name="connsiteY1" fmla="*/ 201881 h 691169"/>
                <a:gd name="connsiteX2" fmla="*/ 1629431 w 1678416"/>
                <a:gd name="connsiteY2" fmla="*/ 546266 h 691169"/>
                <a:gd name="connsiteX3" fmla="*/ 1225669 w 1678416"/>
                <a:gd name="connsiteY3" fmla="*/ 676893 h 691169"/>
                <a:gd name="connsiteX4" fmla="*/ 679404 w 1678416"/>
                <a:gd name="connsiteY4" fmla="*/ 665019 h 691169"/>
                <a:gd name="connsiteX5" fmla="*/ 97513 w 1678416"/>
                <a:gd name="connsiteY5" fmla="*/ 475013 h 691169"/>
                <a:gd name="connsiteX6" fmla="*/ 38137 w 1678416"/>
                <a:gd name="connsiteY6" fmla="*/ 154380 h 691169"/>
                <a:gd name="connsiteX7" fmla="*/ 489399 w 1678416"/>
                <a:gd name="connsiteY7" fmla="*/ 0 h 691169"/>
                <a:gd name="connsiteX0" fmla="*/ 1309444 w 1631562"/>
                <a:gd name="connsiteY0" fmla="*/ 0 h 691169"/>
                <a:gd name="connsiteX1" fmla="*/ 1594452 w 1631562"/>
                <a:gd name="connsiteY1" fmla="*/ 201881 h 691169"/>
                <a:gd name="connsiteX2" fmla="*/ 1582577 w 1631562"/>
                <a:gd name="connsiteY2" fmla="*/ 546266 h 691169"/>
                <a:gd name="connsiteX3" fmla="*/ 1178815 w 1631562"/>
                <a:gd name="connsiteY3" fmla="*/ 676893 h 691169"/>
                <a:gd name="connsiteX4" fmla="*/ 632550 w 1631562"/>
                <a:gd name="connsiteY4" fmla="*/ 665019 h 691169"/>
                <a:gd name="connsiteX5" fmla="*/ 50659 w 1631562"/>
                <a:gd name="connsiteY5" fmla="*/ 475013 h 691169"/>
                <a:gd name="connsiteX6" fmla="*/ 74411 w 1631562"/>
                <a:gd name="connsiteY6" fmla="*/ 166255 h 691169"/>
                <a:gd name="connsiteX7" fmla="*/ 442545 w 1631562"/>
                <a:gd name="connsiteY7" fmla="*/ 0 h 691169"/>
                <a:gd name="connsiteX0" fmla="*/ 1279654 w 1601772"/>
                <a:gd name="connsiteY0" fmla="*/ 0 h 689263"/>
                <a:gd name="connsiteX1" fmla="*/ 1564662 w 1601772"/>
                <a:gd name="connsiteY1" fmla="*/ 201881 h 689263"/>
                <a:gd name="connsiteX2" fmla="*/ 1552787 w 1601772"/>
                <a:gd name="connsiteY2" fmla="*/ 546266 h 689263"/>
                <a:gd name="connsiteX3" fmla="*/ 1149025 w 1601772"/>
                <a:gd name="connsiteY3" fmla="*/ 676893 h 689263"/>
                <a:gd name="connsiteX4" fmla="*/ 602760 w 1601772"/>
                <a:gd name="connsiteY4" fmla="*/ 665019 h 689263"/>
                <a:gd name="connsiteX5" fmla="*/ 68371 w 1601772"/>
                <a:gd name="connsiteY5" fmla="*/ 510639 h 689263"/>
                <a:gd name="connsiteX6" fmla="*/ 44621 w 1601772"/>
                <a:gd name="connsiteY6" fmla="*/ 166255 h 689263"/>
                <a:gd name="connsiteX7" fmla="*/ 412755 w 1601772"/>
                <a:gd name="connsiteY7" fmla="*/ 0 h 689263"/>
                <a:gd name="connsiteX0" fmla="*/ 1263407 w 1585525"/>
                <a:gd name="connsiteY0" fmla="*/ 0 h 687574"/>
                <a:gd name="connsiteX1" fmla="*/ 1548415 w 1585525"/>
                <a:gd name="connsiteY1" fmla="*/ 201881 h 687574"/>
                <a:gd name="connsiteX2" fmla="*/ 1536540 w 1585525"/>
                <a:gd name="connsiteY2" fmla="*/ 546266 h 687574"/>
                <a:gd name="connsiteX3" fmla="*/ 1132778 w 1585525"/>
                <a:gd name="connsiteY3" fmla="*/ 676893 h 687574"/>
                <a:gd name="connsiteX4" fmla="*/ 586513 w 1585525"/>
                <a:gd name="connsiteY4" fmla="*/ 665019 h 687574"/>
                <a:gd name="connsiteX5" fmla="*/ 87750 w 1585525"/>
                <a:gd name="connsiteY5" fmla="*/ 546265 h 687574"/>
                <a:gd name="connsiteX6" fmla="*/ 28374 w 1585525"/>
                <a:gd name="connsiteY6" fmla="*/ 166255 h 687574"/>
                <a:gd name="connsiteX7" fmla="*/ 396508 w 1585525"/>
                <a:gd name="connsiteY7" fmla="*/ 0 h 687574"/>
                <a:gd name="connsiteX0" fmla="*/ 1263407 w 1585525"/>
                <a:gd name="connsiteY0" fmla="*/ 0 h 730665"/>
                <a:gd name="connsiteX1" fmla="*/ 1548415 w 1585525"/>
                <a:gd name="connsiteY1" fmla="*/ 201881 h 730665"/>
                <a:gd name="connsiteX2" fmla="*/ 1536540 w 1585525"/>
                <a:gd name="connsiteY2" fmla="*/ 546266 h 730665"/>
                <a:gd name="connsiteX3" fmla="*/ 1132778 w 1585525"/>
                <a:gd name="connsiteY3" fmla="*/ 676893 h 730665"/>
                <a:gd name="connsiteX4" fmla="*/ 586513 w 1585525"/>
                <a:gd name="connsiteY4" fmla="*/ 724395 h 730665"/>
                <a:gd name="connsiteX5" fmla="*/ 87750 w 1585525"/>
                <a:gd name="connsiteY5" fmla="*/ 546265 h 730665"/>
                <a:gd name="connsiteX6" fmla="*/ 28374 w 1585525"/>
                <a:gd name="connsiteY6" fmla="*/ 166255 h 730665"/>
                <a:gd name="connsiteX7" fmla="*/ 396508 w 1585525"/>
                <a:gd name="connsiteY7" fmla="*/ 0 h 730665"/>
                <a:gd name="connsiteX0" fmla="*/ 1263407 w 1587022"/>
                <a:gd name="connsiteY0" fmla="*/ 0 h 754052"/>
                <a:gd name="connsiteX1" fmla="*/ 1548415 w 1587022"/>
                <a:gd name="connsiteY1" fmla="*/ 201881 h 754052"/>
                <a:gd name="connsiteX2" fmla="*/ 1536540 w 1587022"/>
                <a:gd name="connsiteY2" fmla="*/ 546266 h 754052"/>
                <a:gd name="connsiteX3" fmla="*/ 1109027 w 1587022"/>
                <a:gd name="connsiteY3" fmla="*/ 736269 h 754052"/>
                <a:gd name="connsiteX4" fmla="*/ 586513 w 1587022"/>
                <a:gd name="connsiteY4" fmla="*/ 724395 h 754052"/>
                <a:gd name="connsiteX5" fmla="*/ 87750 w 1587022"/>
                <a:gd name="connsiteY5" fmla="*/ 546265 h 754052"/>
                <a:gd name="connsiteX6" fmla="*/ 28374 w 1587022"/>
                <a:gd name="connsiteY6" fmla="*/ 166255 h 754052"/>
                <a:gd name="connsiteX7" fmla="*/ 396508 w 1587022"/>
                <a:gd name="connsiteY7" fmla="*/ 0 h 75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87022" h="754052">
                  <a:moveTo>
                    <a:pt x="1263407" y="0"/>
                  </a:moveTo>
                  <a:cubicBezTo>
                    <a:pt x="1452422" y="74221"/>
                    <a:pt x="1502893" y="110837"/>
                    <a:pt x="1548415" y="201881"/>
                  </a:cubicBezTo>
                  <a:cubicBezTo>
                    <a:pt x="1593937" y="292925"/>
                    <a:pt x="1609771" y="457201"/>
                    <a:pt x="1536540" y="546266"/>
                  </a:cubicBezTo>
                  <a:cubicBezTo>
                    <a:pt x="1463309" y="635331"/>
                    <a:pt x="1267365" y="706581"/>
                    <a:pt x="1109027" y="736269"/>
                  </a:cubicBezTo>
                  <a:cubicBezTo>
                    <a:pt x="950689" y="765957"/>
                    <a:pt x="756726" y="756062"/>
                    <a:pt x="586513" y="724395"/>
                  </a:cubicBezTo>
                  <a:cubicBezTo>
                    <a:pt x="416300" y="692728"/>
                    <a:pt x="180773" y="639288"/>
                    <a:pt x="87750" y="546265"/>
                  </a:cubicBezTo>
                  <a:cubicBezTo>
                    <a:pt x="-5273" y="453242"/>
                    <a:pt x="-23086" y="257299"/>
                    <a:pt x="28374" y="166255"/>
                  </a:cubicBezTo>
                  <a:cubicBezTo>
                    <a:pt x="79834" y="75211"/>
                    <a:pt x="396508" y="0"/>
                    <a:pt x="396508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14">
                  <a:extLst>
                    <a:ext uri="{FF2B5EF4-FFF2-40B4-BE49-F238E27FC236}">
                      <a16:creationId xmlns:a16="http://schemas.microsoft.com/office/drawing/2014/main" id="{75A64EAC-5CD5-037D-F225-42A4AD4F35CB}"/>
                    </a:ext>
                  </a:extLst>
                </p:cNvPr>
                <p:cNvSpPr/>
                <p:nvPr/>
              </p:nvSpPr>
              <p:spPr>
                <a:xfrm>
                  <a:off x="4135474" y="4820250"/>
                  <a:ext cx="60862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46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5474" y="4820250"/>
                  <a:ext cx="608628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20">
                  <a:extLst>
                    <a:ext uri="{FF2B5EF4-FFF2-40B4-BE49-F238E27FC236}">
                      <a16:creationId xmlns:a16="http://schemas.microsoft.com/office/drawing/2014/main" id="{32DABB71-C388-5A7A-C005-D7839F57A025}"/>
                    </a:ext>
                  </a:extLst>
                </p:cNvPr>
                <p:cNvSpPr/>
                <p:nvPr/>
              </p:nvSpPr>
              <p:spPr>
                <a:xfrm>
                  <a:off x="5885160" y="4820250"/>
                  <a:ext cx="61087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8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47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5160" y="4820250"/>
                  <a:ext cx="610873" cy="52322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21">
                  <a:extLst>
                    <a:ext uri="{FF2B5EF4-FFF2-40B4-BE49-F238E27FC236}">
                      <a16:creationId xmlns:a16="http://schemas.microsoft.com/office/drawing/2014/main" id="{C8410F09-7F70-BCB4-F628-6D0EF6CD1A83}"/>
                    </a:ext>
                  </a:extLst>
                </p:cNvPr>
                <p:cNvSpPr/>
                <p:nvPr/>
              </p:nvSpPr>
              <p:spPr>
                <a:xfrm>
                  <a:off x="6190595" y="5697931"/>
                  <a:ext cx="62017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pt-BR" sz="28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48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595" y="5697931"/>
                  <a:ext cx="620170" cy="52322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22">
                  <a:extLst>
                    <a:ext uri="{FF2B5EF4-FFF2-40B4-BE49-F238E27FC236}">
                      <a16:creationId xmlns:a16="http://schemas.microsoft.com/office/drawing/2014/main" id="{836E6430-E85F-61CE-8E0B-C766E0EFBF9B}"/>
                    </a:ext>
                  </a:extLst>
                </p:cNvPr>
                <p:cNvSpPr/>
                <p:nvPr/>
              </p:nvSpPr>
              <p:spPr>
                <a:xfrm>
                  <a:off x="3511008" y="5697931"/>
                  <a:ext cx="96321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pt-BR" sz="2800" i="1">
                                <a:latin typeface="Cambria Math"/>
                              </a:rPr>
                              <m:t>𝑡</m:t>
                            </m:r>
                            <m:r>
                              <a:rPr lang="pt-BR" sz="2800" i="1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49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1008" y="5697931"/>
                  <a:ext cx="963212" cy="52322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8547EE45-61B5-E4ED-E257-F759B4D133A4}"/>
                </a:ext>
              </a:extLst>
            </p:cNvPr>
            <p:cNvSpPr txBox="1"/>
            <p:nvPr/>
          </p:nvSpPr>
          <p:spPr>
            <a:xfrm>
              <a:off x="4135474" y="6451983"/>
              <a:ext cx="24625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/>
                <a:t>Atraso de um passo</a:t>
              </a:r>
            </a:p>
          </p:txBody>
        </p:sp>
      </p:grpSp>
      <p:sp>
        <p:nvSpPr>
          <p:cNvPr id="15" name="Rectangle 16">
            <a:extLst>
              <a:ext uri="{FF2B5EF4-FFF2-40B4-BE49-F238E27FC236}">
                <a16:creationId xmlns:a16="http://schemas.microsoft.com/office/drawing/2014/main" id="{6AE28CCA-6701-B5B1-D2B6-CE0A4F9170E9}"/>
              </a:ext>
            </a:extLst>
          </p:cNvPr>
          <p:cNvSpPr/>
          <p:nvPr/>
        </p:nvSpPr>
        <p:spPr>
          <a:xfrm>
            <a:off x="8467323" y="1427593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7">
            <a:extLst>
              <a:ext uri="{FF2B5EF4-FFF2-40B4-BE49-F238E27FC236}">
                <a16:creationId xmlns:a16="http://schemas.microsoft.com/office/drawing/2014/main" id="{D735891C-11E9-ECAA-8394-3D1DB523617E}"/>
              </a:ext>
            </a:extLst>
          </p:cNvPr>
          <p:cNvCxnSpPr/>
          <p:nvPr/>
        </p:nvCxnSpPr>
        <p:spPr>
          <a:xfrm>
            <a:off x="7201148" y="1951634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8">
            <a:extLst>
              <a:ext uri="{FF2B5EF4-FFF2-40B4-BE49-F238E27FC236}">
                <a16:creationId xmlns:a16="http://schemas.microsoft.com/office/drawing/2014/main" id="{34135282-DF77-0578-25D8-42F92612B780}"/>
              </a:ext>
            </a:extLst>
          </p:cNvPr>
          <p:cNvCxnSpPr/>
          <p:nvPr/>
        </p:nvCxnSpPr>
        <p:spPr>
          <a:xfrm>
            <a:off x="9305094" y="1690792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24">
                <a:extLst>
                  <a:ext uri="{FF2B5EF4-FFF2-40B4-BE49-F238E27FC236}">
                    <a16:creationId xmlns:a16="http://schemas.microsoft.com/office/drawing/2014/main" id="{637352D2-C47E-A922-0305-27C679AB0751}"/>
                  </a:ext>
                </a:extLst>
              </p:cNvPr>
              <p:cNvSpPr/>
              <p:nvPr/>
            </p:nvSpPr>
            <p:spPr>
              <a:xfrm>
                <a:off x="7374182" y="1396089"/>
                <a:ext cx="5727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24">
                <a:extLst>
                  <a:ext uri="{FF2B5EF4-FFF2-40B4-BE49-F238E27FC236}">
                    <a16:creationId xmlns:a16="http://schemas.microsoft.com/office/drawing/2014/main" id="{637352D2-C47E-A922-0305-27C679AB0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82" y="1396089"/>
                <a:ext cx="57272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26">
                <a:extLst>
                  <a:ext uri="{FF2B5EF4-FFF2-40B4-BE49-F238E27FC236}">
                    <a16:creationId xmlns:a16="http://schemas.microsoft.com/office/drawing/2014/main" id="{DEB973AF-A6BA-924F-655D-D29478E96A5E}"/>
                  </a:ext>
                </a:extLst>
              </p:cNvPr>
              <p:cNvSpPr/>
              <p:nvPr/>
            </p:nvSpPr>
            <p:spPr>
              <a:xfrm>
                <a:off x="9577684" y="1144916"/>
                <a:ext cx="574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26">
                <a:extLst>
                  <a:ext uri="{FF2B5EF4-FFF2-40B4-BE49-F238E27FC236}">
                    <a16:creationId xmlns:a16="http://schemas.microsoft.com/office/drawing/2014/main" id="{DEB973AF-A6BA-924F-655D-D29478E96A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684" y="1144916"/>
                <a:ext cx="574452" cy="461665"/>
              </a:xfrm>
              <a:prstGeom prst="rect">
                <a:avLst/>
              </a:prstGeom>
              <a:blipFill>
                <a:blip r:embed="rId8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spaço Reservado para Conteúdo 8">
            <a:extLst>
              <a:ext uri="{FF2B5EF4-FFF2-40B4-BE49-F238E27FC236}">
                <a16:creationId xmlns:a16="http://schemas.microsoft.com/office/drawing/2014/main" id="{4101377D-56B0-111D-9487-8020FA5193CF}"/>
              </a:ext>
            </a:extLst>
          </p:cNvPr>
          <p:cNvSpPr txBox="1">
            <a:spLocks/>
          </p:cNvSpPr>
          <p:nvPr/>
        </p:nvSpPr>
        <p:spPr>
          <a:xfrm>
            <a:off x="1340064" y="1040972"/>
            <a:ext cx="5952786" cy="530262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000" dirty="0">
                <a:solidFill>
                  <a:srgbClr val="00B050"/>
                </a:solidFill>
              </a:rPr>
              <a:t>Assim se produz um grafo acíclico direcionado</a:t>
            </a:r>
            <a:br>
              <a:rPr lang="pt-BR" sz="2000" dirty="0">
                <a:solidFill>
                  <a:srgbClr val="00B050"/>
                </a:solidFill>
              </a:rPr>
            </a:br>
            <a:r>
              <a:rPr lang="pt-BR" sz="2000" dirty="0">
                <a:solidFill>
                  <a:srgbClr val="00B050"/>
                </a:solidFill>
              </a:rPr>
              <a:t>que dá suporte à propagação retrógrada.</a:t>
            </a:r>
          </a:p>
          <a:p>
            <a:endParaRPr lang="pt-BR" sz="2000" dirty="0"/>
          </a:p>
          <a:p>
            <a:r>
              <a:rPr lang="pt-BR" sz="2000" dirty="0">
                <a:solidFill>
                  <a:srgbClr val="FF0000"/>
                </a:solidFill>
              </a:rPr>
              <a:t>Porém, seu tamanho dependerá do comprimento</a:t>
            </a:r>
            <a:br>
              <a:rPr lang="pt-BR" sz="2000" dirty="0">
                <a:solidFill>
                  <a:srgbClr val="FF0000"/>
                </a:solidFill>
              </a:rPr>
            </a:br>
            <a:r>
              <a:rPr lang="pt-BR" sz="2000" dirty="0">
                <a:solidFill>
                  <a:srgbClr val="FF0000"/>
                </a:solidFill>
              </a:rPr>
              <a:t>da sequência de entrada.</a:t>
            </a:r>
          </a:p>
          <a:p>
            <a:endParaRPr lang="pt-B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F07C3BBD-D6C7-5F4B-9FF7-BFDBC9F58111}"/>
                  </a:ext>
                </a:extLst>
              </p:cNvPr>
              <p:cNvSpPr/>
              <p:nvPr/>
            </p:nvSpPr>
            <p:spPr>
              <a:xfrm>
                <a:off x="9577684" y="1886795"/>
                <a:ext cx="58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Rectangle 27">
                <a:extLst>
                  <a:ext uri="{FF2B5EF4-FFF2-40B4-BE49-F238E27FC236}">
                    <a16:creationId xmlns:a16="http://schemas.microsoft.com/office/drawing/2014/main" id="{F07C3BBD-D6C7-5F4B-9FF7-BFDBC9F58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684" y="1886795"/>
                <a:ext cx="583750" cy="461665"/>
              </a:xfrm>
              <a:prstGeom prst="rect">
                <a:avLst/>
              </a:prstGeom>
              <a:blipFill>
                <a:blip r:embed="rId9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30">
            <a:extLst>
              <a:ext uri="{FF2B5EF4-FFF2-40B4-BE49-F238E27FC236}">
                <a16:creationId xmlns:a16="http://schemas.microsoft.com/office/drawing/2014/main" id="{D86813FB-0D22-A9CE-180D-4683062ADE25}"/>
              </a:ext>
            </a:extLst>
          </p:cNvPr>
          <p:cNvSpPr/>
          <p:nvPr/>
        </p:nvSpPr>
        <p:spPr>
          <a:xfrm>
            <a:off x="8489156" y="2835020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31">
            <a:extLst>
              <a:ext uri="{FF2B5EF4-FFF2-40B4-BE49-F238E27FC236}">
                <a16:creationId xmlns:a16="http://schemas.microsoft.com/office/drawing/2014/main" id="{4DEDCC08-2089-006C-FAD6-E3003D4A2A21}"/>
              </a:ext>
            </a:extLst>
          </p:cNvPr>
          <p:cNvCxnSpPr/>
          <p:nvPr/>
        </p:nvCxnSpPr>
        <p:spPr>
          <a:xfrm>
            <a:off x="7222981" y="3359061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32">
            <a:extLst>
              <a:ext uri="{FF2B5EF4-FFF2-40B4-BE49-F238E27FC236}">
                <a16:creationId xmlns:a16="http://schemas.microsoft.com/office/drawing/2014/main" id="{A9A04207-10DF-2117-9305-C421BA5AB492}"/>
              </a:ext>
            </a:extLst>
          </p:cNvPr>
          <p:cNvCxnSpPr/>
          <p:nvPr/>
        </p:nvCxnSpPr>
        <p:spPr>
          <a:xfrm>
            <a:off x="9326927" y="3098219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35">
                <a:extLst>
                  <a:ext uri="{FF2B5EF4-FFF2-40B4-BE49-F238E27FC236}">
                    <a16:creationId xmlns:a16="http://schemas.microsoft.com/office/drawing/2014/main" id="{6E87148D-2518-999B-A6DC-1CD6FB93E7E9}"/>
                  </a:ext>
                </a:extLst>
              </p:cNvPr>
              <p:cNvSpPr/>
              <p:nvPr/>
            </p:nvSpPr>
            <p:spPr>
              <a:xfrm>
                <a:off x="9599518" y="2552343"/>
                <a:ext cx="5673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Rectangle 35">
                <a:extLst>
                  <a:ext uri="{FF2B5EF4-FFF2-40B4-BE49-F238E27FC236}">
                    <a16:creationId xmlns:a16="http://schemas.microsoft.com/office/drawing/2014/main" id="{6E87148D-2518-999B-A6DC-1CD6FB93E7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9518" y="2552343"/>
                <a:ext cx="567335" cy="461665"/>
              </a:xfrm>
              <a:prstGeom prst="rect">
                <a:avLst/>
              </a:prstGeom>
              <a:blipFill>
                <a:blip r:embed="rId10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36">
                <a:extLst>
                  <a:ext uri="{FF2B5EF4-FFF2-40B4-BE49-F238E27FC236}">
                    <a16:creationId xmlns:a16="http://schemas.microsoft.com/office/drawing/2014/main" id="{D031D139-0ABC-E18A-D1BC-1EC578DC8380}"/>
                  </a:ext>
                </a:extLst>
              </p:cNvPr>
              <p:cNvSpPr/>
              <p:nvPr/>
            </p:nvSpPr>
            <p:spPr>
              <a:xfrm>
                <a:off x="9599518" y="3294222"/>
                <a:ext cx="5766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Rectangle 36">
                <a:extLst>
                  <a:ext uri="{FF2B5EF4-FFF2-40B4-BE49-F238E27FC236}">
                    <a16:creationId xmlns:a16="http://schemas.microsoft.com/office/drawing/2014/main" id="{D031D139-0ABC-E18A-D1BC-1EC578DC8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9518" y="3294222"/>
                <a:ext cx="576633" cy="461665"/>
              </a:xfrm>
              <a:prstGeom prst="rect">
                <a:avLst/>
              </a:prstGeom>
              <a:blipFill>
                <a:blip r:embed="rId11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39">
            <a:extLst>
              <a:ext uri="{FF2B5EF4-FFF2-40B4-BE49-F238E27FC236}">
                <a16:creationId xmlns:a16="http://schemas.microsoft.com/office/drawing/2014/main" id="{166F17DD-EB1C-D88B-0371-D855D6647D0B}"/>
              </a:ext>
            </a:extLst>
          </p:cNvPr>
          <p:cNvSpPr/>
          <p:nvPr/>
        </p:nvSpPr>
        <p:spPr>
          <a:xfrm>
            <a:off x="8480885" y="4272102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40">
            <a:extLst>
              <a:ext uri="{FF2B5EF4-FFF2-40B4-BE49-F238E27FC236}">
                <a16:creationId xmlns:a16="http://schemas.microsoft.com/office/drawing/2014/main" id="{6225F847-F4B1-A3AC-7B6C-EC18DA58C679}"/>
              </a:ext>
            </a:extLst>
          </p:cNvPr>
          <p:cNvCxnSpPr/>
          <p:nvPr/>
        </p:nvCxnSpPr>
        <p:spPr>
          <a:xfrm>
            <a:off x="7214710" y="4796143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41">
            <a:extLst>
              <a:ext uri="{FF2B5EF4-FFF2-40B4-BE49-F238E27FC236}">
                <a16:creationId xmlns:a16="http://schemas.microsoft.com/office/drawing/2014/main" id="{1A8FBB98-5781-92DB-43FA-E5FCC0C03E23}"/>
              </a:ext>
            </a:extLst>
          </p:cNvPr>
          <p:cNvCxnSpPr/>
          <p:nvPr/>
        </p:nvCxnSpPr>
        <p:spPr>
          <a:xfrm>
            <a:off x="9318656" y="4535301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44">
                <a:extLst>
                  <a:ext uri="{FF2B5EF4-FFF2-40B4-BE49-F238E27FC236}">
                    <a16:creationId xmlns:a16="http://schemas.microsoft.com/office/drawing/2014/main" id="{C7225A64-597F-AB91-92B2-696CB687E453}"/>
                  </a:ext>
                </a:extLst>
              </p:cNvPr>
              <p:cNvSpPr/>
              <p:nvPr/>
            </p:nvSpPr>
            <p:spPr>
              <a:xfrm>
                <a:off x="9591246" y="3989425"/>
                <a:ext cx="574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Rectangle 44">
                <a:extLst>
                  <a:ext uri="{FF2B5EF4-FFF2-40B4-BE49-F238E27FC236}">
                    <a16:creationId xmlns:a16="http://schemas.microsoft.com/office/drawing/2014/main" id="{C7225A64-597F-AB91-92B2-696CB687E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246" y="3989425"/>
                <a:ext cx="574452" cy="461665"/>
              </a:xfrm>
              <a:prstGeom prst="rect">
                <a:avLst/>
              </a:prstGeom>
              <a:blipFill>
                <a:blip r:embed="rId1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45">
                <a:extLst>
                  <a:ext uri="{FF2B5EF4-FFF2-40B4-BE49-F238E27FC236}">
                    <a16:creationId xmlns:a16="http://schemas.microsoft.com/office/drawing/2014/main" id="{FB84B2FD-436B-2185-0A9E-138043A50B91}"/>
                  </a:ext>
                </a:extLst>
              </p:cNvPr>
              <p:cNvSpPr/>
              <p:nvPr/>
            </p:nvSpPr>
            <p:spPr>
              <a:xfrm>
                <a:off x="9591246" y="4731304"/>
                <a:ext cx="58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Rectangle 45">
                <a:extLst>
                  <a:ext uri="{FF2B5EF4-FFF2-40B4-BE49-F238E27FC236}">
                    <a16:creationId xmlns:a16="http://schemas.microsoft.com/office/drawing/2014/main" id="{FB84B2FD-436B-2185-0A9E-138043A50B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1246" y="4731304"/>
                <a:ext cx="583750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 10">
            <a:extLst>
              <a:ext uri="{FF2B5EF4-FFF2-40B4-BE49-F238E27FC236}">
                <a16:creationId xmlns:a16="http://schemas.microsoft.com/office/drawing/2014/main" id="{DA811267-F878-F579-AC5F-146330F3B0F9}"/>
              </a:ext>
            </a:extLst>
          </p:cNvPr>
          <p:cNvSpPr/>
          <p:nvPr/>
        </p:nvSpPr>
        <p:spPr>
          <a:xfrm>
            <a:off x="8175119" y="1984031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3" name="Freeform 48">
            <a:extLst>
              <a:ext uri="{FF2B5EF4-FFF2-40B4-BE49-F238E27FC236}">
                <a16:creationId xmlns:a16="http://schemas.microsoft.com/office/drawing/2014/main" id="{C5612401-EA2D-4C2E-7679-D59518918B0F}"/>
              </a:ext>
            </a:extLst>
          </p:cNvPr>
          <p:cNvSpPr/>
          <p:nvPr/>
        </p:nvSpPr>
        <p:spPr>
          <a:xfrm>
            <a:off x="8211284" y="3398645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4" name="Freeform 49">
            <a:extLst>
              <a:ext uri="{FF2B5EF4-FFF2-40B4-BE49-F238E27FC236}">
                <a16:creationId xmlns:a16="http://schemas.microsoft.com/office/drawing/2014/main" id="{84C8F0D5-FC80-4E41-CFEB-295D61E3D04B}"/>
              </a:ext>
            </a:extLst>
          </p:cNvPr>
          <p:cNvSpPr/>
          <p:nvPr/>
        </p:nvSpPr>
        <p:spPr>
          <a:xfrm>
            <a:off x="8211283" y="4796143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1A30DE7-C734-A441-7FFE-4C88A4206941}"/>
                  </a:ext>
                </a:extLst>
              </p:cNvPr>
              <p:cNvSpPr/>
              <p:nvPr/>
            </p:nvSpPr>
            <p:spPr>
              <a:xfrm>
                <a:off x="7403205" y="2796990"/>
                <a:ext cx="5656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1A30DE7-C734-A441-7FFE-4C88A4206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205" y="2796990"/>
                <a:ext cx="565604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43">
                <a:extLst>
                  <a:ext uri="{FF2B5EF4-FFF2-40B4-BE49-F238E27FC236}">
                    <a16:creationId xmlns:a16="http://schemas.microsoft.com/office/drawing/2014/main" id="{CA6AA622-74B1-57B4-C516-887E3D98B779}"/>
                  </a:ext>
                </a:extLst>
              </p:cNvPr>
              <p:cNvSpPr/>
              <p:nvPr/>
            </p:nvSpPr>
            <p:spPr>
              <a:xfrm>
                <a:off x="7394935" y="4234072"/>
                <a:ext cx="5727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Rectangle 43">
                <a:extLst>
                  <a:ext uri="{FF2B5EF4-FFF2-40B4-BE49-F238E27FC236}">
                    <a16:creationId xmlns:a16="http://schemas.microsoft.com/office/drawing/2014/main" id="{CA6AA622-74B1-57B4-C516-887E3D98B7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935" y="4234072"/>
                <a:ext cx="572721" cy="461665"/>
              </a:xfrm>
              <a:prstGeom prst="rect">
                <a:avLst/>
              </a:prstGeom>
              <a:blipFill>
                <a:blip r:embed="rId1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aixaDeTexto 36">
            <a:extLst>
              <a:ext uri="{FF2B5EF4-FFF2-40B4-BE49-F238E27FC236}">
                <a16:creationId xmlns:a16="http://schemas.microsoft.com/office/drawing/2014/main" id="{2C3A52C5-F44A-42F0-251B-913DE68F44E1}"/>
              </a:ext>
            </a:extLst>
          </p:cNvPr>
          <p:cNvSpPr txBox="1"/>
          <p:nvPr/>
        </p:nvSpPr>
        <p:spPr>
          <a:xfrm>
            <a:off x="8748198" y="5553758"/>
            <a:ext cx="312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⁞</a:t>
            </a:r>
          </a:p>
        </p:txBody>
      </p:sp>
      <p:sp>
        <p:nvSpPr>
          <p:cNvPr id="38" name="Seta para baixo 53">
            <a:extLst>
              <a:ext uri="{FF2B5EF4-FFF2-40B4-BE49-F238E27FC236}">
                <a16:creationId xmlns:a16="http://schemas.microsoft.com/office/drawing/2014/main" id="{A36FBBD6-94A7-4874-41BA-73BA68B38F39}"/>
              </a:ext>
            </a:extLst>
          </p:cNvPr>
          <p:cNvSpPr/>
          <p:nvPr/>
        </p:nvSpPr>
        <p:spPr>
          <a:xfrm>
            <a:off x="10670302" y="1606581"/>
            <a:ext cx="331694" cy="3959025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AF859E8-72E1-CDF2-DEA2-2AA1769F7B67}"/>
              </a:ext>
            </a:extLst>
          </p:cNvPr>
          <p:cNvSpPr txBox="1"/>
          <p:nvPr/>
        </p:nvSpPr>
        <p:spPr>
          <a:xfrm>
            <a:off x="10923563" y="3129558"/>
            <a:ext cx="461665" cy="913070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pt-BR" dirty="0"/>
              <a:t>TEMPO</a:t>
            </a:r>
          </a:p>
        </p:txBody>
      </p:sp>
    </p:spTree>
    <p:extLst>
      <p:ext uri="{BB962C8B-B14F-4D97-AF65-F5344CB8AC3E}">
        <p14:creationId xmlns:p14="http://schemas.microsoft.com/office/powerpoint/2010/main" val="186506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19" grpId="0"/>
      <p:bldP spid="21" grpId="0"/>
      <p:bldP spid="22" grpId="0" animBg="1"/>
      <p:bldP spid="25" grpId="0"/>
      <p:bldP spid="26" grpId="0"/>
      <p:bldP spid="27" grpId="0" animBg="1"/>
      <p:bldP spid="30" grpId="0"/>
      <p:bldP spid="31" grpId="0"/>
      <p:bldP spid="32" grpId="0" animBg="1"/>
      <p:bldP spid="33" grpId="0" animBg="1"/>
      <p:bldP spid="34" grpId="0" animBg="1"/>
      <p:bldP spid="35" grpId="0"/>
      <p:bldP spid="36" grpId="0"/>
      <p:bldP spid="37" grpId="0"/>
      <p:bldP spid="38" grpId="0" animBg="1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63ED-24EF-170E-B480-D7995D58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6A8D0CE-D99B-4298-7BFE-7BF45A52A5C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Desdobramento da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2DC467-74E4-3DB4-459C-3038A8950D7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 BPTT, a rede recorrente é desdobrada no tempo, criando uma estrutura equivalente a uma rede </a:t>
            </a:r>
            <a:r>
              <a:rPr lang="pt-BR" sz="2800" i="1" dirty="0" err="1"/>
              <a:t>feedforward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passo da sequência é tratado como uma camada distinta, permitindo o cálculo dos gradientes em cada instante.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desdobramento facilita a retropropagação do erro ao longo do tempo, ajustando os pesos compartilhados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abordagem torna possível capturar como eventos passados influenciam os futuros, essencial para aprender padrões temporais.</a:t>
            </a:r>
          </a:p>
        </p:txBody>
      </p:sp>
    </p:spTree>
    <p:extLst>
      <p:ext uri="{BB962C8B-B14F-4D97-AF65-F5344CB8AC3E}">
        <p14:creationId xmlns:p14="http://schemas.microsoft.com/office/powerpoint/2010/main" val="531730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BFE53-5ED3-2312-2C8F-B2CC034D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1F3DDDF-29B2-CDED-5BC9-73AB444AEBAF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Desdobramento de RNN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1C99AF-4592-0ED9-0407-9652DB393D43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 pelo autor.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02C8D1F-EEC9-3BA1-EE7E-10F32BB29F46}"/>
              </a:ext>
            </a:extLst>
          </p:cNvPr>
          <p:cNvSpPr/>
          <p:nvPr/>
        </p:nvSpPr>
        <p:spPr>
          <a:xfrm>
            <a:off x="2264291" y="1420277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17">
            <a:extLst>
              <a:ext uri="{FF2B5EF4-FFF2-40B4-BE49-F238E27FC236}">
                <a16:creationId xmlns:a16="http://schemas.microsoft.com/office/drawing/2014/main" id="{40D4D289-F983-AEC6-3FEF-961FEE8193F3}"/>
              </a:ext>
            </a:extLst>
          </p:cNvPr>
          <p:cNvCxnSpPr/>
          <p:nvPr/>
        </p:nvCxnSpPr>
        <p:spPr>
          <a:xfrm>
            <a:off x="998116" y="1944318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8">
            <a:extLst>
              <a:ext uri="{FF2B5EF4-FFF2-40B4-BE49-F238E27FC236}">
                <a16:creationId xmlns:a16="http://schemas.microsoft.com/office/drawing/2014/main" id="{C91F8564-5641-5204-F7C7-94A2872384A6}"/>
              </a:ext>
            </a:extLst>
          </p:cNvPr>
          <p:cNvCxnSpPr/>
          <p:nvPr/>
        </p:nvCxnSpPr>
        <p:spPr>
          <a:xfrm>
            <a:off x="3102062" y="1683476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24">
                <a:extLst>
                  <a:ext uri="{FF2B5EF4-FFF2-40B4-BE49-F238E27FC236}">
                    <a16:creationId xmlns:a16="http://schemas.microsoft.com/office/drawing/2014/main" id="{D09ADD58-F681-6C48-B193-D47EB3DB4DD8}"/>
                  </a:ext>
                </a:extLst>
              </p:cNvPr>
              <p:cNvSpPr/>
              <p:nvPr/>
            </p:nvSpPr>
            <p:spPr>
              <a:xfrm>
                <a:off x="1171150" y="1388773"/>
                <a:ext cx="5727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2" name="Rectangle 24">
                <a:extLst>
                  <a:ext uri="{FF2B5EF4-FFF2-40B4-BE49-F238E27FC236}">
                    <a16:creationId xmlns:a16="http://schemas.microsoft.com/office/drawing/2014/main" id="{D09ADD58-F681-6C48-B193-D47EB3DB4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150" y="1388773"/>
                <a:ext cx="57272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26">
                <a:extLst>
                  <a:ext uri="{FF2B5EF4-FFF2-40B4-BE49-F238E27FC236}">
                    <a16:creationId xmlns:a16="http://schemas.microsoft.com/office/drawing/2014/main" id="{321DCC9D-F2A7-9352-D0DF-EA7ADA6C5F3F}"/>
                  </a:ext>
                </a:extLst>
              </p:cNvPr>
              <p:cNvSpPr/>
              <p:nvPr/>
            </p:nvSpPr>
            <p:spPr>
              <a:xfrm>
                <a:off x="3374652" y="1137600"/>
                <a:ext cx="574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Rectangle 26">
                <a:extLst>
                  <a:ext uri="{FF2B5EF4-FFF2-40B4-BE49-F238E27FC236}">
                    <a16:creationId xmlns:a16="http://schemas.microsoft.com/office/drawing/2014/main" id="{321DCC9D-F2A7-9352-D0DF-EA7ADA6C5F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652" y="1137600"/>
                <a:ext cx="574452" cy="461665"/>
              </a:xfrm>
              <a:prstGeom prst="rect">
                <a:avLst/>
              </a:prstGeom>
              <a:blipFill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27">
                <a:extLst>
                  <a:ext uri="{FF2B5EF4-FFF2-40B4-BE49-F238E27FC236}">
                    <a16:creationId xmlns:a16="http://schemas.microsoft.com/office/drawing/2014/main" id="{C79183A8-98D6-ABC1-102C-46C06F8001FF}"/>
                  </a:ext>
                </a:extLst>
              </p:cNvPr>
              <p:cNvSpPr/>
              <p:nvPr/>
            </p:nvSpPr>
            <p:spPr>
              <a:xfrm>
                <a:off x="3374652" y="1879479"/>
                <a:ext cx="58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Rectangle 27">
                <a:extLst>
                  <a:ext uri="{FF2B5EF4-FFF2-40B4-BE49-F238E27FC236}">
                    <a16:creationId xmlns:a16="http://schemas.microsoft.com/office/drawing/2014/main" id="{C79183A8-98D6-ABC1-102C-46C06F8001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652" y="1879479"/>
                <a:ext cx="583750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30">
            <a:extLst>
              <a:ext uri="{FF2B5EF4-FFF2-40B4-BE49-F238E27FC236}">
                <a16:creationId xmlns:a16="http://schemas.microsoft.com/office/drawing/2014/main" id="{4B6100AA-23E1-4612-1F14-0FA56D659B55}"/>
              </a:ext>
            </a:extLst>
          </p:cNvPr>
          <p:cNvSpPr/>
          <p:nvPr/>
        </p:nvSpPr>
        <p:spPr>
          <a:xfrm>
            <a:off x="2286124" y="2827704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31">
            <a:extLst>
              <a:ext uri="{FF2B5EF4-FFF2-40B4-BE49-F238E27FC236}">
                <a16:creationId xmlns:a16="http://schemas.microsoft.com/office/drawing/2014/main" id="{6D830A9A-CA90-2DE3-7A7F-D187BCD8C0FB}"/>
              </a:ext>
            </a:extLst>
          </p:cNvPr>
          <p:cNvCxnSpPr/>
          <p:nvPr/>
        </p:nvCxnSpPr>
        <p:spPr>
          <a:xfrm>
            <a:off x="1019949" y="3351745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32">
            <a:extLst>
              <a:ext uri="{FF2B5EF4-FFF2-40B4-BE49-F238E27FC236}">
                <a16:creationId xmlns:a16="http://schemas.microsoft.com/office/drawing/2014/main" id="{36D1CF21-371E-22C0-0FBD-2B1B8045135F}"/>
              </a:ext>
            </a:extLst>
          </p:cNvPr>
          <p:cNvCxnSpPr/>
          <p:nvPr/>
        </p:nvCxnSpPr>
        <p:spPr>
          <a:xfrm>
            <a:off x="3123895" y="3090903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35">
                <a:extLst>
                  <a:ext uri="{FF2B5EF4-FFF2-40B4-BE49-F238E27FC236}">
                    <a16:creationId xmlns:a16="http://schemas.microsoft.com/office/drawing/2014/main" id="{D9F8301A-3F7C-9E99-8F72-B9D07C47084C}"/>
                  </a:ext>
                </a:extLst>
              </p:cNvPr>
              <p:cNvSpPr/>
              <p:nvPr/>
            </p:nvSpPr>
            <p:spPr>
              <a:xfrm>
                <a:off x="3396486" y="2545027"/>
                <a:ext cx="5673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Rectangle 35">
                <a:extLst>
                  <a:ext uri="{FF2B5EF4-FFF2-40B4-BE49-F238E27FC236}">
                    <a16:creationId xmlns:a16="http://schemas.microsoft.com/office/drawing/2014/main" id="{D9F8301A-3F7C-9E99-8F72-B9D07C4708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486" y="2545027"/>
                <a:ext cx="567335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36">
                <a:extLst>
                  <a:ext uri="{FF2B5EF4-FFF2-40B4-BE49-F238E27FC236}">
                    <a16:creationId xmlns:a16="http://schemas.microsoft.com/office/drawing/2014/main" id="{DDE63C7A-8428-AA78-1E2F-B3092A6EE269}"/>
                  </a:ext>
                </a:extLst>
              </p:cNvPr>
              <p:cNvSpPr/>
              <p:nvPr/>
            </p:nvSpPr>
            <p:spPr>
              <a:xfrm>
                <a:off x="3396486" y="3286906"/>
                <a:ext cx="5766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Rectangle 36">
                <a:extLst>
                  <a:ext uri="{FF2B5EF4-FFF2-40B4-BE49-F238E27FC236}">
                    <a16:creationId xmlns:a16="http://schemas.microsoft.com/office/drawing/2014/main" id="{DDE63C7A-8428-AA78-1E2F-B3092A6EE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486" y="3286906"/>
                <a:ext cx="576633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39">
            <a:extLst>
              <a:ext uri="{FF2B5EF4-FFF2-40B4-BE49-F238E27FC236}">
                <a16:creationId xmlns:a16="http://schemas.microsoft.com/office/drawing/2014/main" id="{3A91DACA-BC59-2D62-B0C3-AEA7ED4E4BCD}"/>
              </a:ext>
            </a:extLst>
          </p:cNvPr>
          <p:cNvSpPr/>
          <p:nvPr/>
        </p:nvSpPr>
        <p:spPr>
          <a:xfrm>
            <a:off x="2277853" y="4264786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40">
            <a:extLst>
              <a:ext uri="{FF2B5EF4-FFF2-40B4-BE49-F238E27FC236}">
                <a16:creationId xmlns:a16="http://schemas.microsoft.com/office/drawing/2014/main" id="{670D1DC7-E4D3-B432-F37A-94BAE047B03E}"/>
              </a:ext>
            </a:extLst>
          </p:cNvPr>
          <p:cNvCxnSpPr/>
          <p:nvPr/>
        </p:nvCxnSpPr>
        <p:spPr>
          <a:xfrm>
            <a:off x="1011678" y="4788827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41">
            <a:extLst>
              <a:ext uri="{FF2B5EF4-FFF2-40B4-BE49-F238E27FC236}">
                <a16:creationId xmlns:a16="http://schemas.microsoft.com/office/drawing/2014/main" id="{0CCB046B-A95A-680D-659B-1131A30DD07B}"/>
              </a:ext>
            </a:extLst>
          </p:cNvPr>
          <p:cNvCxnSpPr/>
          <p:nvPr/>
        </p:nvCxnSpPr>
        <p:spPr>
          <a:xfrm>
            <a:off x="3115624" y="4527985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44">
                <a:extLst>
                  <a:ext uri="{FF2B5EF4-FFF2-40B4-BE49-F238E27FC236}">
                    <a16:creationId xmlns:a16="http://schemas.microsoft.com/office/drawing/2014/main" id="{D4598DE0-F83D-591A-2938-41949C6F41AC}"/>
                  </a:ext>
                </a:extLst>
              </p:cNvPr>
              <p:cNvSpPr/>
              <p:nvPr/>
            </p:nvSpPr>
            <p:spPr>
              <a:xfrm>
                <a:off x="3388214" y="3982109"/>
                <a:ext cx="574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Rectangle 44">
                <a:extLst>
                  <a:ext uri="{FF2B5EF4-FFF2-40B4-BE49-F238E27FC236}">
                    <a16:creationId xmlns:a16="http://schemas.microsoft.com/office/drawing/2014/main" id="{D4598DE0-F83D-591A-2938-41949C6F41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214" y="3982109"/>
                <a:ext cx="574452" cy="461665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45">
                <a:extLst>
                  <a:ext uri="{FF2B5EF4-FFF2-40B4-BE49-F238E27FC236}">
                    <a16:creationId xmlns:a16="http://schemas.microsoft.com/office/drawing/2014/main" id="{FFF02C29-CF92-8AE7-D2B2-7339EB7709A8}"/>
                  </a:ext>
                </a:extLst>
              </p:cNvPr>
              <p:cNvSpPr/>
              <p:nvPr/>
            </p:nvSpPr>
            <p:spPr>
              <a:xfrm>
                <a:off x="3388214" y="4723988"/>
                <a:ext cx="58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Rectangle 45">
                <a:extLst>
                  <a:ext uri="{FF2B5EF4-FFF2-40B4-BE49-F238E27FC236}">
                    <a16:creationId xmlns:a16="http://schemas.microsoft.com/office/drawing/2014/main" id="{FFF02C29-CF92-8AE7-D2B2-7339EB7709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214" y="4723988"/>
                <a:ext cx="58375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reeform 10">
            <a:extLst>
              <a:ext uri="{FF2B5EF4-FFF2-40B4-BE49-F238E27FC236}">
                <a16:creationId xmlns:a16="http://schemas.microsoft.com/office/drawing/2014/main" id="{85F30054-8DFA-6819-3171-2BEFBF961844}"/>
              </a:ext>
            </a:extLst>
          </p:cNvPr>
          <p:cNvSpPr/>
          <p:nvPr/>
        </p:nvSpPr>
        <p:spPr>
          <a:xfrm>
            <a:off x="1972087" y="1976715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6" name="Freeform 48">
            <a:extLst>
              <a:ext uri="{FF2B5EF4-FFF2-40B4-BE49-F238E27FC236}">
                <a16:creationId xmlns:a16="http://schemas.microsoft.com/office/drawing/2014/main" id="{8A9ABF01-5122-7E22-6FDB-91062208290C}"/>
              </a:ext>
            </a:extLst>
          </p:cNvPr>
          <p:cNvSpPr/>
          <p:nvPr/>
        </p:nvSpPr>
        <p:spPr>
          <a:xfrm>
            <a:off x="2008252" y="3391329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7" name="Freeform 49">
            <a:extLst>
              <a:ext uri="{FF2B5EF4-FFF2-40B4-BE49-F238E27FC236}">
                <a16:creationId xmlns:a16="http://schemas.microsoft.com/office/drawing/2014/main" id="{68233518-246F-97B7-2EBC-2EF4A206F1F3}"/>
              </a:ext>
            </a:extLst>
          </p:cNvPr>
          <p:cNvSpPr/>
          <p:nvPr/>
        </p:nvSpPr>
        <p:spPr>
          <a:xfrm>
            <a:off x="2008251" y="4788827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34">
                <a:extLst>
                  <a:ext uri="{FF2B5EF4-FFF2-40B4-BE49-F238E27FC236}">
                    <a16:creationId xmlns:a16="http://schemas.microsoft.com/office/drawing/2014/main" id="{7DD12A64-D6D7-C58B-400D-FE4CE4E49F73}"/>
                  </a:ext>
                </a:extLst>
              </p:cNvPr>
              <p:cNvSpPr/>
              <p:nvPr/>
            </p:nvSpPr>
            <p:spPr>
              <a:xfrm>
                <a:off x="1200173" y="2789674"/>
                <a:ext cx="5656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Rectangle 34">
                <a:extLst>
                  <a:ext uri="{FF2B5EF4-FFF2-40B4-BE49-F238E27FC236}">
                    <a16:creationId xmlns:a16="http://schemas.microsoft.com/office/drawing/2014/main" id="{7DD12A64-D6D7-C58B-400D-FE4CE4E49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73" y="2789674"/>
                <a:ext cx="565604" cy="461665"/>
              </a:xfrm>
              <a:prstGeom prst="rect">
                <a:avLst/>
              </a:prstGeom>
              <a:blipFill>
                <a:blip r:embed="rId9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43">
                <a:extLst>
                  <a:ext uri="{FF2B5EF4-FFF2-40B4-BE49-F238E27FC236}">
                    <a16:creationId xmlns:a16="http://schemas.microsoft.com/office/drawing/2014/main" id="{77096C2E-282C-BD93-87B4-97BA5386F633}"/>
                  </a:ext>
                </a:extLst>
              </p:cNvPr>
              <p:cNvSpPr/>
              <p:nvPr/>
            </p:nvSpPr>
            <p:spPr>
              <a:xfrm>
                <a:off x="1191903" y="4226756"/>
                <a:ext cx="5727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Rectangle 43">
                <a:extLst>
                  <a:ext uri="{FF2B5EF4-FFF2-40B4-BE49-F238E27FC236}">
                    <a16:creationId xmlns:a16="http://schemas.microsoft.com/office/drawing/2014/main" id="{77096C2E-282C-BD93-87B4-97BA5386F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903" y="4226756"/>
                <a:ext cx="572721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CaixaDeTexto 59">
            <a:extLst>
              <a:ext uri="{FF2B5EF4-FFF2-40B4-BE49-F238E27FC236}">
                <a16:creationId xmlns:a16="http://schemas.microsoft.com/office/drawing/2014/main" id="{E89C38C3-60DA-33CF-DC36-94C120AA7C16}"/>
              </a:ext>
            </a:extLst>
          </p:cNvPr>
          <p:cNvSpPr txBox="1"/>
          <p:nvPr/>
        </p:nvSpPr>
        <p:spPr>
          <a:xfrm>
            <a:off x="2545166" y="5546442"/>
            <a:ext cx="312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⁞</a:t>
            </a:r>
          </a:p>
        </p:txBody>
      </p:sp>
      <p:sp>
        <p:nvSpPr>
          <p:cNvPr id="61" name="Seta para baixo 53">
            <a:extLst>
              <a:ext uri="{FF2B5EF4-FFF2-40B4-BE49-F238E27FC236}">
                <a16:creationId xmlns:a16="http://schemas.microsoft.com/office/drawing/2014/main" id="{4E3E138B-80EE-6F25-EFA7-D43D8F6C9455}"/>
              </a:ext>
            </a:extLst>
          </p:cNvPr>
          <p:cNvSpPr/>
          <p:nvPr/>
        </p:nvSpPr>
        <p:spPr>
          <a:xfrm>
            <a:off x="4679139" y="1599265"/>
            <a:ext cx="331694" cy="3959025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E20BB1D-266B-C088-E2E1-235AD64C133A}"/>
              </a:ext>
            </a:extLst>
          </p:cNvPr>
          <p:cNvSpPr txBox="1"/>
          <p:nvPr/>
        </p:nvSpPr>
        <p:spPr>
          <a:xfrm>
            <a:off x="4932400" y="3122242"/>
            <a:ext cx="461665" cy="913070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pt-BR" dirty="0"/>
              <a:t>TEMPO</a:t>
            </a:r>
          </a:p>
        </p:txBody>
      </p:sp>
      <p:sp>
        <p:nvSpPr>
          <p:cNvPr id="63" name="Shape 122">
            <a:extLst>
              <a:ext uri="{FF2B5EF4-FFF2-40B4-BE49-F238E27FC236}">
                <a16:creationId xmlns:a16="http://schemas.microsoft.com/office/drawing/2014/main" id="{2A2FB950-816D-4695-A25B-FE4BDA9A2AE6}"/>
              </a:ext>
            </a:extLst>
          </p:cNvPr>
          <p:cNvSpPr txBox="1"/>
          <p:nvPr/>
        </p:nvSpPr>
        <p:spPr>
          <a:xfrm>
            <a:off x="5709109" y="1236911"/>
            <a:ext cx="5484775" cy="112809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pt-BR" sz="2200" dirty="0"/>
              <a:t>Rede “estendida” é geralmente representada na horizontal: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/>
          </a:p>
        </p:txBody>
      </p:sp>
      <p:sp>
        <p:nvSpPr>
          <p:cNvPr id="64" name="Rectangle 33">
            <a:extLst>
              <a:ext uri="{FF2B5EF4-FFF2-40B4-BE49-F238E27FC236}">
                <a16:creationId xmlns:a16="http://schemas.microsoft.com/office/drawing/2014/main" id="{A7F5ED39-3C19-BECF-4DA4-47515A20DDFB}"/>
              </a:ext>
            </a:extLst>
          </p:cNvPr>
          <p:cNvSpPr/>
          <p:nvPr/>
        </p:nvSpPr>
        <p:spPr>
          <a:xfrm>
            <a:off x="6064131" y="3179283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5" name="Straight Arrow Connector 37">
            <a:extLst>
              <a:ext uri="{FF2B5EF4-FFF2-40B4-BE49-F238E27FC236}">
                <a16:creationId xmlns:a16="http://schemas.microsoft.com/office/drawing/2014/main" id="{A86C6853-773F-45A2-83A4-C956A602A68F}"/>
              </a:ext>
            </a:extLst>
          </p:cNvPr>
          <p:cNvCxnSpPr/>
          <p:nvPr/>
        </p:nvCxnSpPr>
        <p:spPr>
          <a:xfrm flipV="1">
            <a:off x="6493747" y="3987874"/>
            <a:ext cx="0" cy="105559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38">
            <a:extLst>
              <a:ext uri="{FF2B5EF4-FFF2-40B4-BE49-F238E27FC236}">
                <a16:creationId xmlns:a16="http://schemas.microsoft.com/office/drawing/2014/main" id="{580EAB32-2469-FFAC-413C-6D664448696F}"/>
              </a:ext>
            </a:extLst>
          </p:cNvPr>
          <p:cNvCxnSpPr>
            <a:stCxn id="64" idx="0"/>
          </p:cNvCxnSpPr>
          <p:nvPr/>
        </p:nvCxnSpPr>
        <p:spPr>
          <a:xfrm flipH="1" flipV="1">
            <a:off x="6475982" y="2239504"/>
            <a:ext cx="3645" cy="93977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42">
                <a:extLst>
                  <a:ext uri="{FF2B5EF4-FFF2-40B4-BE49-F238E27FC236}">
                    <a16:creationId xmlns:a16="http://schemas.microsoft.com/office/drawing/2014/main" id="{5DD4A7D0-4916-A98B-A3B0-95F1A51679F4}"/>
                  </a:ext>
                </a:extLst>
              </p:cNvPr>
              <p:cNvSpPr/>
              <p:nvPr/>
            </p:nvSpPr>
            <p:spPr>
              <a:xfrm>
                <a:off x="6493748" y="4345339"/>
                <a:ext cx="5727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7" name="Rectangle 42">
                <a:extLst>
                  <a:ext uri="{FF2B5EF4-FFF2-40B4-BE49-F238E27FC236}">
                    <a16:creationId xmlns:a16="http://schemas.microsoft.com/office/drawing/2014/main" id="{5DD4A7D0-4916-A98B-A3B0-95F1A51679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748" y="4345339"/>
                <a:ext cx="572721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46">
                <a:extLst>
                  <a:ext uri="{FF2B5EF4-FFF2-40B4-BE49-F238E27FC236}">
                    <a16:creationId xmlns:a16="http://schemas.microsoft.com/office/drawing/2014/main" id="{FE3F8326-D8DA-51B7-D5AA-BA5255012084}"/>
                  </a:ext>
                </a:extLst>
              </p:cNvPr>
              <p:cNvSpPr/>
              <p:nvPr/>
            </p:nvSpPr>
            <p:spPr>
              <a:xfrm>
                <a:off x="6607895" y="2531079"/>
                <a:ext cx="574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Rectangle 46">
                <a:extLst>
                  <a:ext uri="{FF2B5EF4-FFF2-40B4-BE49-F238E27FC236}">
                    <a16:creationId xmlns:a16="http://schemas.microsoft.com/office/drawing/2014/main" id="{FE3F8326-D8DA-51B7-D5AA-BA5255012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895" y="2531079"/>
                <a:ext cx="574452" cy="461665"/>
              </a:xfrm>
              <a:prstGeom prst="rect">
                <a:avLst/>
              </a:prstGeom>
              <a:blipFill>
                <a:blip r:embed="rId1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47">
                <a:extLst>
                  <a:ext uri="{FF2B5EF4-FFF2-40B4-BE49-F238E27FC236}">
                    <a16:creationId xmlns:a16="http://schemas.microsoft.com/office/drawing/2014/main" id="{2C297B6E-B56F-A4C5-635E-1FC98AE4ADA0}"/>
                  </a:ext>
                </a:extLst>
              </p:cNvPr>
              <p:cNvSpPr/>
              <p:nvPr/>
            </p:nvSpPr>
            <p:spPr>
              <a:xfrm>
                <a:off x="6895121" y="3078907"/>
                <a:ext cx="58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9" name="Rectangle 47">
                <a:extLst>
                  <a:ext uri="{FF2B5EF4-FFF2-40B4-BE49-F238E27FC236}">
                    <a16:creationId xmlns:a16="http://schemas.microsoft.com/office/drawing/2014/main" id="{2C297B6E-B56F-A4C5-635E-1FC98AE4AD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121" y="3078907"/>
                <a:ext cx="583750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5">
            <a:extLst>
              <a:ext uri="{FF2B5EF4-FFF2-40B4-BE49-F238E27FC236}">
                <a16:creationId xmlns:a16="http://schemas.microsoft.com/office/drawing/2014/main" id="{B54D109E-B287-7DD7-4D95-75F6B1005037}"/>
              </a:ext>
            </a:extLst>
          </p:cNvPr>
          <p:cNvCxnSpPr/>
          <p:nvPr/>
        </p:nvCxnSpPr>
        <p:spPr>
          <a:xfrm>
            <a:off x="6895122" y="3583577"/>
            <a:ext cx="5648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68">
            <a:extLst>
              <a:ext uri="{FF2B5EF4-FFF2-40B4-BE49-F238E27FC236}">
                <a16:creationId xmlns:a16="http://schemas.microsoft.com/office/drawing/2014/main" id="{ABF4DBF7-1764-09F7-8C64-E9412A8427DB}"/>
              </a:ext>
            </a:extLst>
          </p:cNvPr>
          <p:cNvSpPr/>
          <p:nvPr/>
        </p:nvSpPr>
        <p:spPr>
          <a:xfrm>
            <a:off x="7459967" y="3182975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69">
            <a:extLst>
              <a:ext uri="{FF2B5EF4-FFF2-40B4-BE49-F238E27FC236}">
                <a16:creationId xmlns:a16="http://schemas.microsoft.com/office/drawing/2014/main" id="{E9A621A9-AF41-A20E-4873-02E543E3C8AE}"/>
              </a:ext>
            </a:extLst>
          </p:cNvPr>
          <p:cNvCxnSpPr/>
          <p:nvPr/>
        </p:nvCxnSpPr>
        <p:spPr>
          <a:xfrm flipV="1">
            <a:off x="7889583" y="3991566"/>
            <a:ext cx="0" cy="105559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0">
            <a:extLst>
              <a:ext uri="{FF2B5EF4-FFF2-40B4-BE49-F238E27FC236}">
                <a16:creationId xmlns:a16="http://schemas.microsoft.com/office/drawing/2014/main" id="{2F6CFB82-D6AA-0B0C-5347-F3EE46C16A1B}"/>
              </a:ext>
            </a:extLst>
          </p:cNvPr>
          <p:cNvCxnSpPr>
            <a:stCxn id="71" idx="0"/>
          </p:cNvCxnSpPr>
          <p:nvPr/>
        </p:nvCxnSpPr>
        <p:spPr>
          <a:xfrm flipH="1" flipV="1">
            <a:off x="7871818" y="2243196"/>
            <a:ext cx="3645" cy="93977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1">
                <a:extLst>
                  <a:ext uri="{FF2B5EF4-FFF2-40B4-BE49-F238E27FC236}">
                    <a16:creationId xmlns:a16="http://schemas.microsoft.com/office/drawing/2014/main" id="{101C8B3C-2F96-19BF-529F-FE3350CE5163}"/>
                  </a:ext>
                </a:extLst>
              </p:cNvPr>
              <p:cNvSpPr/>
              <p:nvPr/>
            </p:nvSpPr>
            <p:spPr>
              <a:xfrm>
                <a:off x="7889584" y="4349031"/>
                <a:ext cx="5656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4" name="Rectangle 71">
                <a:extLst>
                  <a:ext uri="{FF2B5EF4-FFF2-40B4-BE49-F238E27FC236}">
                    <a16:creationId xmlns:a16="http://schemas.microsoft.com/office/drawing/2014/main" id="{101C8B3C-2F96-19BF-529F-FE3350CE5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584" y="4349031"/>
                <a:ext cx="565603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2">
                <a:extLst>
                  <a:ext uri="{FF2B5EF4-FFF2-40B4-BE49-F238E27FC236}">
                    <a16:creationId xmlns:a16="http://schemas.microsoft.com/office/drawing/2014/main" id="{917A9F26-6078-ACCB-9073-661ABBB980C7}"/>
                  </a:ext>
                </a:extLst>
              </p:cNvPr>
              <p:cNvSpPr/>
              <p:nvPr/>
            </p:nvSpPr>
            <p:spPr>
              <a:xfrm>
                <a:off x="8003732" y="2534771"/>
                <a:ext cx="5673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5" name="Rectangle 72">
                <a:extLst>
                  <a:ext uri="{FF2B5EF4-FFF2-40B4-BE49-F238E27FC236}">
                    <a16:creationId xmlns:a16="http://schemas.microsoft.com/office/drawing/2014/main" id="{917A9F26-6078-ACCB-9073-661ABBB98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732" y="2534771"/>
                <a:ext cx="567335" cy="461665"/>
              </a:xfrm>
              <a:prstGeom prst="rect">
                <a:avLst/>
              </a:prstGeom>
              <a:blipFill>
                <a:blip r:embed="rId1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3">
                <a:extLst>
                  <a:ext uri="{FF2B5EF4-FFF2-40B4-BE49-F238E27FC236}">
                    <a16:creationId xmlns:a16="http://schemas.microsoft.com/office/drawing/2014/main" id="{698A464C-6EEC-EE06-9B46-32C26BD7834D}"/>
                  </a:ext>
                </a:extLst>
              </p:cNvPr>
              <p:cNvSpPr/>
              <p:nvPr/>
            </p:nvSpPr>
            <p:spPr>
              <a:xfrm>
                <a:off x="8290958" y="3082599"/>
                <a:ext cx="5766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6" name="Rectangle 73">
                <a:extLst>
                  <a:ext uri="{FF2B5EF4-FFF2-40B4-BE49-F238E27FC236}">
                    <a16:creationId xmlns:a16="http://schemas.microsoft.com/office/drawing/2014/main" id="{698A464C-6EEC-EE06-9B46-32C26BD78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958" y="3082599"/>
                <a:ext cx="576633" cy="461665"/>
              </a:xfrm>
              <a:prstGeom prst="rect">
                <a:avLst/>
              </a:prstGeom>
              <a:blipFill>
                <a:blip r:embed="rId1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4">
            <a:extLst>
              <a:ext uri="{FF2B5EF4-FFF2-40B4-BE49-F238E27FC236}">
                <a16:creationId xmlns:a16="http://schemas.microsoft.com/office/drawing/2014/main" id="{FA39E7C5-0B3C-D915-00B1-18F9F6638EE8}"/>
              </a:ext>
            </a:extLst>
          </p:cNvPr>
          <p:cNvCxnSpPr/>
          <p:nvPr/>
        </p:nvCxnSpPr>
        <p:spPr>
          <a:xfrm>
            <a:off x="8290958" y="3587269"/>
            <a:ext cx="5648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82">
            <a:extLst>
              <a:ext uri="{FF2B5EF4-FFF2-40B4-BE49-F238E27FC236}">
                <a16:creationId xmlns:a16="http://schemas.microsoft.com/office/drawing/2014/main" id="{C6A21802-3136-D872-1590-88A2FECF24BD}"/>
              </a:ext>
            </a:extLst>
          </p:cNvPr>
          <p:cNvSpPr/>
          <p:nvPr/>
        </p:nvSpPr>
        <p:spPr>
          <a:xfrm>
            <a:off x="8855663" y="3205213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83">
            <a:extLst>
              <a:ext uri="{FF2B5EF4-FFF2-40B4-BE49-F238E27FC236}">
                <a16:creationId xmlns:a16="http://schemas.microsoft.com/office/drawing/2014/main" id="{C28117DF-9453-5FFD-8B68-44B49FC408BE}"/>
              </a:ext>
            </a:extLst>
          </p:cNvPr>
          <p:cNvCxnSpPr/>
          <p:nvPr/>
        </p:nvCxnSpPr>
        <p:spPr>
          <a:xfrm flipV="1">
            <a:off x="9285279" y="4013804"/>
            <a:ext cx="0" cy="105559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84">
            <a:extLst>
              <a:ext uri="{FF2B5EF4-FFF2-40B4-BE49-F238E27FC236}">
                <a16:creationId xmlns:a16="http://schemas.microsoft.com/office/drawing/2014/main" id="{F52B48E2-6A14-8F9C-ECA4-F2205CCED793}"/>
              </a:ext>
            </a:extLst>
          </p:cNvPr>
          <p:cNvCxnSpPr>
            <a:stCxn id="78" idx="0"/>
          </p:cNvCxnSpPr>
          <p:nvPr/>
        </p:nvCxnSpPr>
        <p:spPr>
          <a:xfrm flipH="1" flipV="1">
            <a:off x="9267514" y="2265434"/>
            <a:ext cx="3645" cy="93977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5">
                <a:extLst>
                  <a:ext uri="{FF2B5EF4-FFF2-40B4-BE49-F238E27FC236}">
                    <a16:creationId xmlns:a16="http://schemas.microsoft.com/office/drawing/2014/main" id="{25B13F1A-0B89-8D72-06BA-6D7027117650}"/>
                  </a:ext>
                </a:extLst>
              </p:cNvPr>
              <p:cNvSpPr/>
              <p:nvPr/>
            </p:nvSpPr>
            <p:spPr>
              <a:xfrm>
                <a:off x="9285280" y="4371269"/>
                <a:ext cx="5727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1" name="Rectangle 85">
                <a:extLst>
                  <a:ext uri="{FF2B5EF4-FFF2-40B4-BE49-F238E27FC236}">
                    <a16:creationId xmlns:a16="http://schemas.microsoft.com/office/drawing/2014/main" id="{25B13F1A-0B89-8D72-06BA-6D70271176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280" y="4371269"/>
                <a:ext cx="572721" cy="461665"/>
              </a:xfrm>
              <a:prstGeom prst="rect">
                <a:avLst/>
              </a:prstGeom>
              <a:blipFill>
                <a:blip r:embed="rId1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6">
                <a:extLst>
                  <a:ext uri="{FF2B5EF4-FFF2-40B4-BE49-F238E27FC236}">
                    <a16:creationId xmlns:a16="http://schemas.microsoft.com/office/drawing/2014/main" id="{59BEBAAF-33A3-1F79-1EC2-F0BC7D94D9E0}"/>
                  </a:ext>
                </a:extLst>
              </p:cNvPr>
              <p:cNvSpPr/>
              <p:nvPr/>
            </p:nvSpPr>
            <p:spPr>
              <a:xfrm>
                <a:off x="9399427" y="2557009"/>
                <a:ext cx="574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2" name="Rectangle 86">
                <a:extLst>
                  <a:ext uri="{FF2B5EF4-FFF2-40B4-BE49-F238E27FC236}">
                    <a16:creationId xmlns:a16="http://schemas.microsoft.com/office/drawing/2014/main" id="{59BEBAAF-33A3-1F79-1EC2-F0BC7D94D9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9427" y="2557009"/>
                <a:ext cx="574452" cy="461665"/>
              </a:xfrm>
              <a:prstGeom prst="rect">
                <a:avLst/>
              </a:prstGeom>
              <a:blipFill>
                <a:blip r:embed="rId1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7">
                <a:extLst>
                  <a:ext uri="{FF2B5EF4-FFF2-40B4-BE49-F238E27FC236}">
                    <a16:creationId xmlns:a16="http://schemas.microsoft.com/office/drawing/2014/main" id="{3F4239F0-B71F-6C9E-BC9F-B8F5AD0E7ECE}"/>
                  </a:ext>
                </a:extLst>
              </p:cNvPr>
              <p:cNvSpPr/>
              <p:nvPr/>
            </p:nvSpPr>
            <p:spPr>
              <a:xfrm>
                <a:off x="9686653" y="3104837"/>
                <a:ext cx="58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3" name="Rectangle 87">
                <a:extLst>
                  <a:ext uri="{FF2B5EF4-FFF2-40B4-BE49-F238E27FC236}">
                    <a16:creationId xmlns:a16="http://schemas.microsoft.com/office/drawing/2014/main" id="{3F4239F0-B71F-6C9E-BC9F-B8F5AD0E7E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653" y="3104837"/>
                <a:ext cx="583750" cy="461665"/>
              </a:xfrm>
              <a:prstGeom prst="rect">
                <a:avLst/>
              </a:prstGeom>
              <a:blipFill>
                <a:blip r:embed="rId1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8">
            <a:extLst>
              <a:ext uri="{FF2B5EF4-FFF2-40B4-BE49-F238E27FC236}">
                <a16:creationId xmlns:a16="http://schemas.microsoft.com/office/drawing/2014/main" id="{4FE23753-E5A5-5D18-18F3-1EB1428ECF85}"/>
              </a:ext>
            </a:extLst>
          </p:cNvPr>
          <p:cNvCxnSpPr/>
          <p:nvPr/>
        </p:nvCxnSpPr>
        <p:spPr>
          <a:xfrm>
            <a:off x="9686654" y="3609507"/>
            <a:ext cx="5648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Seta para baixo 77">
            <a:extLst>
              <a:ext uri="{FF2B5EF4-FFF2-40B4-BE49-F238E27FC236}">
                <a16:creationId xmlns:a16="http://schemas.microsoft.com/office/drawing/2014/main" id="{2C26620E-23BA-B5CD-C792-E6056446E53E}"/>
              </a:ext>
            </a:extLst>
          </p:cNvPr>
          <p:cNvSpPr/>
          <p:nvPr/>
        </p:nvSpPr>
        <p:spPr>
          <a:xfrm rot="16200000">
            <a:off x="8264786" y="3692079"/>
            <a:ext cx="331694" cy="3959025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8C068BBA-3EAB-6390-9AC1-71D74D4368F6}"/>
              </a:ext>
            </a:extLst>
          </p:cNvPr>
          <p:cNvSpPr txBox="1"/>
          <p:nvPr/>
        </p:nvSpPr>
        <p:spPr>
          <a:xfrm>
            <a:off x="7948794" y="5203125"/>
            <a:ext cx="1005403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pt-BR" dirty="0"/>
              <a:t>TEMPO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02244FC5-75D1-1AAC-82BF-47A574BA5D6F}"/>
              </a:ext>
            </a:extLst>
          </p:cNvPr>
          <p:cNvSpPr txBox="1"/>
          <p:nvPr/>
        </p:nvSpPr>
        <p:spPr>
          <a:xfrm>
            <a:off x="10353766" y="314955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pt-BR" dirty="0"/>
              <a:t>…</a:t>
            </a:r>
          </a:p>
        </p:txBody>
      </p:sp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684CAE7B-3B73-D53B-CA61-C3EA80FC3340}"/>
              </a:ext>
            </a:extLst>
          </p:cNvPr>
          <p:cNvCxnSpPr>
            <a:cxnSpLocks/>
          </p:cNvCxnSpPr>
          <p:nvPr/>
        </p:nvCxnSpPr>
        <p:spPr>
          <a:xfrm>
            <a:off x="5414682" y="1563026"/>
            <a:ext cx="0" cy="41085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749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 animBg="1"/>
      <p:bldP spid="67" grpId="0"/>
      <p:bldP spid="68" grpId="0"/>
      <p:bldP spid="69" grpId="0"/>
      <p:bldP spid="71" grpId="0" animBg="1"/>
      <p:bldP spid="74" grpId="0"/>
      <p:bldP spid="75" grpId="0"/>
      <p:bldP spid="76" grpId="0"/>
      <p:bldP spid="78" grpId="0" animBg="1"/>
      <p:bldP spid="81" grpId="0"/>
      <p:bldP spid="82" grpId="0"/>
      <p:bldP spid="83" grpId="0"/>
      <p:bldP spid="85" grpId="0" animBg="1"/>
      <p:bldP spid="86" grpId="0"/>
      <p:bldP spid="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DE5F7-99FC-8F3D-F02F-B95CED14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D840276-74C5-3C11-1E9D-17E00AA6D61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Cálculo do Erro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A2A4A8-2143-381C-F7D5-8B234269CED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cada passo da sequência, o erro entre a saída prevista e a real é calculado individualmente.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erros são acumulados ao longo do tempo para orientar a retropropagação e o ajuste dos pesos.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soma dos erros permite que a rede aprenda com toda a sequência, não apenas com o último passo.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é essencial para capturar relações temporais e melhorar a performance em tarefas sequenciais.</a:t>
            </a:r>
          </a:p>
        </p:txBody>
      </p:sp>
    </p:spTree>
    <p:extLst>
      <p:ext uri="{BB962C8B-B14F-4D97-AF65-F5344CB8AC3E}">
        <p14:creationId xmlns:p14="http://schemas.microsoft.com/office/powerpoint/2010/main" val="334902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E934-8326-B82F-5F62-8625EC0E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8C602F8-4E0E-5A17-DFD7-67E59DB8F9C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Retropropagação no Tempo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896BEB-3D3B-0E80-CC10-5D360BB9D6A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Após o cálculo do erro, os gradientes são propagados para trás ao longo dos passos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propagação permite ajustar os pesos com base na influência de cada estado anterior sobre o erro final.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processo considera como cada entrada e estado oculto contribuiu para o resultado, refinando 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retropropagação temporal é essencial para capturar dinâmicas sequenciais e melhorar a performance da rede.</a:t>
            </a:r>
          </a:p>
        </p:txBody>
      </p:sp>
    </p:spTree>
    <p:extLst>
      <p:ext uri="{BB962C8B-B14F-4D97-AF65-F5344CB8AC3E}">
        <p14:creationId xmlns:p14="http://schemas.microsoft.com/office/powerpoint/2010/main" val="254686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2EBF-3580-B275-547D-E1C6451E6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942BFC3-4932-DD13-9BF6-5E8217B5095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Atualização de Pesos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58CD8F-7B86-A3A0-084D-3DB91381425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Após a retropropagação, os gradientes acumulados ao longo da sequência são usados para ajustar os pesos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Como os pesos são compartilhados entre os passos temporais, a atualização considera o impacto global de cada um.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ajuste permite que a rede aprimore sua capacidade de representar padrões sequenciais nos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atualização eficiente dos pesos é essencial para garantir o aprendizado e a generalização da rede recorrente.</a:t>
            </a:r>
          </a:p>
        </p:txBody>
      </p:sp>
    </p:spTree>
    <p:extLst>
      <p:ext uri="{BB962C8B-B14F-4D97-AF65-F5344CB8AC3E}">
        <p14:creationId xmlns:p14="http://schemas.microsoft.com/office/powerpoint/2010/main" val="3314453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3685A-87E4-6AA2-F72E-666EB80CD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6D377DD-E720-EE37-4699-C99F32E3C22A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3500" b="1" dirty="0" err="1">
                <a:solidFill>
                  <a:srgbClr val="01BDC4"/>
                </a:solidFill>
              </a:rPr>
              <a:t>Backpropagation</a:t>
            </a:r>
            <a:r>
              <a:rPr lang="pt-BR" sz="3500" b="1" dirty="0">
                <a:solidFill>
                  <a:srgbClr val="01BDC4"/>
                </a:solidFill>
              </a:rPr>
              <a:t> </a:t>
            </a:r>
            <a:r>
              <a:rPr lang="pt-BR" sz="3500" b="1" dirty="0" err="1">
                <a:solidFill>
                  <a:srgbClr val="01BDC4"/>
                </a:solidFill>
              </a:rPr>
              <a:t>Through</a:t>
            </a:r>
            <a:r>
              <a:rPr lang="pt-BR" sz="3500" b="1" dirty="0">
                <a:solidFill>
                  <a:srgbClr val="01BDC4"/>
                </a:solidFill>
              </a:rPr>
              <a:t> Time – </a:t>
            </a:r>
            <a:r>
              <a:rPr lang="pt-BR" sz="3500" b="1" dirty="0" err="1">
                <a:solidFill>
                  <a:srgbClr val="01BDC4"/>
                </a:solidFill>
              </a:rPr>
              <a:t>Forward</a:t>
            </a:r>
            <a:r>
              <a:rPr lang="pt-BR" sz="3500" b="1" dirty="0">
                <a:solidFill>
                  <a:srgbClr val="01BDC4"/>
                </a:solidFill>
              </a:rPr>
              <a:t> </a:t>
            </a:r>
            <a:r>
              <a:rPr lang="pt-BR" sz="3500" b="1" dirty="0" err="1">
                <a:solidFill>
                  <a:srgbClr val="01BDC4"/>
                </a:solidFill>
              </a:rPr>
              <a:t>Pass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0DF5B8-C06A-E6AE-6E5A-9FE4413552C1}"/>
              </a:ext>
            </a:extLst>
          </p:cNvPr>
          <p:cNvSpPr txBox="1"/>
          <p:nvPr/>
        </p:nvSpPr>
        <p:spPr>
          <a:xfrm>
            <a:off x="645459" y="583635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 pelo autor.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CB945B66-313A-AAE4-FC67-8EE13AEC350A}"/>
                  </a:ext>
                </a:extLst>
              </p:cNvPr>
              <p:cNvSpPr/>
              <p:nvPr/>
            </p:nvSpPr>
            <p:spPr>
              <a:xfrm>
                <a:off x="1602820" y="4890021"/>
                <a:ext cx="1449659" cy="7021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CB945B66-313A-AAE4-FC67-8EE13AEC35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820" y="4890021"/>
                <a:ext cx="1449659" cy="702100"/>
              </a:xfrm>
              <a:prstGeom prst="rect">
                <a:avLst/>
              </a:prstGeom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0EC7F34B-6D92-8931-FD98-034701EA130E}"/>
                  </a:ext>
                </a:extLst>
              </p:cNvPr>
              <p:cNvSpPr/>
              <p:nvPr/>
            </p:nvSpPr>
            <p:spPr>
              <a:xfrm>
                <a:off x="6840943" y="4911897"/>
                <a:ext cx="843773" cy="68022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0EC7F34B-6D92-8931-FD98-034701EA1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943" y="4911897"/>
                <a:ext cx="843773" cy="680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BA82DA7D-5572-35C6-51CC-B40186B861FC}"/>
                  </a:ext>
                </a:extLst>
              </p:cNvPr>
              <p:cNvSpPr/>
              <p:nvPr/>
            </p:nvSpPr>
            <p:spPr>
              <a:xfrm>
                <a:off x="1789273" y="3590692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BA82DA7D-5572-35C6-51CC-B40186B861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273" y="3590692"/>
                <a:ext cx="658253" cy="691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09D5E696-D400-A081-C1FC-10CB88986B64}"/>
                  </a:ext>
                </a:extLst>
              </p:cNvPr>
              <p:cNvSpPr/>
              <p:nvPr/>
            </p:nvSpPr>
            <p:spPr>
              <a:xfrm>
                <a:off x="4579102" y="3590692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09D5E696-D400-A081-C1FC-10CB88986B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02" y="3590692"/>
                <a:ext cx="658253" cy="691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53EFCFB3-6783-4B79-5BA6-10B78D9A6066}"/>
              </a:ext>
            </a:extLst>
          </p:cNvPr>
          <p:cNvSpPr/>
          <p:nvPr/>
        </p:nvSpPr>
        <p:spPr>
          <a:xfrm>
            <a:off x="3239098" y="3590692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0815749-A2F5-1248-1226-05B2D4753A13}"/>
              </a:ext>
            </a:extLst>
          </p:cNvPr>
          <p:cNvSpPr/>
          <p:nvPr/>
        </p:nvSpPr>
        <p:spPr>
          <a:xfrm>
            <a:off x="6028927" y="3590692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DBF9C719-8128-4F96-66DD-801FB2E74DA9}"/>
                  </a:ext>
                </a:extLst>
              </p:cNvPr>
              <p:cNvSpPr/>
              <p:nvPr/>
            </p:nvSpPr>
            <p:spPr>
              <a:xfrm>
                <a:off x="7262830" y="3590692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DBF9C719-8128-4F96-66DD-801FB2E74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830" y="3590692"/>
                <a:ext cx="658253" cy="6913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201C5E6A-A13A-F03D-2B6C-2ABF4A652898}"/>
                  </a:ext>
                </a:extLst>
              </p:cNvPr>
              <p:cNvSpPr/>
              <p:nvPr/>
            </p:nvSpPr>
            <p:spPr>
              <a:xfrm>
                <a:off x="9708582" y="3590692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201C5E6A-A13A-F03D-2B6C-2ABF4A652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582" y="3590692"/>
                <a:ext cx="658253" cy="6913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Elipse 14">
            <a:extLst>
              <a:ext uri="{FF2B5EF4-FFF2-40B4-BE49-F238E27FC236}">
                <a16:creationId xmlns:a16="http://schemas.microsoft.com/office/drawing/2014/main" id="{FDF70960-D407-298D-D73E-D18A54F73D84}"/>
              </a:ext>
            </a:extLst>
          </p:cNvPr>
          <p:cNvSpPr/>
          <p:nvPr/>
        </p:nvSpPr>
        <p:spPr>
          <a:xfrm>
            <a:off x="8500781" y="2565817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A2135823-1D4F-B182-8224-7A41C29E9734}"/>
                  </a:ext>
                </a:extLst>
              </p:cNvPr>
              <p:cNvSpPr/>
              <p:nvPr/>
            </p:nvSpPr>
            <p:spPr>
              <a:xfrm>
                <a:off x="8500781" y="1341738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A2135823-1D4F-B182-8224-7A41C29E97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781" y="1341738"/>
                <a:ext cx="658253" cy="6913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A2E5ECB-9515-833F-4115-C25986DCA89C}"/>
              </a:ext>
            </a:extLst>
          </p:cNvPr>
          <p:cNvCxnSpPr>
            <a:stCxn id="9" idx="3"/>
            <a:endCxn id="11" idx="2"/>
          </p:cNvCxnSpPr>
          <p:nvPr/>
        </p:nvCxnSpPr>
        <p:spPr>
          <a:xfrm>
            <a:off x="2447526" y="3936380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78A10644-2D48-B5A0-69E5-0621F7E38EF7}"/>
              </a:ext>
            </a:extLst>
          </p:cNvPr>
          <p:cNvCxnSpPr>
            <a:cxnSpLocks/>
            <a:stCxn id="11" idx="6"/>
            <a:endCxn id="10" idx="1"/>
          </p:cNvCxnSpPr>
          <p:nvPr/>
        </p:nvCxnSpPr>
        <p:spPr>
          <a:xfrm>
            <a:off x="3897351" y="3936380"/>
            <a:ext cx="6817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D80DC989-E215-A636-56B6-CB254095076D}"/>
              </a:ext>
            </a:extLst>
          </p:cNvPr>
          <p:cNvCxnSpPr>
            <a:cxnSpLocks/>
            <a:stCxn id="4" idx="0"/>
            <a:endCxn id="11" idx="3"/>
          </p:cNvCxnSpPr>
          <p:nvPr/>
        </p:nvCxnSpPr>
        <p:spPr>
          <a:xfrm flipV="1">
            <a:off x="2327650" y="4180817"/>
            <a:ext cx="1007847" cy="7092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>
                <a:extLst>
                  <a:ext uri="{FF2B5EF4-FFF2-40B4-BE49-F238E27FC236}">
                    <a16:creationId xmlns:a16="http://schemas.microsoft.com/office/drawing/2014/main" id="{71828EF1-7F0C-AA56-5300-C04EEB974E36}"/>
                  </a:ext>
                </a:extLst>
              </p:cNvPr>
              <p:cNvSpPr/>
              <p:nvPr/>
            </p:nvSpPr>
            <p:spPr>
              <a:xfrm>
                <a:off x="4579102" y="4610816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4" name="Retângulo 23">
                <a:extLst>
                  <a:ext uri="{FF2B5EF4-FFF2-40B4-BE49-F238E27FC236}">
                    <a16:creationId xmlns:a16="http://schemas.microsoft.com/office/drawing/2014/main" id="{71828EF1-7F0C-AA56-5300-C04EEB974E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02" y="4610816"/>
                <a:ext cx="658253" cy="6913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CA2C1C12-BD3D-BC83-41EF-49E1B8639A7C}"/>
              </a:ext>
            </a:extLst>
          </p:cNvPr>
          <p:cNvCxnSpPr>
            <a:cxnSpLocks/>
            <a:endCxn id="11" idx="5"/>
          </p:cNvCxnSpPr>
          <p:nvPr/>
        </p:nvCxnSpPr>
        <p:spPr>
          <a:xfrm flipH="1" flipV="1">
            <a:off x="3800952" y="4180817"/>
            <a:ext cx="773112" cy="5185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36307CBA-BDC1-8AF6-CDE4-137E93AE0392}"/>
              </a:ext>
            </a:extLst>
          </p:cNvPr>
          <p:cNvCxnSpPr>
            <a:cxnSpLocks/>
            <a:stCxn id="10" idx="3"/>
            <a:endCxn id="12" idx="2"/>
          </p:cNvCxnSpPr>
          <p:nvPr/>
        </p:nvCxnSpPr>
        <p:spPr>
          <a:xfrm>
            <a:off x="5237355" y="3936380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92C17C03-ABA4-73C3-02F9-49BCFD8EA2BF}"/>
              </a:ext>
            </a:extLst>
          </p:cNvPr>
          <p:cNvCxnSpPr>
            <a:cxnSpLocks/>
            <a:stCxn id="12" idx="6"/>
            <a:endCxn id="13" idx="1"/>
          </p:cNvCxnSpPr>
          <p:nvPr/>
        </p:nvCxnSpPr>
        <p:spPr>
          <a:xfrm>
            <a:off x="6687180" y="3936380"/>
            <a:ext cx="575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66F34B0C-4369-A7E4-C9ED-D394EFD3BABB}"/>
              </a:ext>
            </a:extLst>
          </p:cNvPr>
          <p:cNvCxnSpPr>
            <a:cxnSpLocks/>
            <a:stCxn id="8" idx="0"/>
            <a:endCxn id="12" idx="5"/>
          </p:cNvCxnSpPr>
          <p:nvPr/>
        </p:nvCxnSpPr>
        <p:spPr>
          <a:xfrm flipH="1" flipV="1">
            <a:off x="6590781" y="4180817"/>
            <a:ext cx="672049" cy="7310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3A36FF47-99B6-0950-6447-49D0E5007FE1}"/>
              </a:ext>
            </a:extLst>
          </p:cNvPr>
          <p:cNvCxnSpPr>
            <a:cxnSpLocks/>
            <a:stCxn id="13" idx="3"/>
            <a:endCxn id="15" idx="3"/>
          </p:cNvCxnSpPr>
          <p:nvPr/>
        </p:nvCxnSpPr>
        <p:spPr>
          <a:xfrm flipV="1">
            <a:off x="7921083" y="3155942"/>
            <a:ext cx="676097" cy="7804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8D40503D-9F43-F790-7BE3-A2FA395E1AE5}"/>
              </a:ext>
            </a:extLst>
          </p:cNvPr>
          <p:cNvCxnSpPr>
            <a:cxnSpLocks/>
            <a:stCxn id="14" idx="1"/>
            <a:endCxn id="15" idx="5"/>
          </p:cNvCxnSpPr>
          <p:nvPr/>
        </p:nvCxnSpPr>
        <p:spPr>
          <a:xfrm flipH="1" flipV="1">
            <a:off x="9062635" y="3155942"/>
            <a:ext cx="645947" cy="7804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2FC75458-3109-BDC1-9121-530ADEB492D4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V="1">
            <a:off x="8829908" y="2033113"/>
            <a:ext cx="0" cy="5327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id="{37A1A782-6496-704F-BE78-0199CB040DC5}"/>
                  </a:ext>
                </a:extLst>
              </p:cNvPr>
              <p:cNvSpPr/>
              <p:nvPr/>
            </p:nvSpPr>
            <p:spPr>
              <a:xfrm>
                <a:off x="1789273" y="2553629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id="{37A1A782-6496-704F-BE78-0199CB040D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273" y="2553629"/>
                <a:ext cx="658253" cy="6913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id="{08A1B1FD-E08E-DA55-B05F-E50EBCBA3B36}"/>
                  </a:ext>
                </a:extLst>
              </p:cNvPr>
              <p:cNvSpPr/>
              <p:nvPr/>
            </p:nvSpPr>
            <p:spPr>
              <a:xfrm>
                <a:off x="4579102" y="2553629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id="{08A1B1FD-E08E-DA55-B05F-E50EBCBA3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02" y="2553629"/>
                <a:ext cx="658253" cy="6913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Elipse 67">
            <a:extLst>
              <a:ext uri="{FF2B5EF4-FFF2-40B4-BE49-F238E27FC236}">
                <a16:creationId xmlns:a16="http://schemas.microsoft.com/office/drawing/2014/main" id="{1049E7DE-8E77-69E6-6639-EA1AAEB1E29F}"/>
              </a:ext>
            </a:extLst>
          </p:cNvPr>
          <p:cNvSpPr/>
          <p:nvPr/>
        </p:nvSpPr>
        <p:spPr>
          <a:xfrm>
            <a:off x="3239098" y="2553629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46499F35-2172-F9AE-0A80-D29D2400298F}"/>
              </a:ext>
            </a:extLst>
          </p:cNvPr>
          <p:cNvSpPr/>
          <p:nvPr/>
        </p:nvSpPr>
        <p:spPr>
          <a:xfrm>
            <a:off x="6028927" y="2553629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id="{79045C60-59B2-AFE2-26F3-132E2F181A80}"/>
                  </a:ext>
                </a:extLst>
              </p:cNvPr>
              <p:cNvSpPr/>
              <p:nvPr/>
            </p:nvSpPr>
            <p:spPr>
              <a:xfrm>
                <a:off x="7262830" y="2553629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id="{79045C60-59B2-AFE2-26F3-132E2F181A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830" y="2553629"/>
                <a:ext cx="658253" cy="6913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tângulo 70">
                <a:extLst>
                  <a:ext uri="{FF2B5EF4-FFF2-40B4-BE49-F238E27FC236}">
                    <a16:creationId xmlns:a16="http://schemas.microsoft.com/office/drawing/2014/main" id="{74C016B8-2A08-95C1-7972-5CE91321B48A}"/>
                  </a:ext>
                </a:extLst>
              </p:cNvPr>
              <p:cNvSpPr/>
              <p:nvPr/>
            </p:nvSpPr>
            <p:spPr>
              <a:xfrm>
                <a:off x="9708582" y="2553629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Retângulo 70">
                <a:extLst>
                  <a:ext uri="{FF2B5EF4-FFF2-40B4-BE49-F238E27FC236}">
                    <a16:creationId xmlns:a16="http://schemas.microsoft.com/office/drawing/2014/main" id="{74C016B8-2A08-95C1-7972-5CE91321B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582" y="2553629"/>
                <a:ext cx="658253" cy="6913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0C8C9A43-1503-6319-F056-4B2684E21ED8}"/>
              </a:ext>
            </a:extLst>
          </p:cNvPr>
          <p:cNvCxnSpPr>
            <a:stCxn id="66" idx="3"/>
            <a:endCxn id="68" idx="2"/>
          </p:cNvCxnSpPr>
          <p:nvPr/>
        </p:nvCxnSpPr>
        <p:spPr>
          <a:xfrm>
            <a:off x="2447526" y="2899317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id="{A44E0810-C5F8-D66A-28DF-79B1BCA28A11}"/>
              </a:ext>
            </a:extLst>
          </p:cNvPr>
          <p:cNvCxnSpPr>
            <a:cxnSpLocks/>
            <a:stCxn id="68" idx="6"/>
            <a:endCxn id="67" idx="1"/>
          </p:cNvCxnSpPr>
          <p:nvPr/>
        </p:nvCxnSpPr>
        <p:spPr>
          <a:xfrm>
            <a:off x="3897351" y="2899317"/>
            <a:ext cx="6817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9F29DDA3-50D0-6626-9730-12E0062EF598}"/>
              </a:ext>
            </a:extLst>
          </p:cNvPr>
          <p:cNvCxnSpPr>
            <a:cxnSpLocks/>
            <a:stCxn id="67" idx="3"/>
            <a:endCxn id="69" idx="2"/>
          </p:cNvCxnSpPr>
          <p:nvPr/>
        </p:nvCxnSpPr>
        <p:spPr>
          <a:xfrm>
            <a:off x="5237355" y="2899317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D27785D9-7886-E411-9925-5431277083DE}"/>
              </a:ext>
            </a:extLst>
          </p:cNvPr>
          <p:cNvCxnSpPr>
            <a:cxnSpLocks/>
            <a:stCxn id="69" idx="6"/>
            <a:endCxn id="70" idx="1"/>
          </p:cNvCxnSpPr>
          <p:nvPr/>
        </p:nvCxnSpPr>
        <p:spPr>
          <a:xfrm>
            <a:off x="6687180" y="2899317"/>
            <a:ext cx="575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0EB3F4A2-9C79-C04D-A1FE-219A478648BE}"/>
                  </a:ext>
                </a:extLst>
              </p:cNvPr>
              <p:cNvSpPr/>
              <p:nvPr/>
            </p:nvSpPr>
            <p:spPr>
              <a:xfrm>
                <a:off x="1789273" y="1512347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0EB3F4A2-9C79-C04D-A1FE-219A47864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273" y="1512347"/>
                <a:ext cx="658253" cy="6913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76">
                <a:extLst>
                  <a:ext uri="{FF2B5EF4-FFF2-40B4-BE49-F238E27FC236}">
                    <a16:creationId xmlns:a16="http://schemas.microsoft.com/office/drawing/2014/main" id="{3E0E660B-5533-B0AC-F7A4-8515B7A0E8F9}"/>
                  </a:ext>
                </a:extLst>
              </p:cNvPr>
              <p:cNvSpPr/>
              <p:nvPr/>
            </p:nvSpPr>
            <p:spPr>
              <a:xfrm>
                <a:off x="4579102" y="1512347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Retângulo 76">
                <a:extLst>
                  <a:ext uri="{FF2B5EF4-FFF2-40B4-BE49-F238E27FC236}">
                    <a16:creationId xmlns:a16="http://schemas.microsoft.com/office/drawing/2014/main" id="{3E0E660B-5533-B0AC-F7A4-8515B7A0E8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02" y="1512347"/>
                <a:ext cx="658253" cy="6913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Elipse 77">
            <a:extLst>
              <a:ext uri="{FF2B5EF4-FFF2-40B4-BE49-F238E27FC236}">
                <a16:creationId xmlns:a16="http://schemas.microsoft.com/office/drawing/2014/main" id="{74D0E459-DB5B-B050-D9D1-1C498713CAE6}"/>
              </a:ext>
            </a:extLst>
          </p:cNvPr>
          <p:cNvSpPr/>
          <p:nvPr/>
        </p:nvSpPr>
        <p:spPr>
          <a:xfrm>
            <a:off x="3239098" y="1512347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B259E922-603A-AACE-8B57-2CB147BBCBD4}"/>
              </a:ext>
            </a:extLst>
          </p:cNvPr>
          <p:cNvSpPr/>
          <p:nvPr/>
        </p:nvSpPr>
        <p:spPr>
          <a:xfrm>
            <a:off x="6028927" y="1512347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B9A1E55C-F529-B368-9A73-F19BB0E01C7A}"/>
                  </a:ext>
                </a:extLst>
              </p:cNvPr>
              <p:cNvSpPr/>
              <p:nvPr/>
            </p:nvSpPr>
            <p:spPr>
              <a:xfrm>
                <a:off x="7262830" y="1512347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B9A1E55C-F529-B368-9A73-F19BB0E01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830" y="1512347"/>
                <a:ext cx="658253" cy="6913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id="{F5853514-354F-8C36-E3A2-9224D326056E}"/>
                  </a:ext>
                </a:extLst>
              </p:cNvPr>
              <p:cNvSpPr/>
              <p:nvPr/>
            </p:nvSpPr>
            <p:spPr>
              <a:xfrm>
                <a:off x="9708582" y="1512347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id="{F5853514-354F-8C36-E3A2-9224D32605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582" y="1512347"/>
                <a:ext cx="658253" cy="6913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A869BDC9-F60F-C594-4D72-0C6BEAA3A885}"/>
              </a:ext>
            </a:extLst>
          </p:cNvPr>
          <p:cNvCxnSpPr>
            <a:stCxn id="76" idx="3"/>
            <a:endCxn id="78" idx="2"/>
          </p:cNvCxnSpPr>
          <p:nvPr/>
        </p:nvCxnSpPr>
        <p:spPr>
          <a:xfrm>
            <a:off x="2447526" y="1858035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3D7A4354-01A0-6591-C965-2DF72A244BFE}"/>
              </a:ext>
            </a:extLst>
          </p:cNvPr>
          <p:cNvCxnSpPr>
            <a:cxnSpLocks/>
            <a:stCxn id="78" idx="6"/>
            <a:endCxn id="77" idx="1"/>
          </p:cNvCxnSpPr>
          <p:nvPr/>
        </p:nvCxnSpPr>
        <p:spPr>
          <a:xfrm>
            <a:off x="3897351" y="1858035"/>
            <a:ext cx="6817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FC3D9E4F-758B-6E3E-7076-946C9DA34A96}"/>
              </a:ext>
            </a:extLst>
          </p:cNvPr>
          <p:cNvCxnSpPr>
            <a:cxnSpLocks/>
            <a:stCxn id="77" idx="3"/>
            <a:endCxn id="79" idx="2"/>
          </p:cNvCxnSpPr>
          <p:nvPr/>
        </p:nvCxnSpPr>
        <p:spPr>
          <a:xfrm>
            <a:off x="5237355" y="1858035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A7A62E85-1AD8-C5AE-9F1E-0AD9F23EDD61}"/>
              </a:ext>
            </a:extLst>
          </p:cNvPr>
          <p:cNvCxnSpPr>
            <a:cxnSpLocks/>
            <a:stCxn id="79" idx="6"/>
            <a:endCxn id="80" idx="1"/>
          </p:cNvCxnSpPr>
          <p:nvPr/>
        </p:nvCxnSpPr>
        <p:spPr>
          <a:xfrm>
            <a:off x="6687180" y="1858035"/>
            <a:ext cx="575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de Seta Reta 104">
            <a:extLst>
              <a:ext uri="{FF2B5EF4-FFF2-40B4-BE49-F238E27FC236}">
                <a16:creationId xmlns:a16="http://schemas.microsoft.com/office/drawing/2014/main" id="{2AE6F757-A38C-14B2-D07B-2393E15E4FEA}"/>
              </a:ext>
            </a:extLst>
          </p:cNvPr>
          <p:cNvCxnSpPr>
            <a:cxnSpLocks/>
            <a:stCxn id="4" idx="0"/>
            <a:endCxn id="68" idx="3"/>
          </p:cNvCxnSpPr>
          <p:nvPr/>
        </p:nvCxnSpPr>
        <p:spPr>
          <a:xfrm flipV="1">
            <a:off x="2327650" y="3143754"/>
            <a:ext cx="1007847" cy="1746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de Seta Reta 107">
            <a:extLst>
              <a:ext uri="{FF2B5EF4-FFF2-40B4-BE49-F238E27FC236}">
                <a16:creationId xmlns:a16="http://schemas.microsoft.com/office/drawing/2014/main" id="{CE2E77D5-5B6F-FDA5-7DFB-538243C213AC}"/>
              </a:ext>
            </a:extLst>
          </p:cNvPr>
          <p:cNvCxnSpPr>
            <a:cxnSpLocks/>
            <a:stCxn id="4" idx="0"/>
            <a:endCxn id="78" idx="3"/>
          </p:cNvCxnSpPr>
          <p:nvPr/>
        </p:nvCxnSpPr>
        <p:spPr>
          <a:xfrm flipV="1">
            <a:off x="2327650" y="2102472"/>
            <a:ext cx="1007847" cy="2787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de Seta Reta 120">
            <a:extLst>
              <a:ext uri="{FF2B5EF4-FFF2-40B4-BE49-F238E27FC236}">
                <a16:creationId xmlns:a16="http://schemas.microsoft.com/office/drawing/2014/main" id="{F7B2BA77-17D0-F2D5-9527-C439964712B1}"/>
              </a:ext>
            </a:extLst>
          </p:cNvPr>
          <p:cNvCxnSpPr>
            <a:cxnSpLocks/>
            <a:stCxn id="8" idx="0"/>
            <a:endCxn id="69" idx="5"/>
          </p:cNvCxnSpPr>
          <p:nvPr/>
        </p:nvCxnSpPr>
        <p:spPr>
          <a:xfrm flipH="1" flipV="1">
            <a:off x="6590781" y="3143754"/>
            <a:ext cx="672049" cy="1768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23">
            <a:extLst>
              <a:ext uri="{FF2B5EF4-FFF2-40B4-BE49-F238E27FC236}">
                <a16:creationId xmlns:a16="http://schemas.microsoft.com/office/drawing/2014/main" id="{96091E00-20CA-4925-6FB9-658843FD80EC}"/>
              </a:ext>
            </a:extLst>
          </p:cNvPr>
          <p:cNvCxnSpPr>
            <a:cxnSpLocks/>
            <a:stCxn id="8" idx="0"/>
            <a:endCxn id="79" idx="5"/>
          </p:cNvCxnSpPr>
          <p:nvPr/>
        </p:nvCxnSpPr>
        <p:spPr>
          <a:xfrm flipH="1" flipV="1">
            <a:off x="6590781" y="2102472"/>
            <a:ext cx="672049" cy="28094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de Seta Reta 136">
            <a:extLst>
              <a:ext uri="{FF2B5EF4-FFF2-40B4-BE49-F238E27FC236}">
                <a16:creationId xmlns:a16="http://schemas.microsoft.com/office/drawing/2014/main" id="{0ED1D189-C19A-29C8-9E8E-C5F65A34A5DD}"/>
              </a:ext>
            </a:extLst>
          </p:cNvPr>
          <p:cNvCxnSpPr>
            <a:cxnSpLocks/>
            <a:endCxn id="68" idx="5"/>
          </p:cNvCxnSpPr>
          <p:nvPr/>
        </p:nvCxnSpPr>
        <p:spPr>
          <a:xfrm flipH="1" flipV="1">
            <a:off x="3800952" y="3143754"/>
            <a:ext cx="773112" cy="5185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de Seta Reta 139">
            <a:extLst>
              <a:ext uri="{FF2B5EF4-FFF2-40B4-BE49-F238E27FC236}">
                <a16:creationId xmlns:a16="http://schemas.microsoft.com/office/drawing/2014/main" id="{CEF1CD79-AAFF-6C96-4A0C-5F81C9441BD4}"/>
              </a:ext>
            </a:extLst>
          </p:cNvPr>
          <p:cNvCxnSpPr>
            <a:cxnSpLocks/>
            <a:endCxn id="78" idx="5"/>
          </p:cNvCxnSpPr>
          <p:nvPr/>
        </p:nvCxnSpPr>
        <p:spPr>
          <a:xfrm flipH="1" flipV="1">
            <a:off x="3800952" y="2102472"/>
            <a:ext cx="778150" cy="5588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de Seta Reta 148">
            <a:extLst>
              <a:ext uri="{FF2B5EF4-FFF2-40B4-BE49-F238E27FC236}">
                <a16:creationId xmlns:a16="http://schemas.microsoft.com/office/drawing/2014/main" id="{6EE8DCF2-74BA-27C3-6F79-62D382E4BD91}"/>
              </a:ext>
            </a:extLst>
          </p:cNvPr>
          <p:cNvCxnSpPr>
            <a:cxnSpLocks/>
            <a:stCxn id="70" idx="3"/>
            <a:endCxn id="15" idx="2"/>
          </p:cNvCxnSpPr>
          <p:nvPr/>
        </p:nvCxnSpPr>
        <p:spPr>
          <a:xfrm>
            <a:off x="7921083" y="2899317"/>
            <a:ext cx="579698" cy="121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de Seta Reta 151">
            <a:extLst>
              <a:ext uri="{FF2B5EF4-FFF2-40B4-BE49-F238E27FC236}">
                <a16:creationId xmlns:a16="http://schemas.microsoft.com/office/drawing/2014/main" id="{7417443E-1EEE-96AB-964A-21DA91957FBB}"/>
              </a:ext>
            </a:extLst>
          </p:cNvPr>
          <p:cNvCxnSpPr>
            <a:cxnSpLocks/>
            <a:stCxn id="80" idx="3"/>
            <a:endCxn id="15" idx="1"/>
          </p:cNvCxnSpPr>
          <p:nvPr/>
        </p:nvCxnSpPr>
        <p:spPr>
          <a:xfrm>
            <a:off x="7921083" y="1858035"/>
            <a:ext cx="676097" cy="8090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ector de Seta Reta 158">
            <a:extLst>
              <a:ext uri="{FF2B5EF4-FFF2-40B4-BE49-F238E27FC236}">
                <a16:creationId xmlns:a16="http://schemas.microsoft.com/office/drawing/2014/main" id="{E3542689-5BD9-E550-61A4-A5B3DBABAC0F}"/>
              </a:ext>
            </a:extLst>
          </p:cNvPr>
          <p:cNvCxnSpPr>
            <a:cxnSpLocks/>
            <a:stCxn id="71" idx="1"/>
            <a:endCxn id="15" idx="6"/>
          </p:cNvCxnSpPr>
          <p:nvPr/>
        </p:nvCxnSpPr>
        <p:spPr>
          <a:xfrm flipH="1">
            <a:off x="9159034" y="2899317"/>
            <a:ext cx="549548" cy="121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de Seta Reta 161">
            <a:extLst>
              <a:ext uri="{FF2B5EF4-FFF2-40B4-BE49-F238E27FC236}">
                <a16:creationId xmlns:a16="http://schemas.microsoft.com/office/drawing/2014/main" id="{3FBE8CB5-6CF2-DEFA-A8F8-83FA5D046EAA}"/>
              </a:ext>
            </a:extLst>
          </p:cNvPr>
          <p:cNvCxnSpPr>
            <a:cxnSpLocks/>
            <a:stCxn id="81" idx="1"/>
            <a:endCxn id="15" idx="7"/>
          </p:cNvCxnSpPr>
          <p:nvPr/>
        </p:nvCxnSpPr>
        <p:spPr>
          <a:xfrm flipH="1">
            <a:off x="9062635" y="1858035"/>
            <a:ext cx="645947" cy="8090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58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2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13B2-7263-B118-3B88-FB207E72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A1C9FE72-2653-E208-4272-F34D08AAECE9}"/>
              </a:ext>
            </a:extLst>
          </p:cNvPr>
          <p:cNvGrpSpPr/>
          <p:nvPr/>
        </p:nvGrpSpPr>
        <p:grpSpPr>
          <a:xfrm>
            <a:off x="1602820" y="1341738"/>
            <a:ext cx="8764015" cy="4250383"/>
            <a:chOff x="1602820" y="1341738"/>
            <a:chExt cx="8764015" cy="42503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ABC26521-3FC2-55EF-52AB-E6BCFBB29ED9}"/>
                    </a:ext>
                  </a:extLst>
                </p:cNvPr>
                <p:cNvSpPr/>
                <p:nvPr/>
              </p:nvSpPr>
              <p:spPr>
                <a:xfrm>
                  <a:off x="1602820" y="4890021"/>
                  <a:ext cx="1449659" cy="7021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𝑥h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hh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" name="Retângulo 4">
                  <a:extLst>
                    <a:ext uri="{FF2B5EF4-FFF2-40B4-BE49-F238E27FC236}">
                      <a16:creationId xmlns:a16="http://schemas.microsoft.com/office/drawing/2014/main" id="{ABC26521-3FC2-55EF-52AB-E6BCFBB29E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820" y="4890021"/>
                  <a:ext cx="1449659" cy="702100"/>
                </a:xfrm>
                <a:prstGeom prst="rect">
                  <a:avLst/>
                </a:prstGeom>
                <a:blipFill>
                  <a:blip r:embed="rId2"/>
                  <a:stretch>
                    <a:fillRect l="-41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D7A98EDA-27D5-2571-D67F-0B82482D14AD}"/>
                    </a:ext>
                  </a:extLst>
                </p:cNvPr>
                <p:cNvSpPr/>
                <p:nvPr/>
              </p:nvSpPr>
              <p:spPr>
                <a:xfrm>
                  <a:off x="6840943" y="4911897"/>
                  <a:ext cx="843773" cy="6802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h𝑦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" name="Retângulo 6">
                  <a:extLst>
                    <a:ext uri="{FF2B5EF4-FFF2-40B4-BE49-F238E27FC236}">
                      <a16:creationId xmlns:a16="http://schemas.microsoft.com/office/drawing/2014/main" id="{D7A98EDA-27D5-2571-D67F-0B82482D14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943" y="4911897"/>
                  <a:ext cx="843773" cy="68022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tângulo 15">
                  <a:extLst>
                    <a:ext uri="{FF2B5EF4-FFF2-40B4-BE49-F238E27FC236}">
                      <a16:creationId xmlns:a16="http://schemas.microsoft.com/office/drawing/2014/main" id="{1433A60C-7D79-7E68-77D8-D45846980134}"/>
                    </a:ext>
                  </a:extLst>
                </p:cNvPr>
                <p:cNvSpPr/>
                <p:nvPr/>
              </p:nvSpPr>
              <p:spPr>
                <a:xfrm>
                  <a:off x="1789273" y="3590692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Retângulo 15">
                  <a:extLst>
                    <a:ext uri="{FF2B5EF4-FFF2-40B4-BE49-F238E27FC236}">
                      <a16:creationId xmlns:a16="http://schemas.microsoft.com/office/drawing/2014/main" id="{1433A60C-7D79-7E68-77D8-D458469801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273" y="3590692"/>
                  <a:ext cx="658253" cy="6913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tângulo 17">
                  <a:extLst>
                    <a:ext uri="{FF2B5EF4-FFF2-40B4-BE49-F238E27FC236}">
                      <a16:creationId xmlns:a16="http://schemas.microsoft.com/office/drawing/2014/main" id="{E3166CEC-3264-3FAA-D98A-82B5ED2FFA40}"/>
                    </a:ext>
                  </a:extLst>
                </p:cNvPr>
                <p:cNvSpPr/>
                <p:nvPr/>
              </p:nvSpPr>
              <p:spPr>
                <a:xfrm>
                  <a:off x="4579102" y="3590692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8" name="Retângulo 17">
                  <a:extLst>
                    <a:ext uri="{FF2B5EF4-FFF2-40B4-BE49-F238E27FC236}">
                      <a16:creationId xmlns:a16="http://schemas.microsoft.com/office/drawing/2014/main" id="{E3166CEC-3264-3FAA-D98A-82B5ED2FFA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9102" y="3590692"/>
                  <a:ext cx="658253" cy="6913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EA27AB46-62DE-6756-F2E9-462DF9722028}"/>
                </a:ext>
              </a:extLst>
            </p:cNvPr>
            <p:cNvSpPr/>
            <p:nvPr/>
          </p:nvSpPr>
          <p:spPr>
            <a:xfrm>
              <a:off x="3239098" y="3590692"/>
              <a:ext cx="658253" cy="69137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F687EADC-45DA-A544-5941-22A5EEAAC27F}"/>
                </a:ext>
              </a:extLst>
            </p:cNvPr>
            <p:cNvSpPr/>
            <p:nvPr/>
          </p:nvSpPr>
          <p:spPr>
            <a:xfrm>
              <a:off x="6028927" y="3590692"/>
              <a:ext cx="658253" cy="69137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tângulo 24">
                  <a:extLst>
                    <a:ext uri="{FF2B5EF4-FFF2-40B4-BE49-F238E27FC236}">
                      <a16:creationId xmlns:a16="http://schemas.microsoft.com/office/drawing/2014/main" id="{F9F14000-46FE-9F4A-C599-EAE288BA128C}"/>
                    </a:ext>
                  </a:extLst>
                </p:cNvPr>
                <p:cNvSpPr/>
                <p:nvPr/>
              </p:nvSpPr>
              <p:spPr>
                <a:xfrm>
                  <a:off x="7262830" y="3590692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Retângulo 24">
                  <a:extLst>
                    <a:ext uri="{FF2B5EF4-FFF2-40B4-BE49-F238E27FC236}">
                      <a16:creationId xmlns:a16="http://schemas.microsoft.com/office/drawing/2014/main" id="{F9F14000-46FE-9F4A-C599-EAE288BA12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2830" y="3590692"/>
                  <a:ext cx="658253" cy="6913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tângulo 26">
                  <a:extLst>
                    <a:ext uri="{FF2B5EF4-FFF2-40B4-BE49-F238E27FC236}">
                      <a16:creationId xmlns:a16="http://schemas.microsoft.com/office/drawing/2014/main" id="{1CC4D146-7727-E472-3E74-3840E09EDB47}"/>
                    </a:ext>
                  </a:extLst>
                </p:cNvPr>
                <p:cNvSpPr/>
                <p:nvPr/>
              </p:nvSpPr>
              <p:spPr>
                <a:xfrm>
                  <a:off x="9708582" y="3590692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Retângulo 26">
                  <a:extLst>
                    <a:ext uri="{FF2B5EF4-FFF2-40B4-BE49-F238E27FC236}">
                      <a16:creationId xmlns:a16="http://schemas.microsoft.com/office/drawing/2014/main" id="{1CC4D146-7727-E472-3E74-3840E09EDB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582" y="3590692"/>
                  <a:ext cx="658253" cy="6913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8C123CCA-8BA9-BF2D-51CD-DE7986856C20}"/>
                </a:ext>
              </a:extLst>
            </p:cNvPr>
            <p:cNvSpPr/>
            <p:nvPr/>
          </p:nvSpPr>
          <p:spPr>
            <a:xfrm>
              <a:off x="8500781" y="2565817"/>
              <a:ext cx="658253" cy="69137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tângulo 28">
                  <a:extLst>
                    <a:ext uri="{FF2B5EF4-FFF2-40B4-BE49-F238E27FC236}">
                      <a16:creationId xmlns:a16="http://schemas.microsoft.com/office/drawing/2014/main" id="{F9EE23F2-E738-A260-F982-C411311B8AE2}"/>
                    </a:ext>
                  </a:extLst>
                </p:cNvPr>
                <p:cNvSpPr/>
                <p:nvPr/>
              </p:nvSpPr>
              <p:spPr>
                <a:xfrm>
                  <a:off x="8500781" y="1341738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24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pt-BR" b="1" dirty="0"/>
                </a:p>
              </p:txBody>
            </p:sp>
          </mc:Choice>
          <mc:Fallback xmlns="">
            <p:sp>
              <p:nvSpPr>
                <p:cNvPr id="29" name="Retângulo 28">
                  <a:extLst>
                    <a:ext uri="{FF2B5EF4-FFF2-40B4-BE49-F238E27FC236}">
                      <a16:creationId xmlns:a16="http://schemas.microsoft.com/office/drawing/2014/main" id="{F9EE23F2-E738-A260-F982-C411311B8A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0781" y="1341738"/>
                  <a:ext cx="658253" cy="6913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174B7068-47A1-B061-9817-D5A17DAD2FB9}"/>
                </a:ext>
              </a:extLst>
            </p:cNvPr>
            <p:cNvCxnSpPr>
              <a:cxnSpLocks/>
              <a:stCxn id="16" idx="3"/>
              <a:endCxn id="20" idx="2"/>
            </p:cNvCxnSpPr>
            <p:nvPr/>
          </p:nvCxnSpPr>
          <p:spPr>
            <a:xfrm>
              <a:off x="2447526" y="3936380"/>
              <a:ext cx="79157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5B7245D9-0711-5998-B902-8C537BF9C054}"/>
                </a:ext>
              </a:extLst>
            </p:cNvPr>
            <p:cNvCxnSpPr>
              <a:cxnSpLocks/>
              <a:stCxn id="20" idx="6"/>
              <a:endCxn id="18" idx="1"/>
            </p:cNvCxnSpPr>
            <p:nvPr/>
          </p:nvCxnSpPr>
          <p:spPr>
            <a:xfrm>
              <a:off x="3897351" y="3936380"/>
              <a:ext cx="6817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754D86CD-79CD-76AD-6F49-4CE1E0CE51C4}"/>
                </a:ext>
              </a:extLst>
            </p:cNvPr>
            <p:cNvCxnSpPr>
              <a:cxnSpLocks/>
              <a:stCxn id="5" idx="0"/>
              <a:endCxn id="20" idx="3"/>
            </p:cNvCxnSpPr>
            <p:nvPr/>
          </p:nvCxnSpPr>
          <p:spPr>
            <a:xfrm flipV="1">
              <a:off x="2327650" y="4180817"/>
              <a:ext cx="1007847" cy="7092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tângulo 33">
                  <a:extLst>
                    <a:ext uri="{FF2B5EF4-FFF2-40B4-BE49-F238E27FC236}">
                      <a16:creationId xmlns:a16="http://schemas.microsoft.com/office/drawing/2014/main" id="{4CCACBDF-13F3-4123-3FA8-C4AB385E6AFD}"/>
                    </a:ext>
                  </a:extLst>
                </p:cNvPr>
                <p:cNvSpPr/>
                <p:nvPr/>
              </p:nvSpPr>
              <p:spPr>
                <a:xfrm>
                  <a:off x="4579102" y="4610816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Retângulo 33">
                  <a:extLst>
                    <a:ext uri="{FF2B5EF4-FFF2-40B4-BE49-F238E27FC236}">
                      <a16:creationId xmlns:a16="http://schemas.microsoft.com/office/drawing/2014/main" id="{4CCACBDF-13F3-4123-3FA8-C4AB385E6AF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9102" y="4610816"/>
                  <a:ext cx="658253" cy="6913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9C104243-0F82-967A-C38F-F4D21518E367}"/>
                </a:ext>
              </a:extLst>
            </p:cNvPr>
            <p:cNvCxnSpPr>
              <a:cxnSpLocks/>
              <a:endCxn id="20" idx="5"/>
            </p:cNvCxnSpPr>
            <p:nvPr/>
          </p:nvCxnSpPr>
          <p:spPr>
            <a:xfrm flipH="1" flipV="1">
              <a:off x="3800952" y="4180817"/>
              <a:ext cx="773112" cy="5185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8C5FBF9C-D90F-B92B-2D0E-BDAECEA7C9F1}"/>
                </a:ext>
              </a:extLst>
            </p:cNvPr>
            <p:cNvCxnSpPr>
              <a:cxnSpLocks/>
              <a:stCxn id="18" idx="3"/>
              <a:endCxn id="22" idx="2"/>
            </p:cNvCxnSpPr>
            <p:nvPr/>
          </p:nvCxnSpPr>
          <p:spPr>
            <a:xfrm>
              <a:off x="5237355" y="3936380"/>
              <a:ext cx="79157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9AD33632-89CF-2E3E-DDE7-49D86C5D3F0A}"/>
                </a:ext>
              </a:extLst>
            </p:cNvPr>
            <p:cNvCxnSpPr>
              <a:cxnSpLocks/>
              <a:stCxn id="22" idx="6"/>
              <a:endCxn id="25" idx="1"/>
            </p:cNvCxnSpPr>
            <p:nvPr/>
          </p:nvCxnSpPr>
          <p:spPr>
            <a:xfrm>
              <a:off x="6687180" y="3936380"/>
              <a:ext cx="5756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de Seta Reta 39">
              <a:extLst>
                <a:ext uri="{FF2B5EF4-FFF2-40B4-BE49-F238E27FC236}">
                  <a16:creationId xmlns:a16="http://schemas.microsoft.com/office/drawing/2014/main" id="{332B7BD6-3542-419F-8343-C49720A723F4}"/>
                </a:ext>
              </a:extLst>
            </p:cNvPr>
            <p:cNvCxnSpPr>
              <a:cxnSpLocks/>
              <a:stCxn id="7" idx="0"/>
              <a:endCxn id="22" idx="5"/>
            </p:cNvCxnSpPr>
            <p:nvPr/>
          </p:nvCxnSpPr>
          <p:spPr>
            <a:xfrm flipH="1" flipV="1">
              <a:off x="6590781" y="4180817"/>
              <a:ext cx="672049" cy="7310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57ECF5B9-7845-F6A1-289E-E3293463FD2A}"/>
                </a:ext>
              </a:extLst>
            </p:cNvPr>
            <p:cNvCxnSpPr>
              <a:cxnSpLocks/>
              <a:stCxn id="25" idx="3"/>
              <a:endCxn id="28" idx="3"/>
            </p:cNvCxnSpPr>
            <p:nvPr/>
          </p:nvCxnSpPr>
          <p:spPr>
            <a:xfrm flipV="1">
              <a:off x="7921083" y="3155942"/>
              <a:ext cx="676097" cy="780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de Seta Reta 42">
              <a:extLst>
                <a:ext uri="{FF2B5EF4-FFF2-40B4-BE49-F238E27FC236}">
                  <a16:creationId xmlns:a16="http://schemas.microsoft.com/office/drawing/2014/main" id="{171FB158-7788-1547-94C2-F817CA1EE375}"/>
                </a:ext>
              </a:extLst>
            </p:cNvPr>
            <p:cNvCxnSpPr>
              <a:cxnSpLocks/>
              <a:stCxn id="27" idx="1"/>
              <a:endCxn id="28" idx="5"/>
            </p:cNvCxnSpPr>
            <p:nvPr/>
          </p:nvCxnSpPr>
          <p:spPr>
            <a:xfrm flipH="1" flipV="1">
              <a:off x="9062635" y="3155942"/>
              <a:ext cx="645947" cy="7804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D8382664-2A37-EC80-FB90-9906329CE3D8}"/>
                </a:ext>
              </a:extLst>
            </p:cNvPr>
            <p:cNvCxnSpPr>
              <a:cxnSpLocks/>
              <a:stCxn id="28" idx="0"/>
              <a:endCxn id="29" idx="2"/>
            </p:cNvCxnSpPr>
            <p:nvPr/>
          </p:nvCxnSpPr>
          <p:spPr>
            <a:xfrm flipV="1">
              <a:off x="8829908" y="2033113"/>
              <a:ext cx="0" cy="53270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tângulo 45">
                  <a:extLst>
                    <a:ext uri="{FF2B5EF4-FFF2-40B4-BE49-F238E27FC236}">
                      <a16:creationId xmlns:a16="http://schemas.microsoft.com/office/drawing/2014/main" id="{CEC25DD8-F2E9-1AB4-CE38-5642CAB2A29F}"/>
                    </a:ext>
                  </a:extLst>
                </p:cNvPr>
                <p:cNvSpPr/>
                <p:nvPr/>
              </p:nvSpPr>
              <p:spPr>
                <a:xfrm>
                  <a:off x="1789273" y="2553629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6" name="Retângulo 45">
                  <a:extLst>
                    <a:ext uri="{FF2B5EF4-FFF2-40B4-BE49-F238E27FC236}">
                      <a16:creationId xmlns:a16="http://schemas.microsoft.com/office/drawing/2014/main" id="{CEC25DD8-F2E9-1AB4-CE38-5642CAB2A2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273" y="2553629"/>
                  <a:ext cx="658253" cy="6913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tângulo 46">
                  <a:extLst>
                    <a:ext uri="{FF2B5EF4-FFF2-40B4-BE49-F238E27FC236}">
                      <a16:creationId xmlns:a16="http://schemas.microsoft.com/office/drawing/2014/main" id="{23368E1B-618F-5340-5097-33F9B6DA9A29}"/>
                    </a:ext>
                  </a:extLst>
                </p:cNvPr>
                <p:cNvSpPr/>
                <p:nvPr/>
              </p:nvSpPr>
              <p:spPr>
                <a:xfrm>
                  <a:off x="4579102" y="2553629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7" name="Retângulo 46">
                  <a:extLst>
                    <a:ext uri="{FF2B5EF4-FFF2-40B4-BE49-F238E27FC236}">
                      <a16:creationId xmlns:a16="http://schemas.microsoft.com/office/drawing/2014/main" id="{23368E1B-618F-5340-5097-33F9B6DA9A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9102" y="2553629"/>
                  <a:ext cx="658253" cy="6913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AA844701-04B9-7AA4-AFFB-AC289C8BCEEC}"/>
                </a:ext>
              </a:extLst>
            </p:cNvPr>
            <p:cNvSpPr/>
            <p:nvPr/>
          </p:nvSpPr>
          <p:spPr>
            <a:xfrm>
              <a:off x="3239098" y="2553629"/>
              <a:ext cx="658253" cy="69137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5D6DC5BF-3F3F-7A01-3C5E-6CC9743321EA}"/>
                </a:ext>
              </a:extLst>
            </p:cNvPr>
            <p:cNvSpPr/>
            <p:nvPr/>
          </p:nvSpPr>
          <p:spPr>
            <a:xfrm>
              <a:off x="6028927" y="2553629"/>
              <a:ext cx="658253" cy="69137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tângulo 49">
                  <a:extLst>
                    <a:ext uri="{FF2B5EF4-FFF2-40B4-BE49-F238E27FC236}">
                      <a16:creationId xmlns:a16="http://schemas.microsoft.com/office/drawing/2014/main" id="{16CF589D-F704-80E1-47A6-C4DE9404D510}"/>
                    </a:ext>
                  </a:extLst>
                </p:cNvPr>
                <p:cNvSpPr/>
                <p:nvPr/>
              </p:nvSpPr>
              <p:spPr>
                <a:xfrm>
                  <a:off x="7262830" y="2553629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0" name="Retângulo 49">
                  <a:extLst>
                    <a:ext uri="{FF2B5EF4-FFF2-40B4-BE49-F238E27FC236}">
                      <a16:creationId xmlns:a16="http://schemas.microsoft.com/office/drawing/2014/main" id="{16CF589D-F704-80E1-47A6-C4DE9404D5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2830" y="2553629"/>
                  <a:ext cx="658253" cy="6913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tângulo 50">
                  <a:extLst>
                    <a:ext uri="{FF2B5EF4-FFF2-40B4-BE49-F238E27FC236}">
                      <a16:creationId xmlns:a16="http://schemas.microsoft.com/office/drawing/2014/main" id="{30661930-D87B-AD59-7F13-7F8ED0865558}"/>
                    </a:ext>
                  </a:extLst>
                </p:cNvPr>
                <p:cNvSpPr/>
                <p:nvPr/>
              </p:nvSpPr>
              <p:spPr>
                <a:xfrm>
                  <a:off x="9708582" y="2553629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1" name="Retângulo 50">
                  <a:extLst>
                    <a:ext uri="{FF2B5EF4-FFF2-40B4-BE49-F238E27FC236}">
                      <a16:creationId xmlns:a16="http://schemas.microsoft.com/office/drawing/2014/main" id="{30661930-D87B-AD59-7F13-7F8ED08655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582" y="2553629"/>
                  <a:ext cx="658253" cy="6913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Conector de Seta Reta 51">
              <a:extLst>
                <a:ext uri="{FF2B5EF4-FFF2-40B4-BE49-F238E27FC236}">
                  <a16:creationId xmlns:a16="http://schemas.microsoft.com/office/drawing/2014/main" id="{1176172B-7BE2-AE76-9474-580E5069DCBB}"/>
                </a:ext>
              </a:extLst>
            </p:cNvPr>
            <p:cNvCxnSpPr>
              <a:cxnSpLocks/>
              <a:stCxn id="46" idx="3"/>
              <a:endCxn id="48" idx="2"/>
            </p:cNvCxnSpPr>
            <p:nvPr/>
          </p:nvCxnSpPr>
          <p:spPr>
            <a:xfrm>
              <a:off x="2447526" y="2899317"/>
              <a:ext cx="79157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de Seta Reta 52">
              <a:extLst>
                <a:ext uri="{FF2B5EF4-FFF2-40B4-BE49-F238E27FC236}">
                  <a16:creationId xmlns:a16="http://schemas.microsoft.com/office/drawing/2014/main" id="{F24409E5-9606-4696-FEA2-D65A08DFD6F8}"/>
                </a:ext>
              </a:extLst>
            </p:cNvPr>
            <p:cNvCxnSpPr>
              <a:cxnSpLocks/>
              <a:stCxn id="48" idx="6"/>
              <a:endCxn id="47" idx="1"/>
            </p:cNvCxnSpPr>
            <p:nvPr/>
          </p:nvCxnSpPr>
          <p:spPr>
            <a:xfrm>
              <a:off x="3897351" y="2899317"/>
              <a:ext cx="6817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de Seta Reta 53">
              <a:extLst>
                <a:ext uri="{FF2B5EF4-FFF2-40B4-BE49-F238E27FC236}">
                  <a16:creationId xmlns:a16="http://schemas.microsoft.com/office/drawing/2014/main" id="{61B1783C-B038-CC51-B6A7-A673CBE6D93D}"/>
                </a:ext>
              </a:extLst>
            </p:cNvPr>
            <p:cNvCxnSpPr>
              <a:cxnSpLocks/>
              <a:stCxn id="47" idx="3"/>
              <a:endCxn id="49" idx="2"/>
            </p:cNvCxnSpPr>
            <p:nvPr/>
          </p:nvCxnSpPr>
          <p:spPr>
            <a:xfrm>
              <a:off x="5237355" y="2899317"/>
              <a:ext cx="79157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1BD79D92-F34A-6E10-AA82-37D97265540A}"/>
                </a:ext>
              </a:extLst>
            </p:cNvPr>
            <p:cNvCxnSpPr>
              <a:cxnSpLocks/>
              <a:stCxn id="49" idx="6"/>
              <a:endCxn id="50" idx="1"/>
            </p:cNvCxnSpPr>
            <p:nvPr/>
          </p:nvCxnSpPr>
          <p:spPr>
            <a:xfrm>
              <a:off x="6687180" y="2899317"/>
              <a:ext cx="5756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tângulo 55">
                  <a:extLst>
                    <a:ext uri="{FF2B5EF4-FFF2-40B4-BE49-F238E27FC236}">
                      <a16:creationId xmlns:a16="http://schemas.microsoft.com/office/drawing/2014/main" id="{F8824FB2-8144-CE7E-AA36-F7F0B8DDCB69}"/>
                    </a:ext>
                  </a:extLst>
                </p:cNvPr>
                <p:cNvSpPr/>
                <p:nvPr/>
              </p:nvSpPr>
              <p:spPr>
                <a:xfrm>
                  <a:off x="1789273" y="1512347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6" name="Retângulo 55">
                  <a:extLst>
                    <a:ext uri="{FF2B5EF4-FFF2-40B4-BE49-F238E27FC236}">
                      <a16:creationId xmlns:a16="http://schemas.microsoft.com/office/drawing/2014/main" id="{F8824FB2-8144-CE7E-AA36-F7F0B8DDCB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273" y="1512347"/>
                  <a:ext cx="658253" cy="69137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tângulo 56">
                  <a:extLst>
                    <a:ext uri="{FF2B5EF4-FFF2-40B4-BE49-F238E27FC236}">
                      <a16:creationId xmlns:a16="http://schemas.microsoft.com/office/drawing/2014/main" id="{590C79A7-384D-53D7-50CF-0EAA1AF00728}"/>
                    </a:ext>
                  </a:extLst>
                </p:cNvPr>
                <p:cNvSpPr/>
                <p:nvPr/>
              </p:nvSpPr>
              <p:spPr>
                <a:xfrm>
                  <a:off x="4579102" y="1512347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7" name="Retângulo 56">
                  <a:extLst>
                    <a:ext uri="{FF2B5EF4-FFF2-40B4-BE49-F238E27FC236}">
                      <a16:creationId xmlns:a16="http://schemas.microsoft.com/office/drawing/2014/main" id="{590C79A7-384D-53D7-50CF-0EAA1AF007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9102" y="1512347"/>
                  <a:ext cx="658253" cy="69137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865F8400-C4B5-DE95-59A9-478151E9D627}"/>
                </a:ext>
              </a:extLst>
            </p:cNvPr>
            <p:cNvSpPr/>
            <p:nvPr/>
          </p:nvSpPr>
          <p:spPr>
            <a:xfrm>
              <a:off x="3239098" y="1512347"/>
              <a:ext cx="658253" cy="69137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55877FA0-8D07-5967-FFDA-1EF416FAAEA4}"/>
                </a:ext>
              </a:extLst>
            </p:cNvPr>
            <p:cNvSpPr/>
            <p:nvPr/>
          </p:nvSpPr>
          <p:spPr>
            <a:xfrm>
              <a:off x="6028927" y="1512347"/>
              <a:ext cx="658253" cy="69137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C45ACEE5-FD3E-C5FD-4C6D-38CACD546F81}"/>
                    </a:ext>
                  </a:extLst>
                </p:cNvPr>
                <p:cNvSpPr/>
                <p:nvPr/>
              </p:nvSpPr>
              <p:spPr>
                <a:xfrm>
                  <a:off x="7262830" y="1512347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0" name="Retângulo 59">
                  <a:extLst>
                    <a:ext uri="{FF2B5EF4-FFF2-40B4-BE49-F238E27FC236}">
                      <a16:creationId xmlns:a16="http://schemas.microsoft.com/office/drawing/2014/main" id="{C45ACEE5-FD3E-C5FD-4C6D-38CACD546F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2830" y="1512347"/>
                  <a:ext cx="658253" cy="69137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D96CDC4F-7B8A-2FE6-B432-FC8AF29F843D}"/>
                    </a:ext>
                  </a:extLst>
                </p:cNvPr>
                <p:cNvSpPr/>
                <p:nvPr/>
              </p:nvSpPr>
              <p:spPr>
                <a:xfrm>
                  <a:off x="9708582" y="1512347"/>
                  <a:ext cx="658253" cy="691375"/>
                </a:xfrm>
                <a:prstGeom prst="rect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61" name="Retângulo 60">
                  <a:extLst>
                    <a:ext uri="{FF2B5EF4-FFF2-40B4-BE49-F238E27FC236}">
                      <a16:creationId xmlns:a16="http://schemas.microsoft.com/office/drawing/2014/main" id="{D96CDC4F-7B8A-2FE6-B432-FC8AF29F84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8582" y="1512347"/>
                  <a:ext cx="658253" cy="69137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Conector de Seta Reta 62">
              <a:extLst>
                <a:ext uri="{FF2B5EF4-FFF2-40B4-BE49-F238E27FC236}">
                  <a16:creationId xmlns:a16="http://schemas.microsoft.com/office/drawing/2014/main" id="{7238DA3E-8B37-AB4F-DCB2-1DAAD63DB97B}"/>
                </a:ext>
              </a:extLst>
            </p:cNvPr>
            <p:cNvCxnSpPr>
              <a:cxnSpLocks/>
              <a:stCxn id="56" idx="3"/>
              <a:endCxn id="58" idx="2"/>
            </p:cNvCxnSpPr>
            <p:nvPr/>
          </p:nvCxnSpPr>
          <p:spPr>
            <a:xfrm>
              <a:off x="2447526" y="1858035"/>
              <a:ext cx="79157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de Seta Reta 63">
              <a:extLst>
                <a:ext uri="{FF2B5EF4-FFF2-40B4-BE49-F238E27FC236}">
                  <a16:creationId xmlns:a16="http://schemas.microsoft.com/office/drawing/2014/main" id="{EF725FB3-D38B-3645-2DDF-0063AA64BB6E}"/>
                </a:ext>
              </a:extLst>
            </p:cNvPr>
            <p:cNvCxnSpPr>
              <a:cxnSpLocks/>
              <a:stCxn id="58" idx="6"/>
              <a:endCxn id="57" idx="1"/>
            </p:cNvCxnSpPr>
            <p:nvPr/>
          </p:nvCxnSpPr>
          <p:spPr>
            <a:xfrm>
              <a:off x="3897351" y="1858035"/>
              <a:ext cx="68175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de Seta Reta 64">
              <a:extLst>
                <a:ext uri="{FF2B5EF4-FFF2-40B4-BE49-F238E27FC236}">
                  <a16:creationId xmlns:a16="http://schemas.microsoft.com/office/drawing/2014/main" id="{C2BE5D5A-0770-B806-361F-C58AF598DF72}"/>
                </a:ext>
              </a:extLst>
            </p:cNvPr>
            <p:cNvCxnSpPr>
              <a:cxnSpLocks/>
              <a:stCxn id="57" idx="3"/>
              <a:endCxn id="59" idx="2"/>
            </p:cNvCxnSpPr>
            <p:nvPr/>
          </p:nvCxnSpPr>
          <p:spPr>
            <a:xfrm>
              <a:off x="5237355" y="1858035"/>
              <a:ext cx="79157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de Seta Reta 85">
              <a:extLst>
                <a:ext uri="{FF2B5EF4-FFF2-40B4-BE49-F238E27FC236}">
                  <a16:creationId xmlns:a16="http://schemas.microsoft.com/office/drawing/2014/main" id="{95CABD14-2B4E-8708-1346-4D47A023E179}"/>
                </a:ext>
              </a:extLst>
            </p:cNvPr>
            <p:cNvCxnSpPr>
              <a:cxnSpLocks/>
              <a:stCxn id="59" idx="6"/>
              <a:endCxn id="60" idx="1"/>
            </p:cNvCxnSpPr>
            <p:nvPr/>
          </p:nvCxnSpPr>
          <p:spPr>
            <a:xfrm>
              <a:off x="6687180" y="1858035"/>
              <a:ext cx="5756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de Seta Reta 86">
              <a:extLst>
                <a:ext uri="{FF2B5EF4-FFF2-40B4-BE49-F238E27FC236}">
                  <a16:creationId xmlns:a16="http://schemas.microsoft.com/office/drawing/2014/main" id="{B6209CC3-D0A0-3948-3CFC-C3870D1DCF35}"/>
                </a:ext>
              </a:extLst>
            </p:cNvPr>
            <p:cNvCxnSpPr>
              <a:cxnSpLocks/>
              <a:stCxn id="5" idx="0"/>
              <a:endCxn id="48" idx="3"/>
            </p:cNvCxnSpPr>
            <p:nvPr/>
          </p:nvCxnSpPr>
          <p:spPr>
            <a:xfrm flipV="1">
              <a:off x="2327650" y="3143754"/>
              <a:ext cx="1007847" cy="17462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de Seta Reta 87">
              <a:extLst>
                <a:ext uri="{FF2B5EF4-FFF2-40B4-BE49-F238E27FC236}">
                  <a16:creationId xmlns:a16="http://schemas.microsoft.com/office/drawing/2014/main" id="{1675639A-553C-921B-E856-D214DEAAAA81}"/>
                </a:ext>
              </a:extLst>
            </p:cNvPr>
            <p:cNvCxnSpPr>
              <a:cxnSpLocks/>
              <a:stCxn id="5" idx="0"/>
              <a:endCxn id="58" idx="3"/>
            </p:cNvCxnSpPr>
            <p:nvPr/>
          </p:nvCxnSpPr>
          <p:spPr>
            <a:xfrm flipV="1">
              <a:off x="2327650" y="2102472"/>
              <a:ext cx="1007847" cy="27875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de Seta Reta 88">
              <a:extLst>
                <a:ext uri="{FF2B5EF4-FFF2-40B4-BE49-F238E27FC236}">
                  <a16:creationId xmlns:a16="http://schemas.microsoft.com/office/drawing/2014/main" id="{98E68BF1-10BC-F81E-7E7D-78DBBBAC7C7A}"/>
                </a:ext>
              </a:extLst>
            </p:cNvPr>
            <p:cNvCxnSpPr>
              <a:cxnSpLocks/>
              <a:stCxn id="7" idx="0"/>
              <a:endCxn id="49" idx="5"/>
            </p:cNvCxnSpPr>
            <p:nvPr/>
          </p:nvCxnSpPr>
          <p:spPr>
            <a:xfrm flipH="1" flipV="1">
              <a:off x="6590781" y="3143754"/>
              <a:ext cx="672049" cy="176814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id="{A09BB39D-032E-2C88-30AB-98FA8CDE2055}"/>
                </a:ext>
              </a:extLst>
            </p:cNvPr>
            <p:cNvCxnSpPr>
              <a:cxnSpLocks/>
              <a:stCxn id="7" idx="0"/>
              <a:endCxn id="59" idx="5"/>
            </p:cNvCxnSpPr>
            <p:nvPr/>
          </p:nvCxnSpPr>
          <p:spPr>
            <a:xfrm flipH="1" flipV="1">
              <a:off x="6590781" y="2102472"/>
              <a:ext cx="672049" cy="280942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de Seta Reta 90">
              <a:extLst>
                <a:ext uri="{FF2B5EF4-FFF2-40B4-BE49-F238E27FC236}">
                  <a16:creationId xmlns:a16="http://schemas.microsoft.com/office/drawing/2014/main" id="{15614417-B18F-1D60-F5A7-493A910F6BA6}"/>
                </a:ext>
              </a:extLst>
            </p:cNvPr>
            <p:cNvCxnSpPr>
              <a:cxnSpLocks/>
              <a:endCxn id="48" idx="5"/>
            </p:cNvCxnSpPr>
            <p:nvPr/>
          </p:nvCxnSpPr>
          <p:spPr>
            <a:xfrm flipH="1" flipV="1">
              <a:off x="3800952" y="3143754"/>
              <a:ext cx="773112" cy="5185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id="{FE0BBB18-EE99-1E2A-A147-A0308AA77EE7}"/>
                </a:ext>
              </a:extLst>
            </p:cNvPr>
            <p:cNvCxnSpPr>
              <a:cxnSpLocks/>
              <a:endCxn id="58" idx="5"/>
            </p:cNvCxnSpPr>
            <p:nvPr/>
          </p:nvCxnSpPr>
          <p:spPr>
            <a:xfrm flipH="1" flipV="1">
              <a:off x="3800952" y="2102472"/>
              <a:ext cx="778150" cy="5588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id="{7C9BB900-57DE-0F99-68AC-7F152E899047}"/>
                </a:ext>
              </a:extLst>
            </p:cNvPr>
            <p:cNvCxnSpPr>
              <a:cxnSpLocks/>
              <a:stCxn id="50" idx="3"/>
              <a:endCxn id="28" idx="2"/>
            </p:cNvCxnSpPr>
            <p:nvPr/>
          </p:nvCxnSpPr>
          <p:spPr>
            <a:xfrm>
              <a:off x="7921083" y="2899317"/>
              <a:ext cx="579698" cy="121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id="{AFCD66CE-F8BD-62D3-F5BA-F455D067E13B}"/>
                </a:ext>
              </a:extLst>
            </p:cNvPr>
            <p:cNvCxnSpPr>
              <a:cxnSpLocks/>
              <a:stCxn id="60" idx="3"/>
              <a:endCxn id="28" idx="1"/>
            </p:cNvCxnSpPr>
            <p:nvPr/>
          </p:nvCxnSpPr>
          <p:spPr>
            <a:xfrm>
              <a:off x="7921083" y="1858035"/>
              <a:ext cx="676097" cy="8090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id="{0AF5FE8F-22CD-FCA7-9642-61D55B902E06}"/>
                </a:ext>
              </a:extLst>
            </p:cNvPr>
            <p:cNvCxnSpPr>
              <a:cxnSpLocks/>
              <a:stCxn id="51" idx="1"/>
              <a:endCxn id="28" idx="6"/>
            </p:cNvCxnSpPr>
            <p:nvPr/>
          </p:nvCxnSpPr>
          <p:spPr>
            <a:xfrm flipH="1">
              <a:off x="9159034" y="2899317"/>
              <a:ext cx="549548" cy="121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de Seta Reta 95">
              <a:extLst>
                <a:ext uri="{FF2B5EF4-FFF2-40B4-BE49-F238E27FC236}">
                  <a16:creationId xmlns:a16="http://schemas.microsoft.com/office/drawing/2014/main" id="{58F28447-6475-EE99-C222-A87C53536FDD}"/>
                </a:ext>
              </a:extLst>
            </p:cNvPr>
            <p:cNvCxnSpPr>
              <a:cxnSpLocks/>
              <a:stCxn id="61" idx="1"/>
              <a:endCxn id="28" idx="7"/>
            </p:cNvCxnSpPr>
            <p:nvPr/>
          </p:nvCxnSpPr>
          <p:spPr>
            <a:xfrm flipH="1">
              <a:off x="9062635" y="1858035"/>
              <a:ext cx="645947" cy="8090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FCB8A3-4049-0426-5195-EF278227A38B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3500" b="1" dirty="0" err="1">
                <a:solidFill>
                  <a:srgbClr val="01BDC4"/>
                </a:solidFill>
              </a:rPr>
              <a:t>Backpropagation</a:t>
            </a:r>
            <a:r>
              <a:rPr lang="pt-BR" sz="3500" b="1" dirty="0">
                <a:solidFill>
                  <a:srgbClr val="01BDC4"/>
                </a:solidFill>
              </a:rPr>
              <a:t> </a:t>
            </a:r>
            <a:r>
              <a:rPr lang="pt-BR" sz="3500" b="1" dirty="0" err="1">
                <a:solidFill>
                  <a:srgbClr val="01BDC4"/>
                </a:solidFill>
              </a:rPr>
              <a:t>Through</a:t>
            </a:r>
            <a:r>
              <a:rPr lang="pt-BR" sz="3500" b="1" dirty="0">
                <a:solidFill>
                  <a:srgbClr val="01BDC4"/>
                </a:solidFill>
              </a:rPr>
              <a:t> Time – </a:t>
            </a:r>
            <a:r>
              <a:rPr lang="pt-BR" sz="3500" b="1" dirty="0" err="1">
                <a:solidFill>
                  <a:srgbClr val="01BDC4"/>
                </a:solidFill>
              </a:rPr>
              <a:t>Backward</a:t>
            </a:r>
            <a:r>
              <a:rPr lang="pt-BR" sz="3500" b="1" dirty="0">
                <a:solidFill>
                  <a:srgbClr val="01BDC4"/>
                </a:solidFill>
              </a:rPr>
              <a:t> </a:t>
            </a:r>
            <a:r>
              <a:rPr lang="pt-BR" sz="3500" b="1" dirty="0" err="1">
                <a:solidFill>
                  <a:srgbClr val="01BDC4"/>
                </a:solidFill>
              </a:rPr>
              <a:t>Pass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40028B-90E6-5544-1C70-A6C666A8BC09}"/>
              </a:ext>
            </a:extLst>
          </p:cNvPr>
          <p:cNvSpPr txBox="1"/>
          <p:nvPr/>
        </p:nvSpPr>
        <p:spPr>
          <a:xfrm>
            <a:off x="645459" y="583635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Elaborada pelo autor.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1EF61D35-B761-BF41-0073-6A04F907E684}"/>
                  </a:ext>
                </a:extLst>
              </p:cNvPr>
              <p:cNvSpPr/>
              <p:nvPr/>
            </p:nvSpPr>
            <p:spPr>
              <a:xfrm>
                <a:off x="1602820" y="4890021"/>
                <a:ext cx="1449659" cy="702100"/>
              </a:xfrm>
              <a:prstGeom prst="rect">
                <a:avLst/>
              </a:prstGeom>
              <a:gradFill flip="none" rotWithShape="1">
                <a:gsLst>
                  <a:gs pos="0">
                    <a:srgbClr val="FFC000"/>
                  </a:gs>
                  <a:gs pos="57000">
                    <a:schemeClr val="accent1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1EF61D35-B761-BF41-0073-6A04F907E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820" y="4890021"/>
                <a:ext cx="1449659" cy="702100"/>
              </a:xfrm>
              <a:prstGeom prst="rect">
                <a:avLst/>
              </a:prstGeom>
              <a:blipFill>
                <a:blip r:embed="rId18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8E2C5D41-0A82-86A7-1FD7-4A2E9E71D6EA}"/>
                  </a:ext>
                </a:extLst>
              </p:cNvPr>
              <p:cNvSpPr/>
              <p:nvPr/>
            </p:nvSpPr>
            <p:spPr>
              <a:xfrm>
                <a:off x="6840943" y="4911897"/>
                <a:ext cx="843773" cy="680224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57000">
                    <a:schemeClr val="accent1"/>
                  </a:gs>
                </a:gsLst>
                <a:lin ang="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8E2C5D41-0A82-86A7-1FD7-4A2E9E71D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943" y="4911897"/>
                <a:ext cx="843773" cy="68022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2FDC7754-1B7F-9F3F-191C-50E3472BA8A6}"/>
                  </a:ext>
                </a:extLst>
              </p:cNvPr>
              <p:cNvSpPr/>
              <p:nvPr/>
            </p:nvSpPr>
            <p:spPr>
              <a:xfrm>
                <a:off x="1789273" y="3590692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2FDC7754-1B7F-9F3F-191C-50E3472BA8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273" y="3590692"/>
                <a:ext cx="658253" cy="691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8FDC0961-FFFD-7CA0-01F4-36E27769BD6E}"/>
                  </a:ext>
                </a:extLst>
              </p:cNvPr>
              <p:cNvSpPr/>
              <p:nvPr/>
            </p:nvSpPr>
            <p:spPr>
              <a:xfrm>
                <a:off x="4579102" y="3590692"/>
                <a:ext cx="658253" cy="691375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8FDC0961-FFFD-7CA0-01F4-36E27769B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02" y="3590692"/>
                <a:ext cx="658253" cy="6913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B34214C3-444B-5817-02DB-4CEE06C9FC46}"/>
              </a:ext>
            </a:extLst>
          </p:cNvPr>
          <p:cNvSpPr/>
          <p:nvPr/>
        </p:nvSpPr>
        <p:spPr>
          <a:xfrm>
            <a:off x="3239098" y="3590692"/>
            <a:ext cx="658253" cy="691375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64026D6F-C0E7-2719-DDF9-A0B57154F65A}"/>
              </a:ext>
            </a:extLst>
          </p:cNvPr>
          <p:cNvSpPr/>
          <p:nvPr/>
        </p:nvSpPr>
        <p:spPr>
          <a:xfrm>
            <a:off x="6028927" y="3590692"/>
            <a:ext cx="658253" cy="691375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1BAA62D2-D431-69A4-8F6D-E7DA736F3874}"/>
                  </a:ext>
                </a:extLst>
              </p:cNvPr>
              <p:cNvSpPr/>
              <p:nvPr/>
            </p:nvSpPr>
            <p:spPr>
              <a:xfrm>
                <a:off x="7262830" y="3590692"/>
                <a:ext cx="658253" cy="691375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1BAA62D2-D431-69A4-8F6D-E7DA736F3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830" y="3590692"/>
                <a:ext cx="658253" cy="69137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3F37E7D2-129B-5DF7-D7AE-1BD0EE746298}"/>
                  </a:ext>
                </a:extLst>
              </p:cNvPr>
              <p:cNvSpPr/>
              <p:nvPr/>
            </p:nvSpPr>
            <p:spPr>
              <a:xfrm>
                <a:off x="9708582" y="3590692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3F37E7D2-129B-5DF7-D7AE-1BD0EE746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582" y="3590692"/>
                <a:ext cx="658253" cy="6913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Elipse 14">
            <a:extLst>
              <a:ext uri="{FF2B5EF4-FFF2-40B4-BE49-F238E27FC236}">
                <a16:creationId xmlns:a16="http://schemas.microsoft.com/office/drawing/2014/main" id="{D1A88C21-5C6D-B599-4485-67CB7CD3631B}"/>
              </a:ext>
            </a:extLst>
          </p:cNvPr>
          <p:cNvSpPr/>
          <p:nvPr/>
        </p:nvSpPr>
        <p:spPr>
          <a:xfrm>
            <a:off x="8500781" y="2565817"/>
            <a:ext cx="658253" cy="691375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579508C4-38A3-E473-577D-3E77E5C78F1C}"/>
                  </a:ext>
                </a:extLst>
              </p:cNvPr>
              <p:cNvSpPr/>
              <p:nvPr/>
            </p:nvSpPr>
            <p:spPr>
              <a:xfrm>
                <a:off x="8500781" y="1341738"/>
                <a:ext cx="658253" cy="691375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17" name="Retângulo 16">
                <a:extLst>
                  <a:ext uri="{FF2B5EF4-FFF2-40B4-BE49-F238E27FC236}">
                    <a16:creationId xmlns:a16="http://schemas.microsoft.com/office/drawing/2014/main" id="{579508C4-38A3-E473-577D-3E77E5C78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781" y="1341738"/>
                <a:ext cx="658253" cy="6913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FADAEC1-AE7E-3D37-0BF3-D3CBDF383466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>
            <a:off x="2447526" y="3936380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3D94312D-FE8A-FEEF-A3FC-C176B86FD6F7}"/>
              </a:ext>
            </a:extLst>
          </p:cNvPr>
          <p:cNvCxnSpPr>
            <a:cxnSpLocks/>
            <a:stCxn id="11" idx="6"/>
            <a:endCxn id="10" idx="1"/>
          </p:cNvCxnSpPr>
          <p:nvPr/>
        </p:nvCxnSpPr>
        <p:spPr>
          <a:xfrm>
            <a:off x="3897351" y="3936380"/>
            <a:ext cx="681751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977EDEE3-DE66-C2CB-D48A-4E673951125E}"/>
              </a:ext>
            </a:extLst>
          </p:cNvPr>
          <p:cNvCxnSpPr>
            <a:cxnSpLocks/>
            <a:stCxn id="4" idx="0"/>
            <a:endCxn id="11" idx="3"/>
          </p:cNvCxnSpPr>
          <p:nvPr/>
        </p:nvCxnSpPr>
        <p:spPr>
          <a:xfrm flipV="1">
            <a:off x="2327650" y="4180817"/>
            <a:ext cx="1007847" cy="70920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>
                <a:extLst>
                  <a:ext uri="{FF2B5EF4-FFF2-40B4-BE49-F238E27FC236}">
                    <a16:creationId xmlns:a16="http://schemas.microsoft.com/office/drawing/2014/main" id="{8D80D9A2-F29A-51DF-7537-47F23567CD80}"/>
                  </a:ext>
                </a:extLst>
              </p:cNvPr>
              <p:cNvSpPr/>
              <p:nvPr/>
            </p:nvSpPr>
            <p:spPr>
              <a:xfrm>
                <a:off x="4579102" y="4610816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4" name="Retângulo 23">
                <a:extLst>
                  <a:ext uri="{FF2B5EF4-FFF2-40B4-BE49-F238E27FC236}">
                    <a16:creationId xmlns:a16="http://schemas.microsoft.com/office/drawing/2014/main" id="{8D80D9A2-F29A-51DF-7537-47F23567C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02" y="4610816"/>
                <a:ext cx="658253" cy="6913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92D228D-7737-2488-D209-A6CE8C4AFB2F}"/>
              </a:ext>
            </a:extLst>
          </p:cNvPr>
          <p:cNvCxnSpPr>
            <a:cxnSpLocks/>
            <a:endCxn id="11" idx="5"/>
          </p:cNvCxnSpPr>
          <p:nvPr/>
        </p:nvCxnSpPr>
        <p:spPr>
          <a:xfrm flipH="1" flipV="1">
            <a:off x="3800952" y="4180817"/>
            <a:ext cx="773112" cy="5185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93F29712-E825-36A4-179D-C1C055D804F8}"/>
              </a:ext>
            </a:extLst>
          </p:cNvPr>
          <p:cNvCxnSpPr>
            <a:cxnSpLocks/>
            <a:stCxn id="10" idx="3"/>
            <a:endCxn id="12" idx="2"/>
          </p:cNvCxnSpPr>
          <p:nvPr/>
        </p:nvCxnSpPr>
        <p:spPr>
          <a:xfrm>
            <a:off x="5237355" y="3936380"/>
            <a:ext cx="79157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A4D715C9-D190-5A19-8A90-39CCA81DB614}"/>
              </a:ext>
            </a:extLst>
          </p:cNvPr>
          <p:cNvCxnSpPr>
            <a:cxnSpLocks/>
            <a:stCxn id="12" idx="6"/>
            <a:endCxn id="13" idx="1"/>
          </p:cNvCxnSpPr>
          <p:nvPr/>
        </p:nvCxnSpPr>
        <p:spPr>
          <a:xfrm>
            <a:off x="6687180" y="3936380"/>
            <a:ext cx="57565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83DB0759-1371-B311-B7E4-324F7B0E262B}"/>
              </a:ext>
            </a:extLst>
          </p:cNvPr>
          <p:cNvCxnSpPr>
            <a:cxnSpLocks/>
            <a:stCxn id="8" idx="0"/>
            <a:endCxn id="12" idx="5"/>
          </p:cNvCxnSpPr>
          <p:nvPr/>
        </p:nvCxnSpPr>
        <p:spPr>
          <a:xfrm flipH="1" flipV="1">
            <a:off x="6590781" y="4180817"/>
            <a:ext cx="672049" cy="73108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6741D7AA-2824-D4C2-6B67-06E768AACE3C}"/>
              </a:ext>
            </a:extLst>
          </p:cNvPr>
          <p:cNvCxnSpPr>
            <a:cxnSpLocks/>
            <a:stCxn id="13" idx="3"/>
            <a:endCxn id="15" idx="3"/>
          </p:cNvCxnSpPr>
          <p:nvPr/>
        </p:nvCxnSpPr>
        <p:spPr>
          <a:xfrm flipV="1">
            <a:off x="7921083" y="3155942"/>
            <a:ext cx="676097" cy="78043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DBCACB29-D332-B159-3DA1-AB117C3319F5}"/>
              </a:ext>
            </a:extLst>
          </p:cNvPr>
          <p:cNvCxnSpPr>
            <a:cxnSpLocks/>
            <a:stCxn id="14" idx="1"/>
            <a:endCxn id="15" idx="5"/>
          </p:cNvCxnSpPr>
          <p:nvPr/>
        </p:nvCxnSpPr>
        <p:spPr>
          <a:xfrm flipH="1" flipV="1">
            <a:off x="9062635" y="3155942"/>
            <a:ext cx="645947" cy="7804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DC5D4E65-4D74-3FFC-7FCD-DF004395EFDA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V="1">
            <a:off x="8829908" y="2033113"/>
            <a:ext cx="0" cy="532704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id="{A93C24F8-A964-BFD8-A150-5E49C0322DB8}"/>
                  </a:ext>
                </a:extLst>
              </p:cNvPr>
              <p:cNvSpPr/>
              <p:nvPr/>
            </p:nvSpPr>
            <p:spPr>
              <a:xfrm>
                <a:off x="1789273" y="2553629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id="{A93C24F8-A964-BFD8-A150-5E49C0322D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273" y="2553629"/>
                <a:ext cx="658253" cy="6913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id="{5E13482D-D4F9-19F0-EE3E-01CF87232AD1}"/>
                  </a:ext>
                </a:extLst>
              </p:cNvPr>
              <p:cNvSpPr/>
              <p:nvPr/>
            </p:nvSpPr>
            <p:spPr>
              <a:xfrm>
                <a:off x="4579102" y="2553629"/>
                <a:ext cx="658253" cy="691375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id="{5E13482D-D4F9-19F0-EE3E-01CF87232A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02" y="2553629"/>
                <a:ext cx="658253" cy="6913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Elipse 67">
            <a:extLst>
              <a:ext uri="{FF2B5EF4-FFF2-40B4-BE49-F238E27FC236}">
                <a16:creationId xmlns:a16="http://schemas.microsoft.com/office/drawing/2014/main" id="{173C60FC-61F8-8F04-6B1D-7AA39FEF1873}"/>
              </a:ext>
            </a:extLst>
          </p:cNvPr>
          <p:cNvSpPr/>
          <p:nvPr/>
        </p:nvSpPr>
        <p:spPr>
          <a:xfrm>
            <a:off x="3239098" y="2553629"/>
            <a:ext cx="658253" cy="691375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19E0DFCB-D46C-A702-2315-30F4FEE615BD}"/>
              </a:ext>
            </a:extLst>
          </p:cNvPr>
          <p:cNvSpPr/>
          <p:nvPr/>
        </p:nvSpPr>
        <p:spPr>
          <a:xfrm>
            <a:off x="6028927" y="2553629"/>
            <a:ext cx="658253" cy="691375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id="{F3BF50DC-D2A8-9A1B-5713-1F380EF0FE5F}"/>
                  </a:ext>
                </a:extLst>
              </p:cNvPr>
              <p:cNvSpPr/>
              <p:nvPr/>
            </p:nvSpPr>
            <p:spPr>
              <a:xfrm>
                <a:off x="7262830" y="2553629"/>
                <a:ext cx="658253" cy="691375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id="{F3BF50DC-D2A8-9A1B-5713-1F380EF0FE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830" y="2553629"/>
                <a:ext cx="658253" cy="69137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tângulo 70">
                <a:extLst>
                  <a:ext uri="{FF2B5EF4-FFF2-40B4-BE49-F238E27FC236}">
                    <a16:creationId xmlns:a16="http://schemas.microsoft.com/office/drawing/2014/main" id="{4C66D000-6DF4-06DD-2412-DFF353E15C4F}"/>
                  </a:ext>
                </a:extLst>
              </p:cNvPr>
              <p:cNvSpPr/>
              <p:nvPr/>
            </p:nvSpPr>
            <p:spPr>
              <a:xfrm>
                <a:off x="9708582" y="2553629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Retângulo 70">
                <a:extLst>
                  <a:ext uri="{FF2B5EF4-FFF2-40B4-BE49-F238E27FC236}">
                    <a16:creationId xmlns:a16="http://schemas.microsoft.com/office/drawing/2014/main" id="{4C66D000-6DF4-06DD-2412-DFF353E15C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582" y="2553629"/>
                <a:ext cx="658253" cy="6913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1F0CA687-D8B3-C7F9-6722-505F6C6E3E6F}"/>
              </a:ext>
            </a:extLst>
          </p:cNvPr>
          <p:cNvCxnSpPr>
            <a:cxnSpLocks/>
            <a:stCxn id="66" idx="3"/>
            <a:endCxn id="68" idx="2"/>
          </p:cNvCxnSpPr>
          <p:nvPr/>
        </p:nvCxnSpPr>
        <p:spPr>
          <a:xfrm>
            <a:off x="2447526" y="2899317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id="{798AA81C-BA96-EAE5-01D8-A6D38B85BD20}"/>
              </a:ext>
            </a:extLst>
          </p:cNvPr>
          <p:cNvCxnSpPr>
            <a:cxnSpLocks/>
            <a:stCxn id="68" idx="6"/>
            <a:endCxn id="67" idx="1"/>
          </p:cNvCxnSpPr>
          <p:nvPr/>
        </p:nvCxnSpPr>
        <p:spPr>
          <a:xfrm>
            <a:off x="3897351" y="2899317"/>
            <a:ext cx="681751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D180A3F2-C061-07D7-45E8-A776B40AE30D}"/>
              </a:ext>
            </a:extLst>
          </p:cNvPr>
          <p:cNvCxnSpPr>
            <a:cxnSpLocks/>
            <a:stCxn id="67" idx="3"/>
            <a:endCxn id="69" idx="2"/>
          </p:cNvCxnSpPr>
          <p:nvPr/>
        </p:nvCxnSpPr>
        <p:spPr>
          <a:xfrm>
            <a:off x="5237355" y="2899317"/>
            <a:ext cx="79157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B8A35B18-B695-A4B8-0382-2D07A2A67961}"/>
              </a:ext>
            </a:extLst>
          </p:cNvPr>
          <p:cNvCxnSpPr>
            <a:cxnSpLocks/>
            <a:stCxn id="69" idx="6"/>
            <a:endCxn id="70" idx="1"/>
          </p:cNvCxnSpPr>
          <p:nvPr/>
        </p:nvCxnSpPr>
        <p:spPr>
          <a:xfrm>
            <a:off x="6687180" y="2899317"/>
            <a:ext cx="57565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008892B7-D019-3E26-4211-1812291A0AFC}"/>
                  </a:ext>
                </a:extLst>
              </p:cNvPr>
              <p:cNvSpPr/>
              <p:nvPr/>
            </p:nvSpPr>
            <p:spPr>
              <a:xfrm>
                <a:off x="1789273" y="1512347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008892B7-D019-3E26-4211-1812291A0A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273" y="1512347"/>
                <a:ext cx="658253" cy="6913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76">
                <a:extLst>
                  <a:ext uri="{FF2B5EF4-FFF2-40B4-BE49-F238E27FC236}">
                    <a16:creationId xmlns:a16="http://schemas.microsoft.com/office/drawing/2014/main" id="{E6531FBE-99A6-B012-8166-59C600D4443A}"/>
                  </a:ext>
                </a:extLst>
              </p:cNvPr>
              <p:cNvSpPr/>
              <p:nvPr/>
            </p:nvSpPr>
            <p:spPr>
              <a:xfrm>
                <a:off x="4579102" y="1512347"/>
                <a:ext cx="658253" cy="691375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Retângulo 76">
                <a:extLst>
                  <a:ext uri="{FF2B5EF4-FFF2-40B4-BE49-F238E27FC236}">
                    <a16:creationId xmlns:a16="http://schemas.microsoft.com/office/drawing/2014/main" id="{E6531FBE-99A6-B012-8166-59C600D44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02" y="1512347"/>
                <a:ext cx="658253" cy="69137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Elipse 77">
            <a:extLst>
              <a:ext uri="{FF2B5EF4-FFF2-40B4-BE49-F238E27FC236}">
                <a16:creationId xmlns:a16="http://schemas.microsoft.com/office/drawing/2014/main" id="{16A3365C-28DB-8436-9630-B8E69226F861}"/>
              </a:ext>
            </a:extLst>
          </p:cNvPr>
          <p:cNvSpPr/>
          <p:nvPr/>
        </p:nvSpPr>
        <p:spPr>
          <a:xfrm>
            <a:off x="3239098" y="1512347"/>
            <a:ext cx="658253" cy="691375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91CF7487-E626-5EF2-B0E3-D3C9DB247F92}"/>
              </a:ext>
            </a:extLst>
          </p:cNvPr>
          <p:cNvSpPr/>
          <p:nvPr/>
        </p:nvSpPr>
        <p:spPr>
          <a:xfrm>
            <a:off x="6028927" y="1512347"/>
            <a:ext cx="658253" cy="691375"/>
          </a:xfrm>
          <a:prstGeom prst="ellipse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532B299E-917D-25A6-922F-7CAB9997948A}"/>
                  </a:ext>
                </a:extLst>
              </p:cNvPr>
              <p:cNvSpPr/>
              <p:nvPr/>
            </p:nvSpPr>
            <p:spPr>
              <a:xfrm>
                <a:off x="7262830" y="1512347"/>
                <a:ext cx="658253" cy="691375"/>
              </a:xfrm>
              <a:prstGeom prst="rect">
                <a:avLst/>
              </a:prstGeom>
              <a:solidFill>
                <a:srgbClr val="FFC000"/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532B299E-917D-25A6-922F-7CAB999794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2830" y="1512347"/>
                <a:ext cx="658253" cy="6913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28575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id="{17F628B9-AC35-A0B7-DE89-D6107592EBD1}"/>
                  </a:ext>
                </a:extLst>
              </p:cNvPr>
              <p:cNvSpPr/>
              <p:nvPr/>
            </p:nvSpPr>
            <p:spPr>
              <a:xfrm>
                <a:off x="9708582" y="1512347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id="{17F628B9-AC35-A0B7-DE89-D6107592EB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8582" y="1512347"/>
                <a:ext cx="658253" cy="6913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72BDA7A6-2CF7-76C1-AEFF-7D800589AB50}"/>
              </a:ext>
            </a:extLst>
          </p:cNvPr>
          <p:cNvCxnSpPr>
            <a:cxnSpLocks/>
            <a:stCxn id="76" idx="3"/>
            <a:endCxn id="78" idx="2"/>
          </p:cNvCxnSpPr>
          <p:nvPr/>
        </p:nvCxnSpPr>
        <p:spPr>
          <a:xfrm>
            <a:off x="2447526" y="1858035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41B5CB65-E829-6CE6-3CA7-61B7B47AB08D}"/>
              </a:ext>
            </a:extLst>
          </p:cNvPr>
          <p:cNvCxnSpPr>
            <a:cxnSpLocks/>
            <a:stCxn id="78" idx="6"/>
            <a:endCxn id="77" idx="1"/>
          </p:cNvCxnSpPr>
          <p:nvPr/>
        </p:nvCxnSpPr>
        <p:spPr>
          <a:xfrm>
            <a:off x="3897351" y="1858035"/>
            <a:ext cx="681751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8C65355B-1750-F6C7-2828-5CDC1C961ACD}"/>
              </a:ext>
            </a:extLst>
          </p:cNvPr>
          <p:cNvCxnSpPr>
            <a:cxnSpLocks/>
            <a:stCxn id="77" idx="3"/>
            <a:endCxn id="79" idx="2"/>
          </p:cNvCxnSpPr>
          <p:nvPr/>
        </p:nvCxnSpPr>
        <p:spPr>
          <a:xfrm>
            <a:off x="5237355" y="1858035"/>
            <a:ext cx="791572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E90782D5-52AE-C0F3-AB6E-A42861479CAB}"/>
              </a:ext>
            </a:extLst>
          </p:cNvPr>
          <p:cNvCxnSpPr>
            <a:cxnSpLocks/>
            <a:stCxn id="79" idx="6"/>
            <a:endCxn id="80" idx="1"/>
          </p:cNvCxnSpPr>
          <p:nvPr/>
        </p:nvCxnSpPr>
        <p:spPr>
          <a:xfrm>
            <a:off x="6687180" y="1858035"/>
            <a:ext cx="575650" cy="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de Seta Reta 104">
            <a:extLst>
              <a:ext uri="{FF2B5EF4-FFF2-40B4-BE49-F238E27FC236}">
                <a16:creationId xmlns:a16="http://schemas.microsoft.com/office/drawing/2014/main" id="{733F03E2-253C-07FD-8DCC-DFB3CB7CFC50}"/>
              </a:ext>
            </a:extLst>
          </p:cNvPr>
          <p:cNvCxnSpPr>
            <a:cxnSpLocks/>
            <a:stCxn id="4" idx="0"/>
            <a:endCxn id="68" idx="3"/>
          </p:cNvCxnSpPr>
          <p:nvPr/>
        </p:nvCxnSpPr>
        <p:spPr>
          <a:xfrm flipV="1">
            <a:off x="2327650" y="3143754"/>
            <a:ext cx="1007847" cy="1746267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de Seta Reta 107">
            <a:extLst>
              <a:ext uri="{FF2B5EF4-FFF2-40B4-BE49-F238E27FC236}">
                <a16:creationId xmlns:a16="http://schemas.microsoft.com/office/drawing/2014/main" id="{FE35E070-C89E-9A25-6430-5544CBF0C3E1}"/>
              </a:ext>
            </a:extLst>
          </p:cNvPr>
          <p:cNvCxnSpPr>
            <a:cxnSpLocks/>
            <a:stCxn id="4" idx="0"/>
            <a:endCxn id="78" idx="3"/>
          </p:cNvCxnSpPr>
          <p:nvPr/>
        </p:nvCxnSpPr>
        <p:spPr>
          <a:xfrm flipV="1">
            <a:off x="2327650" y="2102472"/>
            <a:ext cx="1007847" cy="278754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de Seta Reta 120">
            <a:extLst>
              <a:ext uri="{FF2B5EF4-FFF2-40B4-BE49-F238E27FC236}">
                <a16:creationId xmlns:a16="http://schemas.microsoft.com/office/drawing/2014/main" id="{04775330-331D-E9C0-AC1E-B76276B3CBD1}"/>
              </a:ext>
            </a:extLst>
          </p:cNvPr>
          <p:cNvCxnSpPr>
            <a:cxnSpLocks/>
            <a:stCxn id="8" idx="0"/>
            <a:endCxn id="69" idx="5"/>
          </p:cNvCxnSpPr>
          <p:nvPr/>
        </p:nvCxnSpPr>
        <p:spPr>
          <a:xfrm flipH="1" flipV="1">
            <a:off x="6590781" y="3143754"/>
            <a:ext cx="672049" cy="1768143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23">
            <a:extLst>
              <a:ext uri="{FF2B5EF4-FFF2-40B4-BE49-F238E27FC236}">
                <a16:creationId xmlns:a16="http://schemas.microsoft.com/office/drawing/2014/main" id="{ED53BAB8-EEC8-74D2-2312-3E0547A67D4B}"/>
              </a:ext>
            </a:extLst>
          </p:cNvPr>
          <p:cNvCxnSpPr>
            <a:cxnSpLocks/>
            <a:stCxn id="8" idx="0"/>
            <a:endCxn id="79" idx="5"/>
          </p:cNvCxnSpPr>
          <p:nvPr/>
        </p:nvCxnSpPr>
        <p:spPr>
          <a:xfrm flipH="1" flipV="1">
            <a:off x="6590781" y="2102472"/>
            <a:ext cx="672049" cy="28094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de Seta Reta 136">
            <a:extLst>
              <a:ext uri="{FF2B5EF4-FFF2-40B4-BE49-F238E27FC236}">
                <a16:creationId xmlns:a16="http://schemas.microsoft.com/office/drawing/2014/main" id="{E26BF74D-3167-E94F-15E1-078B0103AFB1}"/>
              </a:ext>
            </a:extLst>
          </p:cNvPr>
          <p:cNvCxnSpPr>
            <a:cxnSpLocks/>
            <a:endCxn id="68" idx="5"/>
          </p:cNvCxnSpPr>
          <p:nvPr/>
        </p:nvCxnSpPr>
        <p:spPr>
          <a:xfrm flipH="1" flipV="1">
            <a:off x="3800952" y="3143754"/>
            <a:ext cx="773112" cy="51853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de Seta Reta 139">
            <a:extLst>
              <a:ext uri="{FF2B5EF4-FFF2-40B4-BE49-F238E27FC236}">
                <a16:creationId xmlns:a16="http://schemas.microsoft.com/office/drawing/2014/main" id="{C6013383-8F04-5226-671D-56844BEC031F}"/>
              </a:ext>
            </a:extLst>
          </p:cNvPr>
          <p:cNvCxnSpPr>
            <a:cxnSpLocks/>
            <a:endCxn id="78" idx="5"/>
          </p:cNvCxnSpPr>
          <p:nvPr/>
        </p:nvCxnSpPr>
        <p:spPr>
          <a:xfrm flipH="1" flipV="1">
            <a:off x="3800952" y="2102472"/>
            <a:ext cx="778150" cy="5588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de Seta Reta 148">
            <a:extLst>
              <a:ext uri="{FF2B5EF4-FFF2-40B4-BE49-F238E27FC236}">
                <a16:creationId xmlns:a16="http://schemas.microsoft.com/office/drawing/2014/main" id="{FE8541E9-BDB4-A983-CD70-9CDCDF819FA0}"/>
              </a:ext>
            </a:extLst>
          </p:cNvPr>
          <p:cNvCxnSpPr>
            <a:cxnSpLocks/>
            <a:stCxn id="70" idx="3"/>
            <a:endCxn id="15" idx="2"/>
          </p:cNvCxnSpPr>
          <p:nvPr/>
        </p:nvCxnSpPr>
        <p:spPr>
          <a:xfrm>
            <a:off x="7921083" y="2899317"/>
            <a:ext cx="579698" cy="1218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de Seta Reta 151">
            <a:extLst>
              <a:ext uri="{FF2B5EF4-FFF2-40B4-BE49-F238E27FC236}">
                <a16:creationId xmlns:a16="http://schemas.microsoft.com/office/drawing/2014/main" id="{35BD369C-CC71-47E5-2F0F-A0477255432E}"/>
              </a:ext>
            </a:extLst>
          </p:cNvPr>
          <p:cNvCxnSpPr>
            <a:cxnSpLocks/>
            <a:stCxn id="80" idx="3"/>
            <a:endCxn id="15" idx="1"/>
          </p:cNvCxnSpPr>
          <p:nvPr/>
        </p:nvCxnSpPr>
        <p:spPr>
          <a:xfrm>
            <a:off x="7921083" y="1858035"/>
            <a:ext cx="676097" cy="809032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ector de Seta Reta 158">
            <a:extLst>
              <a:ext uri="{FF2B5EF4-FFF2-40B4-BE49-F238E27FC236}">
                <a16:creationId xmlns:a16="http://schemas.microsoft.com/office/drawing/2014/main" id="{DF3DCB9C-ECA1-D596-36BB-BCC1298F9510}"/>
              </a:ext>
            </a:extLst>
          </p:cNvPr>
          <p:cNvCxnSpPr>
            <a:cxnSpLocks/>
            <a:stCxn id="71" idx="1"/>
            <a:endCxn id="15" idx="6"/>
          </p:cNvCxnSpPr>
          <p:nvPr/>
        </p:nvCxnSpPr>
        <p:spPr>
          <a:xfrm flipH="1">
            <a:off x="9159034" y="2899317"/>
            <a:ext cx="549548" cy="121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de Seta Reta 161">
            <a:extLst>
              <a:ext uri="{FF2B5EF4-FFF2-40B4-BE49-F238E27FC236}">
                <a16:creationId xmlns:a16="http://schemas.microsoft.com/office/drawing/2014/main" id="{F2B168DA-C152-5225-FE3A-20CA768EF342}"/>
              </a:ext>
            </a:extLst>
          </p:cNvPr>
          <p:cNvCxnSpPr>
            <a:cxnSpLocks/>
            <a:stCxn id="81" idx="1"/>
            <a:endCxn id="15" idx="7"/>
          </p:cNvCxnSpPr>
          <p:nvPr/>
        </p:nvCxnSpPr>
        <p:spPr>
          <a:xfrm flipH="1">
            <a:off x="9062635" y="1858035"/>
            <a:ext cx="645947" cy="8090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tângulo 96">
                <a:extLst>
                  <a:ext uri="{FF2B5EF4-FFF2-40B4-BE49-F238E27FC236}">
                    <a16:creationId xmlns:a16="http://schemas.microsoft.com/office/drawing/2014/main" id="{E9E2507B-F123-0BE6-CC8C-1C62251C546F}"/>
                  </a:ext>
                </a:extLst>
              </p:cNvPr>
              <p:cNvSpPr/>
              <p:nvPr/>
            </p:nvSpPr>
            <p:spPr>
              <a:xfrm>
                <a:off x="1602819" y="4900746"/>
                <a:ext cx="1449659" cy="702100"/>
              </a:xfrm>
              <a:prstGeom prst="rect">
                <a:avLst/>
              </a:prstGeom>
              <a:gradFill flip="none" rotWithShape="1">
                <a:gsLst>
                  <a:gs pos="0">
                    <a:srgbClr val="FFC000"/>
                  </a:gs>
                  <a:gs pos="91000">
                    <a:schemeClr val="accent1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7" name="Retângulo 96">
                <a:extLst>
                  <a:ext uri="{FF2B5EF4-FFF2-40B4-BE49-F238E27FC236}">
                    <a16:creationId xmlns:a16="http://schemas.microsoft.com/office/drawing/2014/main" id="{E9E2507B-F123-0BE6-CC8C-1C62251C54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819" y="4900746"/>
                <a:ext cx="1449659" cy="702100"/>
              </a:xfrm>
              <a:prstGeom prst="rect">
                <a:avLst/>
              </a:prstGeom>
              <a:blipFill>
                <a:blip r:embed="rId27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E7D526DA-8021-3A4A-FAEE-4C04FF016697}"/>
                  </a:ext>
                </a:extLst>
              </p:cNvPr>
              <p:cNvSpPr/>
              <p:nvPr/>
            </p:nvSpPr>
            <p:spPr>
              <a:xfrm>
                <a:off x="6838298" y="4905645"/>
                <a:ext cx="843773" cy="680224"/>
              </a:xfrm>
              <a:prstGeom prst="rect">
                <a:avLst/>
              </a:prstGeom>
              <a:gradFill>
                <a:gsLst>
                  <a:gs pos="0">
                    <a:srgbClr val="FFC000"/>
                  </a:gs>
                  <a:gs pos="91000">
                    <a:schemeClr val="accent1"/>
                  </a:gs>
                </a:gsLst>
                <a:lin ang="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8" name="Retângulo 97">
                <a:extLst>
                  <a:ext uri="{FF2B5EF4-FFF2-40B4-BE49-F238E27FC236}">
                    <a16:creationId xmlns:a16="http://schemas.microsoft.com/office/drawing/2014/main" id="{E7D526DA-8021-3A4A-FAEE-4C04FF0166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8" y="4905645"/>
                <a:ext cx="843773" cy="68022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tângulo 98">
                <a:extLst>
                  <a:ext uri="{FF2B5EF4-FFF2-40B4-BE49-F238E27FC236}">
                    <a16:creationId xmlns:a16="http://schemas.microsoft.com/office/drawing/2014/main" id="{F31AB3E9-23E6-791C-EC1C-18898A83F513}"/>
                  </a:ext>
                </a:extLst>
              </p:cNvPr>
              <p:cNvSpPr/>
              <p:nvPr/>
            </p:nvSpPr>
            <p:spPr>
              <a:xfrm>
                <a:off x="6838297" y="4907879"/>
                <a:ext cx="843773" cy="68022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9" name="Retângulo 98">
                <a:extLst>
                  <a:ext uri="{FF2B5EF4-FFF2-40B4-BE49-F238E27FC236}">
                    <a16:creationId xmlns:a16="http://schemas.microsoft.com/office/drawing/2014/main" id="{F31AB3E9-23E6-791C-EC1C-18898A83F5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297" y="4907879"/>
                <a:ext cx="843773" cy="68022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id="{F39AC1B2-FF35-6B26-AB1B-897B87DF1A69}"/>
                  </a:ext>
                </a:extLst>
              </p:cNvPr>
              <p:cNvSpPr/>
              <p:nvPr/>
            </p:nvSpPr>
            <p:spPr>
              <a:xfrm>
                <a:off x="1611014" y="4897154"/>
                <a:ext cx="1449659" cy="70210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id="{F39AC1B2-FF35-6B26-AB1B-897B87DF1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014" y="4897154"/>
                <a:ext cx="1449659" cy="702100"/>
              </a:xfrm>
              <a:prstGeom prst="rect">
                <a:avLst/>
              </a:prstGeom>
              <a:blipFill>
                <a:blip r:embed="rId30"/>
                <a:stretch>
                  <a:fillRect l="-417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70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7" grpId="0" animBg="1"/>
      <p:bldP spid="67" grpId="0" animBg="1"/>
      <p:bldP spid="68" grpId="0" animBg="1"/>
      <p:bldP spid="69" grpId="0" animBg="1"/>
      <p:bldP spid="70" grpId="0" animBg="1"/>
      <p:bldP spid="77" grpId="0" animBg="1"/>
      <p:bldP spid="78" grpId="0" animBg="1"/>
      <p:bldP spid="79" grpId="0" animBg="1"/>
      <p:bldP spid="80" grpId="0" animBg="1"/>
      <p:bldP spid="97" grpId="0" animBg="1"/>
      <p:bldP spid="98" grpId="0" animBg="1"/>
      <p:bldP spid="99" grpId="0" animBg="1"/>
      <p:bldP spid="10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3C852-9B69-CB12-2783-2FE1CC60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356D3F-64F7-AB68-648A-1C3690DAA42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Problemas com Gradientes em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3D03F8-652A-69DC-A43C-99FDF96B0F90}"/>
              </a:ext>
            </a:extLst>
          </p:cNvPr>
          <p:cNvSpPr txBox="1"/>
          <p:nvPr/>
        </p:nvSpPr>
        <p:spPr>
          <a:xfrm>
            <a:off x="512064" y="1304405"/>
            <a:ext cx="11137392" cy="461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explosão de gradientes ocorre quando os valores se tornam excessivamente grandes, prejudicando o treinamento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o desaparecimento de gradientes faz com que os valores fiquem muito pequenos, dificultando a atualização dos pesos.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Ambos os problemas afetam a capacidade da rede de aprender dependências em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como normalização e truncamento ajudam a mitigar esses efeitos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9563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BFEF-2E7D-46C0-0CE2-3FE6CF6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3433331-9C71-BA82-0E8F-9CAC1E67FF7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Soluções para Problemas com Gradientes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46BF27-1AFD-175B-5CEB-4806A0CC6F42}"/>
              </a:ext>
            </a:extLst>
          </p:cNvPr>
          <p:cNvSpPr txBox="1"/>
          <p:nvPr/>
        </p:nvSpPr>
        <p:spPr>
          <a:xfrm>
            <a:off x="512064" y="1304405"/>
            <a:ext cx="11137392" cy="4976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Explosão de gradientes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Clipping de gradientes: técnica para limitar o valor dos gradientes e evitar explosões.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ajuda a manter a estabilidade da rede, especialmente em sequências longas ou complexas.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Desaparecimento de gradientes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Uso de arquiteturas como LSTM e GRU para preservar gradientes.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soluções tornam o treinamento mais eficiente e ajudam a rede a aprender dependências temporais de forma mais robusta.</a:t>
            </a:r>
          </a:p>
          <a:p>
            <a:pPr>
              <a:lnSpc>
                <a:spcPts val="3400"/>
              </a:lnSpc>
              <a:spcAft>
                <a:spcPts val="1200"/>
              </a:spcAft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3019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1D89-31A6-2A5F-362E-9E234FB50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8457C46-4099-64F8-8B97-568C7D8F499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Regularização no BPTT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291EFD-D065-4EF1-C00D-A8C9157FA37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</a:t>
            </a:r>
            <a:r>
              <a:rPr lang="pt-BR" sz="2800" dirty="0" err="1"/>
              <a:t>dropout</a:t>
            </a:r>
            <a:r>
              <a:rPr lang="pt-BR" sz="2800" dirty="0"/>
              <a:t> ajuda a evitar o </a:t>
            </a:r>
            <a:r>
              <a:rPr lang="pt-BR" sz="2800" dirty="0" err="1"/>
              <a:t>overfitting</a:t>
            </a:r>
            <a:r>
              <a:rPr lang="pt-BR" sz="2800" dirty="0"/>
              <a:t>, promovendo uma melhor generalização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desativa aleatoriamente unidades durante o treinamento, tornando o modelo mais robusto.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normalização de camada contribui para estabilizar o treinamento ao melhorar o fluxo dos gradientes.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Juntas, essas estratégias tornam o BPTT mais eficiente e confiável em tarefas com dados sequenciais complexos.</a:t>
            </a:r>
          </a:p>
        </p:txBody>
      </p:sp>
    </p:spTree>
    <p:extLst>
      <p:ext uri="{BB962C8B-B14F-4D97-AF65-F5344CB8AC3E}">
        <p14:creationId xmlns:p14="http://schemas.microsoft.com/office/powerpoint/2010/main" val="111994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4EC7B-0D5A-E2FE-55C6-919BF619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FE02937-C556-C8DC-68A1-B35B526BE2E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Eficiência computacional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CB9789B-A581-E4CE-3AF3-0F8DFF8D2005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BPTT é sensível ao tamanho das sequências e à escolha adequada dos </a:t>
            </a:r>
            <a:r>
              <a:rPr lang="pt-BR" sz="2800" dirty="0" err="1"/>
              <a:t>hiperparâmetros</a:t>
            </a:r>
            <a:r>
              <a:rPr lang="pt-BR" sz="2800" dirty="0"/>
              <a:t> de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ser computacionalmente intenso, seu uso demanda estratégias que otimizem tempo e recursos.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custo cresce com o número de passos temporais, o que pode dificultar o treinamento em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dirty="0" err="1"/>
              <a:t>Truncated</a:t>
            </a:r>
            <a:r>
              <a:rPr lang="pt-BR" sz="2800" dirty="0"/>
              <a:t> </a:t>
            </a:r>
            <a:r>
              <a:rPr lang="pt-BR" sz="2800" dirty="0" err="1"/>
              <a:t>Backpropagation</a:t>
            </a:r>
            <a:r>
              <a:rPr lang="pt-BR" sz="2800" dirty="0"/>
              <a:t> </a:t>
            </a:r>
            <a:r>
              <a:rPr lang="pt-BR" sz="2800" dirty="0" err="1"/>
              <a:t>Through</a:t>
            </a:r>
            <a:r>
              <a:rPr lang="pt-BR" sz="2800" dirty="0"/>
              <a:t> Time (TBTT) reduz essa complexidade ao limitar a retropropagação a um número fixo de passos no tempo</a:t>
            </a:r>
          </a:p>
        </p:txBody>
      </p:sp>
    </p:spTree>
    <p:extLst>
      <p:ext uri="{BB962C8B-B14F-4D97-AF65-F5344CB8AC3E}">
        <p14:creationId xmlns:p14="http://schemas.microsoft.com/office/powerpoint/2010/main" val="437473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F8E0-40E7-2FAF-C7E7-08192B77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65D2A5F-D550-E26D-A8CB-585C807AE14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BF1AB8-ABE9-7C79-6C4E-4C3F3A248DC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BPTT é fundamental para treinar redes recorrentes, permitindo o aprendizado em dados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uso exige atenção a problemas como gradientes instáveis e alto custo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como truncamento, regularização e clipping ajudam a tornar o treinamento mais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os cuidados certos, o BPTT permite que </a:t>
            </a:r>
            <a:r>
              <a:rPr lang="pt-BR" sz="2800" dirty="0" err="1"/>
              <a:t>RNNs</a:t>
            </a:r>
            <a:r>
              <a:rPr lang="pt-BR" sz="2800" dirty="0"/>
              <a:t> aprendam padrões temporais complexos com precisão.</a:t>
            </a:r>
          </a:p>
        </p:txBody>
      </p:sp>
    </p:spTree>
    <p:extLst>
      <p:ext uri="{BB962C8B-B14F-4D97-AF65-F5344CB8AC3E}">
        <p14:creationId xmlns:p14="http://schemas.microsoft.com/office/powerpoint/2010/main" val="492728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9B8B6E-B403-41C5-BDA8-D384D854B1D2}"/>
</file>

<file path=customXml/itemProps2.xml><?xml version="1.0" encoding="utf-8"?>
<ds:datastoreItem xmlns:ds="http://schemas.openxmlformats.org/officeDocument/2006/customXml" ds:itemID="{57A9E04C-9286-4187-AC12-F5C884D91B0B}"/>
</file>

<file path=customXml/itemProps3.xml><?xml version="1.0" encoding="utf-8"?>
<ds:datastoreItem xmlns:ds="http://schemas.openxmlformats.org/officeDocument/2006/customXml" ds:itemID="{6EA54BF4-BD3C-489D-AA97-E91A6B5EE7B8}"/>
</file>

<file path=docProps/app.xml><?xml version="1.0" encoding="utf-8"?>
<Properties xmlns="http://schemas.openxmlformats.org/officeDocument/2006/extended-properties" xmlns:vt="http://schemas.openxmlformats.org/officeDocument/2006/docPropsVTypes">
  <TotalTime>11444</TotalTime>
  <Words>954</Words>
  <Application>Microsoft Office PowerPoint</Application>
  <PresentationFormat>Widescreen</PresentationFormat>
  <Paragraphs>170</Paragraphs>
  <Slides>16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16</vt:i4>
      </vt:variant>
    </vt:vector>
  </HeadingPairs>
  <TitlesOfParts>
    <vt:vector size="29" baseType="lpstr">
      <vt:lpstr>Arial</vt:lpstr>
      <vt:lpstr>Calibri</vt:lpstr>
      <vt:lpstr>Cambria Math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103</cp:revision>
  <dcterms:created xsi:type="dcterms:W3CDTF">2020-01-14T17:16:45Z</dcterms:created>
  <dcterms:modified xsi:type="dcterms:W3CDTF">2025-12-10T12:27:27Z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