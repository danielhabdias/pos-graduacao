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28"/>
  </p:notesMasterIdLst>
  <p:handoutMasterIdLst>
    <p:handoutMasterId r:id="rId29"/>
  </p:handoutMasterIdLst>
  <p:sldIdLst>
    <p:sldId id="266" r:id="rId8"/>
    <p:sldId id="260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26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24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customXml" Target="../customXml/item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Aplicações de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neurais recorrentes lidam bem com dados sequenciais, sendo úteis para modelar padrões temporais em diversas aplicações.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 processamento de linguagem natural, são usadas para tradução, análise de sentimentos e geração de textos mais coerentes.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séries temporais, ajudam a prever tendências em dados financeiros, meteorológicos e outros contextos dinâmicos.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o reconhecimento de fala e a criação de sistemas interativos, como assistentes virtuais e transcrição automática.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8522-7EA4-A147-0E14-BEE4BCBF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7973C03-CE67-EBEF-2CA5-33B217E20E0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Previsão de Séries Temporais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CE223A-D7C2-7BB9-A81B-43C460BF150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eficazes para prever valores futuros com base em padrões aprendidos de dados históricos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previsão de preços de ações, consumo energético e outras variáveis que evoluem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capturar dependências temporais torna essas redes úteis em contextos onde o histórico influencia o futuro.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recorrentes ajudam a antecipar comportamentos complexos em séries temporais, apoiando decisões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74424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3A56-0D53-2591-AA7C-B40D80E3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AD59598-A387-8C82-BAF3-851A51E6D86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Modelagem de Sequências Temporais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C60C19-1132-3CEC-5175-EB8FFE64621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úteis para analisar dados que mudam com o tempo, capturando padrões em sequências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aplicadas em sensores, clima e saúde, onde a evolução temporal dos dados revela informações importantes.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considerar o histórico permite identificar tendências e antecipar comportamentos futuros.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ajudam a compreender fenômenos dinâmicos, como variações ambientais ou sinais fisiológicos.</a:t>
            </a:r>
          </a:p>
        </p:txBody>
      </p:sp>
    </p:spTree>
    <p:extLst>
      <p:ext uri="{BB962C8B-B14F-4D97-AF65-F5344CB8AC3E}">
        <p14:creationId xmlns:p14="http://schemas.microsoft.com/office/powerpoint/2010/main" val="38207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16B71-6DFA-308D-5663-70D75CFF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DC5DF5-F63D-091B-8064-4E1594916CD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Sentimentos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C423F3-1055-407F-64D2-28FA3FDCCE0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analisam textos para identificar emoções, opiniões e intenções expressas em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amplamente usadas em redes sociais, avaliações de produtos e comentários para entender a percepção dos usuários.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considerar o contexto das palavras permite uma interpretação mais precisa dos sentimentos.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ajudam empresas a monitorar a reputação e ajustar estratégias com base na opinião pública.</a:t>
            </a:r>
          </a:p>
        </p:txBody>
      </p:sp>
    </p:spTree>
    <p:extLst>
      <p:ext uri="{BB962C8B-B14F-4D97-AF65-F5344CB8AC3E}">
        <p14:creationId xmlns:p14="http://schemas.microsoft.com/office/powerpoint/2010/main" val="322417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182B-8F8B-2810-7EBC-FEB75AB1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F574951-975F-4D57-BB46-D75362855D7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Classificação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D4B605-3BA4-EA8C-7D1B-6F3E2906D53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usadas para classificar textos com base em seu conteúdo, identificando padrões linguísticos relevantes.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organização de e-mails, categorização de documentos e filtragem de mensagens por tema ou intenção.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compreender o contexto das palavras, melhorando a precisão da classificação.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automatizam tarefas de triagem textual, otimizando fluxos de trabalho em diversos setores.</a:t>
            </a:r>
          </a:p>
        </p:txBody>
      </p:sp>
    </p:spTree>
    <p:extLst>
      <p:ext uri="{BB962C8B-B14F-4D97-AF65-F5344CB8AC3E}">
        <p14:creationId xmlns:p14="http://schemas.microsoft.com/office/powerpoint/2010/main" val="426129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86F49-34BE-E5F4-DDA0-90E55457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CDA40C-682D-9FAE-A2C8-5CA49ED9820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Tradução Automática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3E06E7-BE65-46A1-5A6D-A85FA0C43AF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capazes de traduzir frases entre idiomas ao compreender a estrutura e o contexto das sentenças.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Seq2Seq (</a:t>
            </a:r>
            <a:r>
              <a:rPr lang="pt-BR" sz="2800" i="1" dirty="0" err="1"/>
              <a:t>Sequence-to-Sequence</a:t>
            </a:r>
            <a:r>
              <a:rPr lang="pt-BR" sz="2800" dirty="0"/>
              <a:t>) processam sequências completas, permitindo traduções mais naturais e coerentes.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lidar com dependências linguísticas complexas torna esses modelos eficazes em múltiplos idiomas.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amplamente usados em sistemas de tradução automática, facilitando a comunicação global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172963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03CBE-CDE5-3E1E-8A59-F6E6903C5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76DB884-9812-763E-8A3D-56C06374E4C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Reconhecimento de Fala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2368BF-2B4F-B132-AF60-E982EB3B9EA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convertem sinais de áudio em texto, facilitando a comunicação entre humanos e máquinas.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usadas em sistemas de comando por voz, assistentes virtuais e ferramentas de acessibilidade.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interpretar variações na fala e entender o contexto das palavras ditas.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tornam possível a transcrição automática de áudio com maior precisão e naturalidade.</a:t>
            </a:r>
          </a:p>
        </p:txBody>
      </p:sp>
    </p:spTree>
    <p:extLst>
      <p:ext uri="{BB962C8B-B14F-4D97-AF65-F5344CB8AC3E}">
        <p14:creationId xmlns:p14="http://schemas.microsoft.com/office/powerpoint/2010/main" val="3163802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48BF-36B1-E9E3-0A48-30336B82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442114-10F2-FDE5-E5E4-C7312E2966D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Geração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3CD69B-95ED-A895-15DD-6DE894A0422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geram textos coerentes a partir de um contexto inicial, simulando padrões da linguagem humana.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usadas em assistentes virtuais, sistemas de resposta automática e ferramentas de escrita criativa.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manter a continuidade textual permite produzir conteúdos relevantes e bem estruturados.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contribuem para interações mais naturais entre humanos e máquinas em diversos ambientes digitais.</a:t>
            </a:r>
          </a:p>
        </p:txBody>
      </p:sp>
    </p:spTree>
    <p:extLst>
      <p:ext uri="{BB962C8B-B14F-4D97-AF65-F5344CB8AC3E}">
        <p14:creationId xmlns:p14="http://schemas.microsoft.com/office/powerpoint/2010/main" val="1221076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D0B36-2692-DE74-5158-F40A00EE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B58C8D-B8F3-5BB3-69AF-7842300C104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Chatbots</a:t>
            </a:r>
            <a:r>
              <a:rPr lang="pt-BR" sz="4500" b="1" dirty="0">
                <a:solidFill>
                  <a:schemeClr val="bg1"/>
                </a:solidFill>
              </a:rPr>
              <a:t> Inteligentes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A4A0E3-18A0-3044-8CF4-6372D41E0C2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permitem que </a:t>
            </a:r>
            <a:r>
              <a:rPr lang="pt-BR" sz="2800" dirty="0" err="1"/>
              <a:t>chatbots</a:t>
            </a:r>
            <a:r>
              <a:rPr lang="pt-BR" sz="2800" dirty="0"/>
              <a:t> compreendam o contexto das conversas e ofereçam respostas mais naturais.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sistemas simulam diálogos humanos, adaptando-se ao fluxo da interação e às intenções do usuário.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ajuda a manter a coerência entre perguntas e respostas ao longo da conversa.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amplamente usados em atendimento automatizado, suporte técnico e assistentes pessoais.</a:t>
            </a:r>
          </a:p>
        </p:txBody>
      </p:sp>
    </p:spTree>
    <p:extLst>
      <p:ext uri="{BB962C8B-B14F-4D97-AF65-F5344CB8AC3E}">
        <p14:creationId xmlns:p14="http://schemas.microsoft.com/office/powerpoint/2010/main" val="14395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FF8C-D253-3090-292A-5125D870C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E0B72B9-F003-3499-3851-C793E83F9AC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 Automático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8C38A9-B740-E1E7-CDA2-329A0663F88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capazes de sintetizar textos extensos em versões mais curtas sem perder o significado principal.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úteis para resumir artigos, relatórios e notícias, facilitando a leitura e a compreensão rápida do conteúdo.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identificar as partes mais relevantes do texto com base no contexto geral.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apoiam sistemas de recomendação, pesquisa de informação e organização de grandes volumes de dados.</a:t>
            </a:r>
          </a:p>
        </p:txBody>
      </p:sp>
    </p:spTree>
    <p:extLst>
      <p:ext uri="{BB962C8B-B14F-4D97-AF65-F5344CB8AC3E}">
        <p14:creationId xmlns:p14="http://schemas.microsoft.com/office/powerpoint/2010/main" val="87689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CB94-24D5-3B48-3FFE-A87AC6AF1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67609C-ABA9-3581-4DFD-561B1AB5157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Detecção de Anomalias Temporais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E088CF-77D4-8AA9-4AE6-5E47B477143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ajudam a identificar padrões incomuns em séries temporais, como desvios inesperados nos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aplicadas na detecção de fraudes, falhas técnicas e eventos raros em sistemas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reconhecer comportamentos atípicos com base no histórico de observações.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contribuem para a segurança e confiabilidade em áreas como finanças, saúde e indústria.</a:t>
            </a:r>
          </a:p>
        </p:txBody>
      </p:sp>
    </p:spTree>
    <p:extLst>
      <p:ext uri="{BB962C8B-B14F-4D97-AF65-F5344CB8AC3E}">
        <p14:creationId xmlns:p14="http://schemas.microsoft.com/office/powerpoint/2010/main" val="3532274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CDDA-DA8B-3931-9CA7-B3526E4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3F42FC6-6143-4997-B868-842B92B1E61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Previsão de Demanda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D00D48-E2B2-7CCC-8167-58B8D3EF4F5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usadas para antecipar padrões de consumo com base em dados históricos e comportamentais.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logística e varejo, ajudando a planejar estoques e evitar faltas ou excessos.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identificar tendências sazonais e variações na demanda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contribuem para decisões mais eficientes e redução de custos operacionais nas empresas.</a:t>
            </a:r>
          </a:p>
        </p:txBody>
      </p:sp>
    </p:spTree>
    <p:extLst>
      <p:ext uri="{BB962C8B-B14F-4D97-AF65-F5344CB8AC3E}">
        <p14:creationId xmlns:p14="http://schemas.microsoft.com/office/powerpoint/2010/main" val="892033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C021-8A27-CFF6-DEAE-1F83F652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13579A1-B49F-E9A3-0941-EC1DB98D88E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Modelagem de Linguagem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8A79B5-3D4F-3FB9-3720-4D4585EEAB7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aprendem padrões linguísticos para prever palavras ou frases que vêm a seguir em um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é essencial para tarefas como correção automática, sugestão de texto e compreensão de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capturar nuances da linguagem, como concordância e estrutura sintática.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são fundamentais em sistemas de escrita assistida e aplicações de inteligência artificial textual.</a:t>
            </a:r>
          </a:p>
        </p:txBody>
      </p:sp>
    </p:spTree>
    <p:extLst>
      <p:ext uri="{BB962C8B-B14F-4D97-AF65-F5344CB8AC3E}">
        <p14:creationId xmlns:p14="http://schemas.microsoft.com/office/powerpoint/2010/main" val="3551153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29D5-420D-8334-73C7-C769F064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92316D3-CE4E-2D32-BE0C-342B779E904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Reconhecimento de Entidades Nomeadas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27F207-15FA-3D7D-3302-11F2395DF7B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identificam nomes de pessoas, locais e organizações em textos, reconhecendo padrões linguísticos específicos.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tarefa é essencial para extrair informações estruturadas de documentos, notícias e conteúdos da web.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distinguir entidades mesmo em contextos ambíguos ou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são usados em sistemas de busca, mineração de dados e compreensão automática de linguagem.</a:t>
            </a:r>
          </a:p>
        </p:txBody>
      </p:sp>
    </p:spTree>
    <p:extLst>
      <p:ext uri="{BB962C8B-B14F-4D97-AF65-F5344CB8AC3E}">
        <p14:creationId xmlns:p14="http://schemas.microsoft.com/office/powerpoint/2010/main" val="3317742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380DC-CD3F-57BE-77DC-E520277A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67E9CCB-F433-AE29-5E00-B885F4D9890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Conversão de Texto em Fala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3EA604-6D00-2C81-FDDF-5AE1E65FA33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transformam texto escrito em fala natural, respeitando ritmo, entonação e contexto linguístico.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usadas em leitores de tela, assistentes virtuais e sistemas de acessibilidade para facilitar a comunicação.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gerar entonações mais realistas, aproximando a fala sintética da linguagem humana.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tornam a interação com dispositivos mais intuitiva, especialmente para pessoas com deficiência visual.</a:t>
            </a:r>
          </a:p>
        </p:txBody>
      </p:sp>
    </p:spTree>
    <p:extLst>
      <p:ext uri="{BB962C8B-B14F-4D97-AF65-F5344CB8AC3E}">
        <p14:creationId xmlns:p14="http://schemas.microsoft.com/office/powerpoint/2010/main" val="2720751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3909-C7BA-98D0-707E-ABD326DC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94375F-FAC0-B23A-335F-E4BE5BCC7D6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Logs e Eventos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69951D-0ADF-D687-F70C-66435BF65CB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processam registros de sistemas para identificar padrões recorrentes e comportamentos anormais.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úteis para prever falhas, detectar problemas operacionais e melhorar a confiabilidade de sistemas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compreender a evolução dos eventos e antecipar riscos antes que se tornem críticos.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apoiam a manutenção preditiva e o monitoramento inteligente em ambientes tecnológicos.</a:t>
            </a:r>
          </a:p>
        </p:txBody>
      </p:sp>
    </p:spTree>
    <p:extLst>
      <p:ext uri="{BB962C8B-B14F-4D97-AF65-F5344CB8AC3E}">
        <p14:creationId xmlns:p14="http://schemas.microsoft.com/office/powerpoint/2010/main" val="3758278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A767-E546-54ED-59D0-12D9AE43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41793D0-5D8F-2ADF-1ACA-4FB7DADA36C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Tradução de Documentos Técnicos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AAA238-0E15-718D-9A29-97908890562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aplicadas na tradução de textos especializados, mantendo a precisão dos termos técnicos.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sequencial permite compreender o contexto técnico e adaptar a linguagem conforme o domínio específico.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ajudam a automatizar traduções em áreas como medicina, engenharia e direito com maior fidelidade.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comunicação internacional em ambientes profissionais que exigem rigor terminológico.</a:t>
            </a:r>
          </a:p>
        </p:txBody>
      </p:sp>
    </p:spTree>
    <p:extLst>
      <p:ext uri="{BB962C8B-B14F-4D97-AF65-F5344CB8AC3E}">
        <p14:creationId xmlns:p14="http://schemas.microsoft.com/office/powerpoint/2010/main" val="267879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94615-53F0-6B78-4C94-0306268C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5215104-7053-A806-7B79-4424A07F089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8D01D5-2102-A808-FECF-90AC581A01F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ferramentas poderosas para lidar com dados sequenciais em </a:t>
            </a:r>
            <a:r>
              <a:rPr lang="pt-BR" sz="2800"/>
              <a:t>diversos contextos.</a:t>
            </a:r>
            <a:endParaRPr lang="pt-BR" sz="2800" dirty="0"/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capacidade de entender dependências temporais as torna ideais para tarefas com linguagem natural e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Estão presentes em soluções modernas como tradução automática, reconhecimento de fala e análise de sentimentos.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versatilidade das </a:t>
            </a:r>
            <a:r>
              <a:rPr lang="pt-BR" sz="2800" dirty="0" err="1"/>
              <a:t>RNNs</a:t>
            </a:r>
            <a:r>
              <a:rPr lang="pt-BR" sz="2800" dirty="0"/>
              <a:t> permite aplicações em áreas como saúde, finanças, educação, indústria e comunicação.</a:t>
            </a:r>
          </a:p>
        </p:txBody>
      </p:sp>
    </p:spTree>
    <p:extLst>
      <p:ext uri="{BB962C8B-B14F-4D97-AF65-F5344CB8AC3E}">
        <p14:creationId xmlns:p14="http://schemas.microsoft.com/office/powerpoint/2010/main" val="67926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D92812F-68FA-413D-BAD9-7D5C178CEAB2}"/>
</file>

<file path=customXml/itemProps2.xml><?xml version="1.0" encoding="utf-8"?>
<ds:datastoreItem xmlns:ds="http://schemas.openxmlformats.org/officeDocument/2006/customXml" ds:itemID="{570603B7-4F18-4927-AD37-7000564D2134}"/>
</file>

<file path=customXml/itemProps3.xml><?xml version="1.0" encoding="utf-8"?>
<ds:datastoreItem xmlns:ds="http://schemas.openxmlformats.org/officeDocument/2006/customXml" ds:itemID="{F91AB243-98A4-4351-B377-B9D5BA133431}"/>
</file>

<file path=docProps/app.xml><?xml version="1.0" encoding="utf-8"?>
<Properties xmlns="http://schemas.openxmlformats.org/officeDocument/2006/extended-properties" xmlns:vt="http://schemas.openxmlformats.org/officeDocument/2006/docPropsVTypes">
  <TotalTime>11362</TotalTime>
  <Words>1275</Words>
  <Application>Microsoft Office PowerPoint</Application>
  <PresentationFormat>Widescreen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20</vt:i4>
      </vt:variant>
    </vt:vector>
  </HeadingPairs>
  <TitlesOfParts>
    <vt:vector size="31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101</cp:revision>
  <dcterms:created xsi:type="dcterms:W3CDTF">2020-01-14T17:16:45Z</dcterms:created>
  <dcterms:modified xsi:type="dcterms:W3CDTF">2025-12-10T13:26:07Z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