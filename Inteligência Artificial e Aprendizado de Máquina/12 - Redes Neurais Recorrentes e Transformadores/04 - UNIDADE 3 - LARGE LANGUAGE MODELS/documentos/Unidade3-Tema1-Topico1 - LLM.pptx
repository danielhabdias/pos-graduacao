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30"/>
  </p:notesMasterIdLst>
  <p:handoutMasterIdLst>
    <p:handoutMasterId r:id="rId31"/>
  </p:handoutMasterIdLst>
  <p:sldIdLst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1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049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Large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Language</a:t>
            </a:r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 Model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Large </a:t>
            </a:r>
            <a:r>
              <a:rPr lang="pt-BR" sz="4500" b="1" dirty="0" err="1">
                <a:solidFill>
                  <a:schemeClr val="bg1"/>
                </a:solidFill>
              </a:rPr>
              <a:t>Language</a:t>
            </a:r>
            <a:r>
              <a:rPr lang="pt-BR" sz="4500" b="1" dirty="0">
                <a:solidFill>
                  <a:schemeClr val="bg1"/>
                </a:solidFill>
              </a:rPr>
              <a:t> Models (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r>
              <a:rPr lang="pt-BR" sz="4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de linguagem de grande escala (Large </a:t>
            </a:r>
            <a:r>
              <a:rPr lang="pt-BR" sz="2800" dirty="0" err="1"/>
              <a:t>Language</a:t>
            </a:r>
            <a:r>
              <a:rPr lang="pt-BR" sz="2800" dirty="0"/>
              <a:t> Models – </a:t>
            </a:r>
            <a:r>
              <a:rPr lang="pt-BR" sz="2800" dirty="0" err="1"/>
              <a:t>LLMs</a:t>
            </a:r>
            <a:r>
              <a:rPr lang="pt-BR" sz="2800" dirty="0"/>
              <a:t>) estão transformando a forma como humanos interagem com máquinas.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compreendem e geram textos com uma sofisticação que se aproxima da linguagem humana.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Estão integrados em diversas ferramentas que usamos diariamente, como assistentes virtuais e tradutores.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Constituem um dos pilares do progresso atual na área de inteligência artificial.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1DC7-FEDA-551A-FB46-1DF7D8FF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452413-792C-844A-80E4-3A606141232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Conceito de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808375A-31AA-5FC0-113C-9DE7C029E24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são modelos treinados com enormes quantidades de dados textuais provenientes de diversas fontes.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Eles aprendem padrões complexos da linguagem por meio de exemplos, sem necessidade de regras explícitas.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Utilizam arquiteturas avançadas que permitem interpretar e gerar linguagem natural com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considerados uma evolução marcante no campo do processamento de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257948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F79B-FA3F-A38C-944E-3719B621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B2EED5-089A-0F00-AEA8-8BE3C551E32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Escopo dos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314EB85-EBE4-1E70-929F-55A5EE67026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conseguem entender e produzir linguagem humana com alto grau de exatidão e fluidez.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Traduzem textos entre diferentes idiomas, mantendo o significado e o estilo original.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Executam tarefas como sumarização, classificação de sentimentos e geração de conteúdo.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Adaptam-se facilmente a diferentes contextos, áreas de conhecimento e estilos de escrita.</a:t>
            </a:r>
          </a:p>
        </p:txBody>
      </p:sp>
    </p:spTree>
    <p:extLst>
      <p:ext uri="{BB962C8B-B14F-4D97-AF65-F5344CB8AC3E}">
        <p14:creationId xmlns:p14="http://schemas.microsoft.com/office/powerpoint/2010/main" val="1055441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C465-B2E0-C2DF-C250-888F3B10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F20304D-9812-CF4C-EA85-E1F6E85F25D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Exemplos de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60DD80-EDE2-1700-190E-E5AF2678226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de linguagem generativos como GPT são amplamente utilizados em sistemas de conversação e geração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é eficaz na compreensão de linguagem e análise semântica de documentos.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PaLM</a:t>
            </a:r>
            <a:r>
              <a:rPr lang="pt-BR" sz="2800" dirty="0"/>
              <a:t> e </a:t>
            </a:r>
            <a:r>
              <a:rPr lang="pt-BR" sz="2800" dirty="0" err="1"/>
              <a:t>LLaMA</a:t>
            </a:r>
            <a:r>
              <a:rPr lang="pt-BR" sz="2800" dirty="0"/>
              <a:t> destacam-se por sua escalabilidade e eficiência em tarefas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modelo possui características específicas que os tornam adequados para diferentes aplicações.</a:t>
            </a:r>
          </a:p>
        </p:txBody>
      </p:sp>
    </p:spTree>
    <p:extLst>
      <p:ext uri="{BB962C8B-B14F-4D97-AF65-F5344CB8AC3E}">
        <p14:creationId xmlns:p14="http://schemas.microsoft.com/office/powerpoint/2010/main" val="306079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7C30-0D82-09F0-BBEC-8AA86FEC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21A772-F0E9-9923-69DE-1E64A20BDA0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Tamanho dos Modelos de Linguagem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AF34A32-8D02-E722-175D-0334908DB42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</a:t>
            </a:r>
            <a:r>
              <a:rPr lang="pt-BR" sz="2800" dirty="0" err="1"/>
              <a:t>LLMs</a:t>
            </a:r>
            <a:r>
              <a:rPr lang="pt-BR" sz="2800" dirty="0"/>
              <a:t> possuem bilhões de parâmetros que capturam nuances sutis da linguagem humana.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maiores tendem a apresentar melhor desempenho em tarefas de compreensão e geração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complexidade dos modelos exige infraestrutura computacional avançada para treinamento e uso.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aumento do tamanho dos modelos tem impulsionado avanços significativos na área de IA.</a:t>
            </a:r>
          </a:p>
        </p:txBody>
      </p:sp>
    </p:spTree>
    <p:extLst>
      <p:ext uri="{BB962C8B-B14F-4D97-AF65-F5344CB8AC3E}">
        <p14:creationId xmlns:p14="http://schemas.microsoft.com/office/powerpoint/2010/main" val="3377042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95F86-81FA-27B4-C971-2CC1477E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D6EA1A-CE28-5F49-B0A4-C3468F832D9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em Larga Escala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78F6E1-F636-0B8F-D3DF-5156CF13B7C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dos </a:t>
            </a:r>
            <a:r>
              <a:rPr lang="pt-BR" sz="2800" dirty="0" err="1"/>
              <a:t>LLMs</a:t>
            </a:r>
            <a:r>
              <a:rPr lang="pt-BR" sz="2800" dirty="0"/>
              <a:t> envolve o uso de grandes quantidades de texto extraídas de diversas fontes.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demanda recursos computacionais intensivos e tempo considerável de processamento.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Durante o treinamento, os modelos ajustam bilhões de parâmetros para melhorar sua performance.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resultado é uma capacidade robusta de entender e gerar linguagem em diferentes contextos.</a:t>
            </a:r>
          </a:p>
        </p:txBody>
      </p:sp>
    </p:spTree>
    <p:extLst>
      <p:ext uri="{BB962C8B-B14F-4D97-AF65-F5344CB8AC3E}">
        <p14:creationId xmlns:p14="http://schemas.microsoft.com/office/powerpoint/2010/main" val="287551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9D81-B130-6B71-484A-C1FA07EA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C5014A1-1BAF-730D-99AA-222296B751B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Arquitetura Base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67C786-B146-0BB4-AD81-D840601D889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dos </a:t>
            </a:r>
            <a:r>
              <a:rPr lang="pt-BR" sz="2800" dirty="0" err="1"/>
              <a:t>LLMs</a:t>
            </a:r>
            <a:r>
              <a:rPr lang="pt-BR" sz="2800" dirty="0"/>
              <a:t> é baseada em redes neurais conhecidas como Transformers.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redes permitem que os modelos de linguagem considerem múltiplos contextos simultaneamente ao processar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estrutura facilita o paralelismo, tornando o treinamento mais eficiente e escalável do que seria com outras opções arquiteturais.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arquitetura é responsável por muitos dos avanços recentes em processamento de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214967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C67A6-62A3-88FB-0DFD-DFBBE8A8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74C3E12-77A6-DC0F-8F66-21FB6765116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Capacidade de Geração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A360E3-E296-E8A3-3770-BA83EF56C393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são capazes de gerar textos coerentes, criativos e adaptados ao contexto solicitado.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Produzem narrativas, respostas a perguntas, resumos e até mesmo conteúdo técnico.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Mantêm consistência e fluidez ao longo de textos extensos e complexos.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Podem simular diferentes estilos, tons e vocabulários conforme a necessidade do usuário.</a:t>
            </a:r>
          </a:p>
        </p:txBody>
      </p:sp>
    </p:spTree>
    <p:extLst>
      <p:ext uri="{BB962C8B-B14F-4D97-AF65-F5344CB8AC3E}">
        <p14:creationId xmlns:p14="http://schemas.microsoft.com/office/powerpoint/2010/main" val="762873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AE0A5-B237-4501-4230-0179D741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5062B33-8697-5A60-4F06-B113EE43E27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Compreensão de Linguagem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F8102C-C90A-CF59-0FED-94A13548710F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de linguagem identificam sentimentos, intenções e significados implícitos em 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Respondem perguntas com base em conhecimento adquirido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capazes de resumir documentos extensos de forma clara e objetiva.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a análise e interpretação de conteúdos complexos em diversas áreas.</a:t>
            </a:r>
          </a:p>
        </p:txBody>
      </p:sp>
    </p:spTree>
    <p:extLst>
      <p:ext uri="{BB962C8B-B14F-4D97-AF65-F5344CB8AC3E}">
        <p14:creationId xmlns:p14="http://schemas.microsoft.com/office/powerpoint/2010/main" val="2664442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1038-7E6F-ADE3-6C45-AE209ED5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238A7D-8FE8-52B6-3DC2-7BFB72D0C91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Transferência de Conhecimento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276410A-7249-84E9-FB3A-F4DE20DABC8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podem ser ajustados para tarefas específicas por meio de técnicas como o </a:t>
            </a:r>
            <a:r>
              <a:rPr lang="pt-BR" sz="2800" i="1" dirty="0"/>
              <a:t>fine-</a:t>
            </a:r>
            <a:r>
              <a:rPr lang="pt-BR" sz="2800" i="1" dirty="0" err="1"/>
              <a:t>tuning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permite que o modelo aprenda novos contextos sem perder o conhecimento anterior.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aplicáveis em áreas especializadas como medicina, direito, educação e engenharia.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personalização dos modelos torna possível atender demandas específicas de diferentes usuários.</a:t>
            </a:r>
          </a:p>
        </p:txBody>
      </p:sp>
    </p:spTree>
    <p:extLst>
      <p:ext uri="{BB962C8B-B14F-4D97-AF65-F5344CB8AC3E}">
        <p14:creationId xmlns:p14="http://schemas.microsoft.com/office/powerpoint/2010/main" val="3272752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65C7-5039-E34B-CCC9-0CBE28AE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1C02003-A3F1-B18B-A9DA-9193D56EF67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Impacto na Indústria e em Outros Setores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AC4A85-A1C1-0669-DC85-71F0BFD6106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Na indústria, os </a:t>
            </a:r>
            <a:r>
              <a:rPr lang="pt-BR" sz="2800" dirty="0" err="1"/>
              <a:t>LLMs</a:t>
            </a:r>
            <a:r>
              <a:rPr lang="pt-BR" sz="2800" dirty="0"/>
              <a:t> estão revolucionando o atendimento ao cliente com assistentes automatizados.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Na educação, são usados como tutores virtuais e ferramentas de correção de 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Na saúde, auxiliam em diagnósticos, triagens e interpretação de prontuários médicos.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Diversos setores como finanças, mídia e logística já se beneficiam dessas tecnologias.</a:t>
            </a:r>
          </a:p>
        </p:txBody>
      </p:sp>
    </p:spTree>
    <p:extLst>
      <p:ext uri="{BB962C8B-B14F-4D97-AF65-F5344CB8AC3E}">
        <p14:creationId xmlns:p14="http://schemas.microsoft.com/office/powerpoint/2010/main" val="815874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6212-133A-19EF-7886-A08B405D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0E14DD5-2375-9D76-275E-B4C7AA0A0AC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Avanços em 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279C162-3F88-7DF5-2D83-E0AEE895180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</a:t>
            </a:r>
            <a:r>
              <a:rPr lang="pt-BR" sz="2800" dirty="0" err="1"/>
              <a:t>LLMs</a:t>
            </a:r>
            <a:r>
              <a:rPr lang="pt-BR" sz="2800" dirty="0"/>
              <a:t> representam um avanço significativo na capacidade de compreender e gerar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Superam limitações de modelos anteriores ao lidar com contextos complexos e ambíguos.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Estimulam o desenvolvimento de novas aplicações e pesquisas em inteligência artificial.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Contribuem para tornar a interação entre humanos e máquinas mais fluida e intuitiva.</a:t>
            </a:r>
          </a:p>
        </p:txBody>
      </p:sp>
    </p:spTree>
    <p:extLst>
      <p:ext uri="{BB962C8B-B14F-4D97-AF65-F5344CB8AC3E}">
        <p14:creationId xmlns:p14="http://schemas.microsoft.com/office/powerpoint/2010/main" val="2962893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A0BE-0AA6-96D3-EFAB-8D250819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AEC808E-6F69-12A7-332C-8372AB1A41B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Interação com Humanos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22DCD9-DD24-6800-71EC-19159EC30F3B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diálogos naturais com sistemas computacionais, aproximando humanos da tecnologia.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Permitem interfaces mais acessíveis, reduzindo barreiras para usuários com diferentes perfis.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Ajudam na inclusão digital ao permitir comunicação por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Transformam a experiência do usuário em diversas plataformas digitais.</a:t>
            </a:r>
          </a:p>
        </p:txBody>
      </p:sp>
    </p:spTree>
    <p:extLst>
      <p:ext uri="{BB962C8B-B14F-4D97-AF65-F5344CB8AC3E}">
        <p14:creationId xmlns:p14="http://schemas.microsoft.com/office/powerpoint/2010/main" val="2314829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7850E-54EE-B1E5-DFF9-588A153B8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041AA90-BC27-6F31-A0DC-99CB2C10DC1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Automatização de Tarefas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A9962D-4E0A-78C1-5E88-2BA2571B39D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automatizam tarefas como redação de relatórios, geração de conteúdo e respostas a e-mails.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Realizam traduções com alta precisão, respeitando nuances culturais e linguísticas.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Analisam grandes volumes de dados textuais, extraindo informações relevantes rapidamente.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Contribuem para a otimização de processos e aumento da produtividade em organizações.</a:t>
            </a:r>
          </a:p>
        </p:txBody>
      </p:sp>
    </p:spTree>
    <p:extLst>
      <p:ext uri="{BB962C8B-B14F-4D97-AF65-F5344CB8AC3E}">
        <p14:creationId xmlns:p14="http://schemas.microsoft.com/office/powerpoint/2010/main" val="1409057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7249-E537-EB97-11CF-8190B2BF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B3A469E-EF98-B321-8E83-B95CE86BA23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Éticos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D2C6B6-3F91-200E-923F-695F843021E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</a:t>
            </a:r>
            <a:r>
              <a:rPr lang="pt-BR" sz="2800" dirty="0" err="1"/>
              <a:t>LLMs</a:t>
            </a:r>
            <a:r>
              <a:rPr lang="pt-BR" sz="2800" dirty="0"/>
              <a:t> podem refletir preconceitos presentes nos dados utilizados em seu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Questões como privacidade, transparência e segurança são preocupações recorrentes.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essencial garantir o uso ético e responsável dessas tecnologias emergentes.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regulamentação e boas práticas são fundamentais para mitigar riscos sociais.</a:t>
            </a:r>
          </a:p>
        </p:txBody>
      </p:sp>
    </p:spTree>
    <p:extLst>
      <p:ext uri="{BB962C8B-B14F-4D97-AF65-F5344CB8AC3E}">
        <p14:creationId xmlns:p14="http://schemas.microsoft.com/office/powerpoint/2010/main" val="669626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51A7C-095C-AFEB-3F24-2FBF137C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B72D97C-23F2-3A4F-4CB2-237287E99FC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Democratização da 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ED3EE5-6BF9-73EC-355A-FB4FC46D6E3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de código aberto tornam os </a:t>
            </a:r>
            <a:r>
              <a:rPr lang="pt-BR" sz="2800" dirty="0" err="1"/>
              <a:t>LLMs</a:t>
            </a:r>
            <a:r>
              <a:rPr lang="pt-BR" sz="2800" dirty="0"/>
              <a:t> acessíveis a pesquisadores e desenvolvedores independentes.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abertura promove a inovação em regiões fora dos grandes centros tecnológicos.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 que comunidades locais desenvolvam soluções adaptadas às suas realidades.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Contribui para a democratização do acesso à inteligência artificial em escala global.</a:t>
            </a:r>
          </a:p>
        </p:txBody>
      </p:sp>
    </p:spTree>
    <p:extLst>
      <p:ext uri="{BB962C8B-B14F-4D97-AF65-F5344CB8AC3E}">
        <p14:creationId xmlns:p14="http://schemas.microsoft.com/office/powerpoint/2010/main" val="1316075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5F7F-32E9-92E1-C2C4-59519074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E7B9F64-5BDC-5484-E458-D3B70326DF8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r>
              <a:rPr lang="pt-BR" sz="4500" b="1" dirty="0">
                <a:solidFill>
                  <a:schemeClr val="bg1"/>
                </a:solidFill>
              </a:rPr>
              <a:t> em Diferentes Idiomas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6EC0CE-988A-8C2A-AC3B-82FE5026027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são capazes de compreender e gerar textos em diversos idiomas e dialetos regionais.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Adaptam-se a diferentes contextos culturais, respeitando variações linguísticas.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a comunicação entre pessoas de diferentes países por meio da tradução automática.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Promovem a inclusão digital ao atender usuários de línguas menos representadas.</a:t>
            </a:r>
          </a:p>
        </p:txBody>
      </p:sp>
    </p:spTree>
    <p:extLst>
      <p:ext uri="{BB962C8B-B14F-4D97-AF65-F5344CB8AC3E}">
        <p14:creationId xmlns:p14="http://schemas.microsoft.com/office/powerpoint/2010/main" val="1983745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7CF37-A59C-8F0F-8DEB-90E7CBEC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46EA18-BFA9-9152-565E-AD4F4FCAD68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r>
              <a:rPr lang="pt-BR" sz="4500" b="1" dirty="0">
                <a:solidFill>
                  <a:schemeClr val="bg1"/>
                </a:solidFill>
              </a:rPr>
              <a:t> e Criatividade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DCBBD33-B8C1-50D4-3D54-DACA12A67ED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de linguagem são utilizados na criação de histórias, poemas, músicas e outros conteúdos artísticos.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Ajudam desenvolvedores na geração de código e soluções técnicas inovadoras.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Contribuem para o processo criativo em áreas como design, publicidade e entretenimento.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Funcionam como ferramentas de apoio para artistas e profissionais criativos.</a:t>
            </a:r>
          </a:p>
        </p:txBody>
      </p:sp>
    </p:spTree>
    <p:extLst>
      <p:ext uri="{BB962C8B-B14F-4D97-AF65-F5344CB8AC3E}">
        <p14:creationId xmlns:p14="http://schemas.microsoft.com/office/powerpoint/2010/main" val="2819469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F274-093E-0639-9E2E-FEA9D1A7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5D1B199-5CF5-4F6F-2FC2-E9EA32CFA56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Futuro dos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CC333E-5CF9-689A-1E40-B16745A0098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</a:t>
            </a:r>
            <a:r>
              <a:rPr lang="pt-BR" sz="2800" dirty="0" err="1"/>
              <a:t>LLMs</a:t>
            </a:r>
            <a:r>
              <a:rPr lang="pt-BR" sz="2800" dirty="0"/>
              <a:t> tendem a se tornar mais eficientes, com menor consumo de recursos computacionais.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Novos modelos buscam maior especialização em tarefas específicas e contextos complexos.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Há um esforço crescente para alinhar os modelos com valores éticos e humanos.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futuro promete uma expansão ainda maior das aplicações em diferentes setores.</a:t>
            </a:r>
          </a:p>
        </p:txBody>
      </p:sp>
    </p:spTree>
    <p:extLst>
      <p:ext uri="{BB962C8B-B14F-4D97-AF65-F5344CB8AC3E}">
        <p14:creationId xmlns:p14="http://schemas.microsoft.com/office/powerpoint/2010/main" val="1849708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22E33-A03C-275C-EA5D-5FD666D2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8122D36-DB2B-E721-A2A6-640B1564437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1BECC1-9CFB-E20E-6272-C24F89A375E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</a:t>
            </a:r>
            <a:r>
              <a:rPr lang="pt-BR" sz="2800" dirty="0" err="1"/>
              <a:t>LLMs</a:t>
            </a:r>
            <a:r>
              <a:rPr lang="pt-BR" sz="2800" dirty="0"/>
              <a:t> estão mudando profundamente a forma como interagimos com a linguagem e a </a:t>
            </a:r>
            <a:r>
              <a:rPr lang="pt-BR" sz="2800" err="1"/>
              <a:t>tecnologia</a:t>
            </a:r>
            <a:r>
              <a:rPr lang="pt-BR" sz="280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/>
              <a:t>São </a:t>
            </a:r>
            <a:r>
              <a:rPr lang="pt-BR" sz="2800" dirty="0"/>
              <a:t>ferramentas versáteis que oferecem soluções em áreas como educação, saúde e negócios.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Representam um marco na evolução da inteligência artificial e do processamento de linguagem.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Continuam a impulsionar inovações e a moldar o futuro da comunicação digital.</a:t>
            </a:r>
          </a:p>
        </p:txBody>
      </p:sp>
    </p:spTree>
    <p:extLst>
      <p:ext uri="{BB962C8B-B14F-4D97-AF65-F5344CB8AC3E}">
        <p14:creationId xmlns:p14="http://schemas.microsoft.com/office/powerpoint/2010/main" val="4046125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11368</TotalTime>
  <Words>1185</Words>
  <Application>Microsoft Office PowerPoint</Application>
  <PresentationFormat>Widescreen</PresentationFormat>
  <Paragraphs>102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22</vt:i4>
      </vt:variant>
    </vt:vector>
  </HeadingPairs>
  <TitlesOfParts>
    <vt:vector size="33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109</cp:revision>
  <dcterms:created xsi:type="dcterms:W3CDTF">2020-01-14T17:16:45Z</dcterms:created>
  <dcterms:modified xsi:type="dcterms:W3CDTF">2025-11-14T13:38:52Z</dcterms:modified>
</cp:coreProperties>
</file>