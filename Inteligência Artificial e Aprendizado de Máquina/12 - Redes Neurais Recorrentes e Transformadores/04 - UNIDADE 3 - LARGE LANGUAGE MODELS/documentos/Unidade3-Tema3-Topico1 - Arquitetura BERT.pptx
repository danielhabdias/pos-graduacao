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0"/>
  </p:notesMasterIdLst>
  <p:handoutMasterIdLst>
    <p:handoutMasterId r:id="rId31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1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ao BERT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(</a:t>
            </a:r>
            <a:r>
              <a:rPr lang="pt-BR" sz="2800" i="1" dirty="0" err="1"/>
              <a:t>Bidirectional</a:t>
            </a:r>
            <a:r>
              <a:rPr lang="pt-BR" sz="2800" i="1" dirty="0"/>
              <a:t> </a:t>
            </a:r>
            <a:r>
              <a:rPr lang="pt-BR" sz="2800" i="1" dirty="0" err="1"/>
              <a:t>Encoder</a:t>
            </a:r>
            <a:r>
              <a:rPr lang="pt-BR" sz="2800" i="1" dirty="0"/>
              <a:t> </a:t>
            </a:r>
            <a:r>
              <a:rPr lang="pt-BR" sz="2800" i="1" dirty="0" err="1"/>
              <a:t>Representations</a:t>
            </a:r>
            <a:r>
              <a:rPr lang="pt-BR" sz="2800" i="1" dirty="0"/>
              <a:t> </a:t>
            </a:r>
            <a:r>
              <a:rPr lang="pt-BR" sz="2800" i="1" dirty="0" err="1"/>
              <a:t>from</a:t>
            </a:r>
            <a:r>
              <a:rPr lang="pt-BR" sz="2800" i="1" dirty="0"/>
              <a:t> Transformers</a:t>
            </a:r>
            <a:r>
              <a:rPr lang="pt-BR" sz="2800" dirty="0"/>
              <a:t>) é um dos modelos de linguagem mais influentes e avançados baseados na arquitetura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revolucionou o processamento de linguagem natural ao introduzir codificação bidirecional profunda.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Desenvolvido para entender o contexto completo de uma palavra em uma sentença.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Tornou-se base para diversas aplicações em NLP, como classificação, tradução e resposta automática.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D15F2-24AE-DCEB-EEF2-8AD1175A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F436FF-F4BC-5B38-7E21-818238AB2F1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Objetivo do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0631E8-765E-44B7-250A-304C8DE5B6E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principal objetivo do BERT é capturar representações contextuais profundas das palavras.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considera simultaneamente o que vem antes e depois de cada termo em uma sentença.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permite uma compreensão mais precisa do significado das palavras em diferentes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significativamente o desempenho em tarefas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17519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ABD6-B466-E4FA-455D-938F7CB5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250EBC-A3E0-E175-6159-0F74E6ABAEF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Origem do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2349EA-7377-0347-6670-A2C7ACE4EB0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foi desenvolvido pela equipe do Google AI </a:t>
            </a:r>
            <a:r>
              <a:rPr lang="pt-BR" sz="2800" dirty="0" err="1"/>
              <a:t>Language</a:t>
            </a:r>
            <a:r>
              <a:rPr lang="pt-BR" sz="2800" dirty="0"/>
              <a:t> e lançado em 2018.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Representou um avanço significativo em relação aos modelos anteriores, como </a:t>
            </a:r>
            <a:r>
              <a:rPr lang="pt-BR" sz="2800" dirty="0" err="1"/>
              <a:t>ELMo</a:t>
            </a:r>
            <a:r>
              <a:rPr lang="pt-BR" sz="2800" dirty="0"/>
              <a:t> e GPT.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lançamento foi acompanhado de avaliações em benchmarks que mostraram resultados superiores em várias tarefas.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Desde então, tornou-se referência e base para muitos modelos subsequentes.</a:t>
            </a:r>
          </a:p>
        </p:txBody>
      </p:sp>
    </p:spTree>
    <p:extLst>
      <p:ext uri="{BB962C8B-B14F-4D97-AF65-F5344CB8AC3E}">
        <p14:creationId xmlns:p14="http://schemas.microsoft.com/office/powerpoint/2010/main" val="422012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9AF37-AB62-3231-9356-3FE8468F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9AB6492-C830-70B7-3BEB-8D545239476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Base Arquitetural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D47074-26FF-7A6A-3D6C-66566B9B9DD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do BERT é baseada exclusivamente no codificador (</a:t>
            </a:r>
            <a:r>
              <a:rPr lang="pt-BR" sz="2800" dirty="0" err="1"/>
              <a:t>encoder</a:t>
            </a:r>
            <a:r>
              <a:rPr lang="pt-BR" sz="2800" dirty="0"/>
              <a:t>) dos Transformers.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não utiliza a parte de decodificação, pois seu foco é na compreensão e não na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escolha permite que o modelo processe a entrada de forma mais eficiente e contextualizada.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é responsável por transformar os tokens de entrada em representações vetoriais ricas.</a:t>
            </a:r>
          </a:p>
        </p:txBody>
      </p:sp>
    </p:spTree>
    <p:extLst>
      <p:ext uri="{BB962C8B-B14F-4D97-AF65-F5344CB8AC3E}">
        <p14:creationId xmlns:p14="http://schemas.microsoft.com/office/powerpoint/2010/main" val="279816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F36F-CA73-0955-2321-1271E791B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51E60A7-4757-E1DB-CC4D-4EBFF284DA9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Codificador Bidirecional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284EAF9-EA4E-E7B3-EA76-AE88DF46CE92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Diferente de modelos anteriores, o BERT considera o contexto à esquerda e à direita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codificação bidirecional permite capturar relações semânticas mais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entende melhor o significado de palavras ambíguas com base no contexto completo.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resulta em representações mais precisas e úteis para tarefas de NLP.</a:t>
            </a:r>
          </a:p>
        </p:txBody>
      </p:sp>
    </p:spTree>
    <p:extLst>
      <p:ext uri="{BB962C8B-B14F-4D97-AF65-F5344CB8AC3E}">
        <p14:creationId xmlns:p14="http://schemas.microsoft.com/office/powerpoint/2010/main" val="240860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EB2A-F251-048C-DA49-F27B2923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AFF2D1-6E54-532B-370E-EF9FD9805C8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Blocos do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9DBCCC-AF0E-B04D-0E78-AF489300303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</a:t>
            </a:r>
            <a:r>
              <a:rPr lang="pt-BR" sz="2800" i="1" dirty="0"/>
              <a:t>base</a:t>
            </a:r>
            <a:r>
              <a:rPr lang="pt-BR" sz="2800" dirty="0"/>
              <a:t> possui 12 blocos no codificador do </a:t>
            </a:r>
            <a:r>
              <a:rPr lang="pt-BR" sz="2800" dirty="0" err="1"/>
              <a:t>Transformer</a:t>
            </a:r>
            <a:r>
              <a:rPr lang="pt-BR" sz="2800" dirty="0"/>
              <a:t>, enquanto o BERT </a:t>
            </a:r>
            <a:r>
              <a:rPr lang="pt-BR" sz="2800" i="1" dirty="0" err="1"/>
              <a:t>large</a:t>
            </a:r>
            <a:r>
              <a:rPr lang="pt-BR" sz="2800" dirty="0"/>
              <a:t> possui 24.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contribui para o refinamento das representações internas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Mais blocos significam maior capacidade de abstração e compreensão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entre as versões </a:t>
            </a:r>
            <a:r>
              <a:rPr lang="pt-BR" sz="2800" i="1" dirty="0"/>
              <a:t>base</a:t>
            </a:r>
            <a:r>
              <a:rPr lang="pt-BR" sz="2800" dirty="0"/>
              <a:t> e </a:t>
            </a:r>
            <a:r>
              <a:rPr lang="pt-BR" sz="2800" i="1" dirty="0" err="1"/>
              <a:t>large</a:t>
            </a:r>
            <a:r>
              <a:rPr lang="pt-BR" sz="2800" dirty="0"/>
              <a:t> depende do equilíbrio entre desempenho e custo computacional.</a:t>
            </a:r>
          </a:p>
        </p:txBody>
      </p:sp>
    </p:spTree>
    <p:extLst>
      <p:ext uri="{BB962C8B-B14F-4D97-AF65-F5344CB8AC3E}">
        <p14:creationId xmlns:p14="http://schemas.microsoft.com/office/powerpoint/2010/main" val="189135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28A97-7A29-9ECE-6541-A0C7C1C6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79BB3D-CB0C-84FC-5838-3BA1442B3BD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Tokens de Entrada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EC0B08-C9F8-75F1-43F4-52B9C7FA2F7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utiliza a tokenização </a:t>
            </a:r>
            <a:r>
              <a:rPr lang="pt-BR" sz="2800" dirty="0" err="1"/>
              <a:t>WordPiece</a:t>
            </a:r>
            <a:r>
              <a:rPr lang="pt-BR" sz="2800" dirty="0"/>
              <a:t>, que divide palavras em subcomponentes.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ajuda a lidar com palavras raras ou desconhecidas de forma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Tokens especiais como [CLS] e [SEP] são adicionados para indicar início e separação de sentenças.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tokens têm funções específicas em tarefas como classificação e pares de entrada.</a:t>
            </a:r>
          </a:p>
        </p:txBody>
      </p:sp>
    </p:spTree>
    <p:extLst>
      <p:ext uri="{BB962C8B-B14F-4D97-AF65-F5344CB8AC3E}">
        <p14:creationId xmlns:p14="http://schemas.microsoft.com/office/powerpoint/2010/main" val="179100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4479-9528-4CDE-2138-01DDBA04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B98B5E-3733-E94C-434A-50F66456C8C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Embedding</a:t>
            </a:r>
            <a:r>
              <a:rPr lang="pt-BR" sz="4500" b="1" dirty="0">
                <a:solidFill>
                  <a:schemeClr val="bg1"/>
                </a:solidFill>
              </a:rPr>
              <a:t> de Entrada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8F9192B-443A-6B3B-A854-217580FB2D5B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i="1" dirty="0" err="1"/>
              <a:t>embeddings</a:t>
            </a:r>
            <a:r>
              <a:rPr lang="pt-BR" sz="2800" dirty="0"/>
              <a:t> de entrada são compostos por três tipos: token, posição e segmento.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i="1" dirty="0" err="1"/>
              <a:t>embedding</a:t>
            </a:r>
            <a:r>
              <a:rPr lang="pt-BR" sz="2800" dirty="0"/>
              <a:t> de token representa o significado básico de cada palavra ou </a:t>
            </a:r>
            <a:r>
              <a:rPr lang="pt-BR" sz="2800" dirty="0" err="1"/>
              <a:t>subpalavra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i="1" dirty="0" err="1"/>
              <a:t>embedding</a:t>
            </a:r>
            <a:r>
              <a:rPr lang="pt-BR" sz="2800" dirty="0"/>
              <a:t> posicional indica a posição de cada token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i="1" dirty="0" err="1"/>
              <a:t>embedding</a:t>
            </a:r>
            <a:r>
              <a:rPr lang="pt-BR" sz="2800" dirty="0"/>
              <a:t> de segmento diferencia sentenças em tarefas que envolvem pares de entrada.</a:t>
            </a:r>
          </a:p>
        </p:txBody>
      </p:sp>
    </p:spTree>
    <p:extLst>
      <p:ext uri="{BB962C8B-B14F-4D97-AF65-F5344CB8AC3E}">
        <p14:creationId xmlns:p14="http://schemas.microsoft.com/office/powerpoint/2010/main" val="2141916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9E39-4BA3-FEE6-7246-E15C963C9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8471AA-968D-78A7-43EC-1A02B6DBAE5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Positional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Encoding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A19FA1-B144-D50D-8BDB-C073574DE56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é somada aos </a:t>
            </a:r>
            <a:r>
              <a:rPr lang="pt-BR" sz="2800" i="1" dirty="0" err="1"/>
              <a:t>embeddings</a:t>
            </a:r>
            <a:r>
              <a:rPr lang="pt-BR" sz="2800" dirty="0"/>
              <a:t> para preservar a ordem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os Transformers não têm estrutura sequencial nativa, essa codificação é essencial.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permite que o modelo entenda a posição relativa das palavras na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contribui para a interpretação correta da estrutura sintática e semântica.</a:t>
            </a:r>
          </a:p>
        </p:txBody>
      </p:sp>
    </p:spTree>
    <p:extLst>
      <p:ext uri="{BB962C8B-B14F-4D97-AF65-F5344CB8AC3E}">
        <p14:creationId xmlns:p14="http://schemas.microsoft.com/office/powerpoint/2010/main" val="115093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016E-9264-B94B-1C1A-CFF578243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E9C46E-53B1-43CF-569C-84B1111E533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Autoatenção</a:t>
            </a:r>
            <a:r>
              <a:rPr lang="pt-BR" sz="4500" b="1" dirty="0">
                <a:solidFill>
                  <a:schemeClr val="bg1"/>
                </a:solidFill>
              </a:rPr>
              <a:t> (</a:t>
            </a:r>
            <a:r>
              <a:rPr lang="pt-BR" sz="4500" b="1" i="1" dirty="0">
                <a:solidFill>
                  <a:schemeClr val="bg1"/>
                </a:solidFill>
              </a:rPr>
              <a:t>Self-</a:t>
            </a:r>
            <a:r>
              <a:rPr lang="pt-BR" sz="4500" b="1" i="1" dirty="0" err="1">
                <a:solidFill>
                  <a:schemeClr val="bg1"/>
                </a:solidFill>
              </a:rPr>
              <a:t>Attention</a:t>
            </a:r>
            <a:r>
              <a:rPr lang="pt-BR" sz="4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FE9F82-6B35-86FA-5E45-9698AC4FFE2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permite que o modelo foque em diferentes partes da entrada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calcula a relevância de cada token em relação aos demais da própria sequência – sendo, portanto, chamado de </a:t>
            </a:r>
            <a:r>
              <a:rPr lang="pt-BR" sz="2800" dirty="0" err="1"/>
              <a:t>autoatenção</a:t>
            </a:r>
            <a:r>
              <a:rPr lang="pt-BR" sz="2800" dirty="0"/>
              <a:t> (</a:t>
            </a:r>
            <a:r>
              <a:rPr lang="pt-BR" sz="2800" i="1" dirty="0"/>
              <a:t>self-</a:t>
            </a:r>
            <a:r>
              <a:rPr lang="pt-BR" sz="2800" i="1" dirty="0" err="1"/>
              <a:t>attention</a:t>
            </a:r>
            <a:r>
              <a:rPr lang="pt-BR" sz="2800" dirty="0"/>
              <a:t>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ajuda o modelo de linguagem a capturar dependências de longo alcance entre palavras.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mecanismos de atenção é um dos principais responsáveis pela eficácia dos Transformers.</a:t>
            </a:r>
          </a:p>
        </p:txBody>
      </p:sp>
    </p:spTree>
    <p:extLst>
      <p:ext uri="{BB962C8B-B14F-4D97-AF65-F5344CB8AC3E}">
        <p14:creationId xmlns:p14="http://schemas.microsoft.com/office/powerpoint/2010/main" val="222811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29F7-3018-1DFE-F4DF-C64F6901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DC448A1-764F-E729-BBBB-B3CB33812F6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Normalização e Conexão Residual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88FD92-1910-0782-BEB3-1368E17EAD56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do BERT inclui normalização em camada para estabilizar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conexões residuais também são usadas e permitem que informações fluam diretamente entre camadas.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evita o problema de gradientes desaparecendo em redes profundas.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Juntas, essas técnicas garantem eficiência e robustez no aprendizado.</a:t>
            </a:r>
          </a:p>
        </p:txBody>
      </p:sp>
    </p:spTree>
    <p:extLst>
      <p:ext uri="{BB962C8B-B14F-4D97-AF65-F5344CB8AC3E}">
        <p14:creationId xmlns:p14="http://schemas.microsoft.com/office/powerpoint/2010/main" val="3064742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0E94-0914-8AD1-E15C-E022D17A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034B5C-3868-7A91-7385-0F725FFBCFE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Saída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FA2995-8B96-992B-9899-BB0AF93562D1}"/>
              </a:ext>
            </a:extLst>
          </p:cNvPr>
          <p:cNvSpPr txBox="1"/>
          <p:nvPr/>
        </p:nvSpPr>
        <p:spPr>
          <a:xfrm>
            <a:off x="512063" y="1304405"/>
            <a:ext cx="11252473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saída do codificador é uma matriz de representações vetoriais para cada token.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representações são utilizadas em tarefas como classificação de texto, respostas a perguntas (</a:t>
            </a:r>
            <a:r>
              <a:rPr lang="pt-BR" sz="2800" dirty="0" err="1"/>
              <a:t>Question</a:t>
            </a:r>
            <a:r>
              <a:rPr lang="pt-BR" sz="2800" dirty="0"/>
              <a:t> </a:t>
            </a:r>
            <a:r>
              <a:rPr lang="pt-BR" sz="2800" dirty="0" err="1"/>
              <a:t>answering</a:t>
            </a:r>
            <a:r>
              <a:rPr lang="pt-BR" sz="2800" dirty="0"/>
              <a:t> – QA) e reconhecimento de entidades nomeadas (</a:t>
            </a:r>
            <a:r>
              <a:rPr lang="pt-BR" sz="2800" dirty="0" err="1"/>
              <a:t>Named</a:t>
            </a:r>
            <a:r>
              <a:rPr lang="pt-BR" sz="2800" dirty="0"/>
              <a:t> Entity </a:t>
            </a:r>
            <a:r>
              <a:rPr lang="pt-BR" sz="2800" dirty="0" err="1"/>
              <a:t>Recognition</a:t>
            </a:r>
            <a:r>
              <a:rPr lang="pt-BR" sz="2800" dirty="0"/>
              <a:t> – NER).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token [CLS] geralmente representa a sentença como um todo para tarefas de classificação.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Outros tokens podem ser usados para tarefas do nível de token, como reconhecimento de entidades nomeadas.</a:t>
            </a:r>
          </a:p>
        </p:txBody>
      </p:sp>
    </p:spTree>
    <p:extLst>
      <p:ext uri="{BB962C8B-B14F-4D97-AF65-F5344CB8AC3E}">
        <p14:creationId xmlns:p14="http://schemas.microsoft.com/office/powerpoint/2010/main" val="2367905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1A00C-8A81-F2CA-0019-5401A2BB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9781897-02DA-D649-CBC1-59891DC2578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 [CLS]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F66924-2343-96AF-5D23-10A429C0BBB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token [CLS] é inserido no início da sequência e representa a sentença inteira.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representação final é usada como entrada para classificadores em tarefas como análise de sentimentos.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é treinado para capturar o significado global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 elemento central na arquitetura do BERT para tarefas em que a entrada vai ser processada com um todo como na classificação, por exemplo.</a:t>
            </a:r>
          </a:p>
        </p:txBody>
      </p:sp>
    </p:spTree>
    <p:extLst>
      <p:ext uri="{BB962C8B-B14F-4D97-AF65-F5344CB8AC3E}">
        <p14:creationId xmlns:p14="http://schemas.microsoft.com/office/powerpoint/2010/main" val="69849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A17E-DDB6-E09A-243A-D2A7DD53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8F0034-D07D-81B8-AAA7-3CF54006FDE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 [SEP]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FADFD9-6377-390B-F139-FA61966AE9B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token [SEP] é usado para separar sentenças em tarefas que envolvem pares de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permite que o modelo saiba onde termina uma sentença e começa outra.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essencial em tarefas como inferência textual e na tarefa de resposta a perguntas.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ajuda na distinção entre diferentes segmentos de texto.</a:t>
            </a:r>
          </a:p>
        </p:txBody>
      </p:sp>
    </p:spTree>
    <p:extLst>
      <p:ext uri="{BB962C8B-B14F-4D97-AF65-F5344CB8AC3E}">
        <p14:creationId xmlns:p14="http://schemas.microsoft.com/office/powerpoint/2010/main" val="3587372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C20C-450B-7336-84AA-5525E9C5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498089-99F8-47B2-D208-56A68D56E6C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Pré-treinamento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CF4914-60AC-1D99-9564-CB34FF8604BF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</a:t>
            </a:r>
            <a:r>
              <a:rPr lang="pt-BR" sz="2800" dirty="0" err="1"/>
              <a:t>pré</a:t>
            </a:r>
            <a:r>
              <a:rPr lang="pt-BR" sz="2800" dirty="0"/>
              <a:t>-treinado com duas tarefas principais: MLM (</a:t>
            </a:r>
            <a:r>
              <a:rPr lang="pt-BR" sz="2800" i="1" dirty="0" err="1"/>
              <a:t>Masked</a:t>
            </a:r>
            <a:r>
              <a:rPr lang="pt-BR" sz="2800" i="1" dirty="0"/>
              <a:t> </a:t>
            </a:r>
            <a:r>
              <a:rPr lang="pt-BR" sz="2800" i="1" dirty="0" err="1"/>
              <a:t>Language</a:t>
            </a:r>
            <a:r>
              <a:rPr lang="pt-BR" sz="2800" i="1" dirty="0"/>
              <a:t> </a:t>
            </a:r>
            <a:r>
              <a:rPr lang="pt-BR" sz="2800" i="1" dirty="0" err="1"/>
              <a:t>Modeling</a:t>
            </a:r>
            <a:r>
              <a:rPr lang="pt-BR" sz="2800" dirty="0"/>
              <a:t>) e NSP (</a:t>
            </a:r>
            <a:r>
              <a:rPr lang="pt-BR" sz="2800" i="1" dirty="0"/>
              <a:t>Next </a:t>
            </a:r>
            <a:r>
              <a:rPr lang="pt-BR" sz="2800" i="1" dirty="0" err="1"/>
              <a:t>Sentence</a:t>
            </a:r>
            <a:r>
              <a:rPr lang="pt-BR" sz="2800" i="1" dirty="0"/>
              <a:t> </a:t>
            </a:r>
            <a:r>
              <a:rPr lang="pt-BR" sz="2800" i="1" dirty="0" err="1"/>
              <a:t>Prediction</a:t>
            </a:r>
            <a:r>
              <a:rPr lang="pt-BR" sz="2800" dirty="0"/>
              <a:t>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tarefas ajudam o modelo a aprender padrões linguísticos e relações entre sentenças.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é feito com grandes volumes de texto não rotulado.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fase prepara o modelo para ser ajustado posteriormente com dados rotulados.</a:t>
            </a:r>
          </a:p>
        </p:txBody>
      </p:sp>
    </p:spTree>
    <p:extLst>
      <p:ext uri="{BB962C8B-B14F-4D97-AF65-F5344CB8AC3E}">
        <p14:creationId xmlns:p14="http://schemas.microsoft.com/office/powerpoint/2010/main" val="2645216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2FDD2-7D97-E60A-D66C-E2843FE4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C18397D-DADC-F5C4-3A16-2A7D7D65CB6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Masked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Language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Modeling</a:t>
            </a:r>
            <a:r>
              <a:rPr lang="pt-BR" sz="4500" b="1" dirty="0">
                <a:solidFill>
                  <a:schemeClr val="bg1"/>
                </a:solidFill>
              </a:rPr>
              <a:t> (MLM)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3D8246-ABA8-20E7-0122-21731C059D90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 MLM, é uma técnica de aprendizagem </a:t>
            </a:r>
            <a:r>
              <a:rPr lang="pt-BR" sz="2800" dirty="0" err="1"/>
              <a:t>autossupervisionada</a:t>
            </a:r>
            <a:r>
              <a:rPr lang="pt-BR" sz="2800" dirty="0"/>
              <a:t> em que algumas palavras da entrada são mascaradas aleatoriamente.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treinado para prever essas palavras com base no contexto restante.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força o modelo a entender o significado das palavras em diferentes posições.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é fundamental para o aprendizado bidirecional do BERT.</a:t>
            </a:r>
          </a:p>
        </p:txBody>
      </p:sp>
    </p:spTree>
    <p:extLst>
      <p:ext uri="{BB962C8B-B14F-4D97-AF65-F5344CB8AC3E}">
        <p14:creationId xmlns:p14="http://schemas.microsoft.com/office/powerpoint/2010/main" val="246845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91E1-75F9-3284-5053-50964A70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87C252-838B-D793-85BF-60EBA0BFF6F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Next </a:t>
            </a:r>
            <a:r>
              <a:rPr lang="pt-BR" sz="4500" b="1" dirty="0" err="1">
                <a:solidFill>
                  <a:schemeClr val="bg1"/>
                </a:solidFill>
              </a:rPr>
              <a:t>Sentence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Prediction</a:t>
            </a:r>
            <a:r>
              <a:rPr lang="pt-BR" sz="4500" b="1" dirty="0">
                <a:solidFill>
                  <a:schemeClr val="bg1"/>
                </a:solidFill>
              </a:rPr>
              <a:t> (NSP)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A5A5A4-0CEC-AD1F-3232-3FAD7F1A58FC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objetivo principal do NSP é permitir que o modelo de linguagem compreenda as relações a nível de discurso e a coerência entre as frases, indo além do contexto em nível de palavra.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NSP treina o modelo para determinar se uma sentença segue logicamente outra.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ajuda o BERT a entender relações entre frases e coesão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tarefa envolve pares de sentenças, algumas sequenciais e outras aleatórias.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distinguir continuidade semântica entre textos.</a:t>
            </a:r>
          </a:p>
        </p:txBody>
      </p:sp>
    </p:spTree>
    <p:extLst>
      <p:ext uri="{BB962C8B-B14F-4D97-AF65-F5344CB8AC3E}">
        <p14:creationId xmlns:p14="http://schemas.microsoft.com/office/powerpoint/2010/main" val="1509309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F7A6-DF61-A663-B408-F9E6BF15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452904E-326B-83FF-DB1C-F8F56C158BE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40E686-67A9-7904-D36A-6C8461ED8E1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o pré-treinamento, o BERT pode ser ajustado para tarefas específicas.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é feito adicionando poucas camadas extras e treinando com dados rotulados.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permite adaptar o modelo a contextos como classificação, QA ou NER.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é rápida e eficiente, aproveitando o conhecimento já adquirido.</a:t>
            </a:r>
          </a:p>
        </p:txBody>
      </p:sp>
    </p:spTree>
    <p:extLst>
      <p:ext uri="{BB962C8B-B14F-4D97-AF65-F5344CB8AC3E}">
        <p14:creationId xmlns:p14="http://schemas.microsoft.com/office/powerpoint/2010/main" val="915075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971D-5C3D-126C-A997-9572059B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DEDE22-4D73-EF77-2362-979DA62472A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76D1FA-4AB7-8BD9-29FD-61583FEE616F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bidirecional permite que o modelo compreenda melhor o significado das palavras.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considera o contexto completo, o que melhora a precisão em tarefas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supera limitações de modelos unidirecionais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Resulta em representações mais ricas e úteis para aplicações práticas.</a:t>
            </a:r>
          </a:p>
        </p:txBody>
      </p:sp>
    </p:spTree>
    <p:extLst>
      <p:ext uri="{BB962C8B-B14F-4D97-AF65-F5344CB8AC3E}">
        <p14:creationId xmlns:p14="http://schemas.microsoft.com/office/powerpoint/2010/main" val="2593091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8B13-39EE-711E-C668-62DE7B3C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21ED22-363C-70D3-3B28-A1B05F98216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>
                <a:solidFill>
                  <a:schemeClr val="bg1"/>
                </a:solidFill>
              </a:rPr>
              <a:t>Resumo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8F372F-2A08-BFF1-3710-88C99732060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combina codificação bidirecional, atenção e </a:t>
            </a:r>
            <a:r>
              <a:rPr lang="pt-BR" sz="2800" i="1" dirty="0" err="1"/>
              <a:t>embeddings</a:t>
            </a:r>
            <a:r>
              <a:rPr lang="pt-BR" sz="2800" dirty="0"/>
              <a:t> para gerar representações poderosas.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arquitetura é composta por múltiplos blocos de codificação com mecanismos de atenção no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tokens especiais e </a:t>
            </a:r>
            <a:r>
              <a:rPr lang="pt-BR" sz="2800" i="1" dirty="0" err="1"/>
              <a:t>embeddings</a:t>
            </a:r>
            <a:r>
              <a:rPr lang="pt-BR" sz="2800" dirty="0"/>
              <a:t> permitem flexibilidade em diferentes tarefas.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representa uma das arquiteturas mais influentes e eficazes </a:t>
            </a:r>
            <a:r>
              <a:rPr lang="pt-BR" sz="2800"/>
              <a:t>no área </a:t>
            </a:r>
            <a:r>
              <a:rPr lang="pt-BR" sz="2800" dirty="0"/>
              <a:t>de PLN.</a:t>
            </a:r>
          </a:p>
        </p:txBody>
      </p:sp>
    </p:spTree>
    <p:extLst>
      <p:ext uri="{BB962C8B-B14F-4D97-AF65-F5344CB8AC3E}">
        <p14:creationId xmlns:p14="http://schemas.microsoft.com/office/powerpoint/2010/main" val="1804118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11347</TotalTime>
  <Words>1290</Words>
  <Application>Microsoft Office PowerPoint</Application>
  <PresentationFormat>Widescreen</PresentationFormat>
  <Paragraphs>103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102</cp:revision>
  <dcterms:created xsi:type="dcterms:W3CDTF">2020-01-14T17:16:45Z</dcterms:created>
  <dcterms:modified xsi:type="dcterms:W3CDTF">2025-11-14T14:18:33Z</dcterms:modified>
</cp:coreProperties>
</file>