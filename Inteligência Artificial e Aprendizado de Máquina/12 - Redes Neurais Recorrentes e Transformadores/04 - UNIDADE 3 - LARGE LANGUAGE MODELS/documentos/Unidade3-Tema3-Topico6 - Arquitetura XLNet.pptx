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29"/>
  </p:notesMasterIdLst>
  <p:handoutMasterIdLst>
    <p:handoutMasterId r:id="rId30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6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Arquitetura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XLNet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ao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é um modelo de linguagem avançado que combina características dos modelos BERT e GPT.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foi desenvolvido para superar limitações presentes em abordagens anteriores de modelagem de linguagem (XL = </a:t>
            </a:r>
            <a:r>
              <a:rPr lang="pt-BR" sz="2800" i="1" dirty="0" err="1"/>
              <a:t>excel</a:t>
            </a:r>
            <a:r>
              <a:rPr lang="pt-BR" sz="2800" dirty="0"/>
              <a:t>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 a arquitetura </a:t>
            </a:r>
            <a:r>
              <a:rPr lang="pt-BR" sz="2800" dirty="0" err="1"/>
              <a:t>Transformer</a:t>
            </a:r>
            <a:r>
              <a:rPr lang="pt-BR" sz="2800" dirty="0"/>
              <a:t> como base, com modificações que permitem maior flexibilidade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Destaca-se por sua capacidade de capturar dependências complexas entre palavras em diferentes posições.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A110-4972-F663-8B40-D49291D6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9D970D-9A00-C882-871A-8F4FDB93C67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 para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BC752-9BD2-308D-F59B-661F453A229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XLNet</a:t>
            </a:r>
            <a:r>
              <a:rPr lang="pt-BR" sz="2800" dirty="0"/>
              <a:t> surgiu como resposta às limitações do BERT, especialmente na forma como lida com tokens mascarados.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assume independência entre os tokens ocultos, o que pode prejudicar a compreensão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propõe uma abordagem alternativa que considera múltiplas ordens de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mudança permite ao modelo aprender relações mais naturais e completas entre palavras.</a:t>
            </a:r>
          </a:p>
        </p:txBody>
      </p:sp>
    </p:spTree>
    <p:extLst>
      <p:ext uri="{BB962C8B-B14F-4D97-AF65-F5344CB8AC3E}">
        <p14:creationId xmlns:p14="http://schemas.microsoft.com/office/powerpoint/2010/main" val="369874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D802A-1761-F31F-020F-7B5B14E7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1CF5412-77B8-564B-8564-89A924114F0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Geral do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D64B8AB-1878-A5B5-A4BB-98F569F32B9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do </a:t>
            </a:r>
            <a:r>
              <a:rPr lang="pt-BR" sz="2800" dirty="0" err="1"/>
              <a:t>XLNet</a:t>
            </a:r>
            <a:r>
              <a:rPr lang="pt-BR" sz="2800" dirty="0"/>
              <a:t> é baseada em codificadores empilhados do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camada é responsável por refinar as representações dos tokens com base em atenção e camadas </a:t>
            </a:r>
            <a:r>
              <a:rPr lang="pt-BR" sz="2800" i="1" dirty="0" err="1"/>
              <a:t>feedforward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incorpora mecanismos de permutação e </a:t>
            </a:r>
            <a:r>
              <a:rPr lang="pt-BR" sz="2800" dirty="0" err="1"/>
              <a:t>autoregressividade</a:t>
            </a:r>
            <a:r>
              <a:rPr lang="pt-BR" sz="2800" dirty="0"/>
              <a:t> para melhorar a contextualização.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permite que o </a:t>
            </a:r>
            <a:r>
              <a:rPr lang="pt-BR" sz="2800" dirty="0" err="1"/>
              <a:t>XLNet</a:t>
            </a:r>
            <a:r>
              <a:rPr lang="pt-BR" sz="2800" dirty="0"/>
              <a:t> seja aplicado em tarefas de compreensão e geração de texto.</a:t>
            </a:r>
          </a:p>
        </p:txBody>
      </p:sp>
    </p:spTree>
    <p:extLst>
      <p:ext uri="{BB962C8B-B14F-4D97-AF65-F5344CB8AC3E}">
        <p14:creationId xmlns:p14="http://schemas.microsoft.com/office/powerpoint/2010/main" val="387236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722C-3BA1-D5DC-FFE9-E63603FCC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E1EDF30-95C3-A4F9-E558-1CF4AFD34E5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Permutação de Sequência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8058CB1-6F7B-6F7B-6F5C-47738439929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introduz a técnica de permutação de sequência como alternativa ao mascaramento de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vez de ocultar palavras, o modelo reorganiza a ordem dos tokens para treinar diferentes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que o modelo aprenda a prever palavras em posições variadas, simulando múltiplas perspectivas.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permutação é feita de forma controlada para garantir consistência e diversidade no aprendizado.</a:t>
            </a:r>
          </a:p>
        </p:txBody>
      </p:sp>
    </p:spTree>
    <p:extLst>
      <p:ext uri="{BB962C8B-B14F-4D97-AF65-F5344CB8AC3E}">
        <p14:creationId xmlns:p14="http://schemas.microsoft.com/office/powerpoint/2010/main" val="2311979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CE34-99E4-7B1E-898E-F2634A83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239344-90C3-054F-7245-04218C49367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Como Funciona a Permutação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31D262-5262-1D8A-FC92-6EB1CFBAB5D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considera várias permutações possíveis de uma mesma sequência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Para cada permutação, o </a:t>
            </a:r>
            <a:r>
              <a:rPr lang="pt-BR" sz="2800" dirty="0" err="1"/>
              <a:t>XLNet</a:t>
            </a:r>
            <a:r>
              <a:rPr lang="pt-BR" sz="2800" dirty="0"/>
              <a:t> aprende a prever os tokens com base nos anteriores na nova ordem.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permite que o modelo capture dependências bidirecionais sem mascaramento explícito.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resultado é uma representação mais rica e flexível da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102345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79E8-6816-C185-B795-656C41B9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9C0F8C7-01D7-EEF4-2408-95BABE3EFDF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Permutação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B98ED9-A6B8-AA64-AAF6-96F0C04FB5BA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Dada a frase “O gato está no telhado”, </a:t>
            </a:r>
            <a:r>
              <a:rPr lang="pt-BR" sz="2800" dirty="0" err="1"/>
              <a:t>XLNet</a:t>
            </a:r>
            <a:r>
              <a:rPr lang="pt-BR" sz="2800" dirty="0"/>
              <a:t> pode treinar com ordens como “telhado está no gato O”.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permutação oferece ao modelo uma nova perspectiva sobre as relações entre palavras.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amplia a capacidade de generalização e compreensão semântica.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lidar com variações linguísticas de forma mais robusta.</a:t>
            </a:r>
          </a:p>
        </p:txBody>
      </p:sp>
    </p:spTree>
    <p:extLst>
      <p:ext uri="{BB962C8B-B14F-4D97-AF65-F5344CB8AC3E}">
        <p14:creationId xmlns:p14="http://schemas.microsoft.com/office/powerpoint/2010/main" val="414568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F3A39-6AA6-1AA4-AFBF-00E44791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CDC253-8E11-CF40-94EF-D1A7D9FC82E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da Permutação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52E3EF-7C35-B7D1-E055-2189F2ED775C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técnica de permutação evita os problemas de independência entre tokens mascarados.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capturar dependências contextuais mais profundas e variadas.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Melhora o desempenho em tarefas que exigem compreensão precisa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Contribui para maior flexibilidade na adaptação do modelo a diferentes domínios.</a:t>
            </a:r>
          </a:p>
        </p:txBody>
      </p:sp>
    </p:spTree>
    <p:extLst>
      <p:ext uri="{BB962C8B-B14F-4D97-AF65-F5344CB8AC3E}">
        <p14:creationId xmlns:p14="http://schemas.microsoft.com/office/powerpoint/2010/main" val="4227131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FB2F-98B1-C949-5F4E-388C27C6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3CCA9A-0F1A-783A-D34F-3255B05BE7D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2DF9CD-D0BA-005D-9F1F-EADCC9052B6A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utiliza uma máscara estática para ocultar tokens durante o pré-treinamento.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, por outro lado, considera múltiplas ordens de entrada, o que resulta em aprendizado mais dinâmico.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diferença torna o </a:t>
            </a:r>
            <a:r>
              <a:rPr lang="pt-BR" sz="2800" dirty="0" err="1"/>
              <a:t>XLNet</a:t>
            </a:r>
            <a:r>
              <a:rPr lang="pt-BR" sz="2800" dirty="0"/>
              <a:t> mais eficaz em tarefas que exigem compreensão contextual complexa.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benchmarks, </a:t>
            </a:r>
            <a:r>
              <a:rPr lang="pt-BR" sz="2800" dirty="0" err="1"/>
              <a:t>XLNet</a:t>
            </a:r>
            <a:r>
              <a:rPr lang="pt-BR" sz="2800" dirty="0"/>
              <a:t> frequentemente supera o desempenho do BERT.</a:t>
            </a:r>
          </a:p>
        </p:txBody>
      </p:sp>
    </p:spTree>
    <p:extLst>
      <p:ext uri="{BB962C8B-B14F-4D97-AF65-F5344CB8AC3E}">
        <p14:creationId xmlns:p14="http://schemas.microsoft.com/office/powerpoint/2010/main" val="971810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8A03-E180-9933-3BCD-3A897EB6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7750F09-7F9F-1E7B-9B5A-02562544D7B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Autoregressividade</a:t>
            </a:r>
            <a:r>
              <a:rPr lang="pt-BR" sz="4500" b="1" dirty="0">
                <a:solidFill>
                  <a:schemeClr val="bg1"/>
                </a:solidFill>
              </a:rPr>
              <a:t> em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96403C-7296-6A97-275C-3F8F97C93C49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combina </a:t>
            </a:r>
            <a:r>
              <a:rPr lang="pt-BR" sz="2800" dirty="0" err="1"/>
              <a:t>autoregressividade</a:t>
            </a:r>
            <a:r>
              <a:rPr lang="pt-BR" sz="2800" dirty="0"/>
              <a:t> com permutação de sequência para modelar o contexto completo.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prevê cada token com base nos anteriores, respeitando a ordem definida pela permutação.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une os benefícios da geração sequencial com a flexibilidade da permutação.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eficaz tanto para tarefas de compreensão quanto de geração de texto.</a:t>
            </a:r>
          </a:p>
        </p:txBody>
      </p:sp>
    </p:spTree>
    <p:extLst>
      <p:ext uri="{BB962C8B-B14F-4D97-AF65-F5344CB8AC3E}">
        <p14:creationId xmlns:p14="http://schemas.microsoft.com/office/powerpoint/2010/main" val="356246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AE8CF-21EA-94B4-1F14-DA983E19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E1CC10-9F30-DF04-1A07-2943418C4DB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de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92E0E5-6258-DE8D-7F66-06021E79A503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do </a:t>
            </a:r>
            <a:r>
              <a:rPr lang="pt-BR" sz="2800" dirty="0" err="1"/>
              <a:t>XLNet</a:t>
            </a:r>
            <a:r>
              <a:rPr lang="pt-BR" sz="2800" dirty="0"/>
              <a:t> envolve maximização da probabilidade condicional dos tokens em diferentes ordens.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exposto a múltiplas permutações para aprender padrões linguísticos diversos.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permite que o </a:t>
            </a:r>
            <a:r>
              <a:rPr lang="pt-BR" sz="2800" dirty="0" err="1"/>
              <a:t>XLNet</a:t>
            </a:r>
            <a:r>
              <a:rPr lang="pt-BR" sz="2800" dirty="0"/>
              <a:t> generalize melhor para novos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é intensivo, mas resulta em representações mais poderosas.</a:t>
            </a:r>
          </a:p>
        </p:txBody>
      </p:sp>
    </p:spTree>
    <p:extLst>
      <p:ext uri="{BB962C8B-B14F-4D97-AF65-F5344CB8AC3E}">
        <p14:creationId xmlns:p14="http://schemas.microsoft.com/office/powerpoint/2010/main" val="1421351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B9F3-286C-0D14-06AF-0639EBBF8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2AEBE1-44F0-3A46-0AAC-35BFDACB123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Desempenho em Benchmarks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3935E1-797C-9E1E-20BE-AC00BC49F310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apresenta desempenho superior ao BERT em várias tarefas de PLN, como classificação e QA.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benchmarks como GLUE e </a:t>
            </a:r>
            <a:r>
              <a:rPr lang="pt-BR" sz="2800" dirty="0" err="1"/>
              <a:t>SQuAD</a:t>
            </a:r>
            <a:r>
              <a:rPr lang="pt-BR" sz="2800" dirty="0"/>
              <a:t>, o modelo demonstra maior precisão e robustez.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capacidade de lidar com dependências complexas contribui para esses resultados.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considerado um dos modelos mais avançados em sua categoria.</a:t>
            </a:r>
          </a:p>
        </p:txBody>
      </p:sp>
    </p:spTree>
    <p:extLst>
      <p:ext uri="{BB962C8B-B14F-4D97-AF65-F5344CB8AC3E}">
        <p14:creationId xmlns:p14="http://schemas.microsoft.com/office/powerpoint/2010/main" val="2116892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981B-D315-68D5-7000-A8B3CEE8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9DDC9D9-67BC-1B7B-3BFA-9DE39905838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de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4A30DB-9C2F-678B-9DCA-01F7AD8DDA0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é utilizado em tarefas como análise de sentimentos, tradução automática e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é aplicado em sistemas de perguntas e respostas, resumo de documentos e classificação de tópicos.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flexibilidade permite adaptação a diferentes setores, como jurídico, educacional e comercial.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ferramenta poderosa para aplicações que exigem compreensão profunda da linguagem.</a:t>
            </a:r>
          </a:p>
        </p:txBody>
      </p:sp>
    </p:spTree>
    <p:extLst>
      <p:ext uri="{BB962C8B-B14F-4D97-AF65-F5344CB8AC3E}">
        <p14:creationId xmlns:p14="http://schemas.microsoft.com/office/powerpoint/2010/main" val="2089044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448C-539C-E9C9-2941-DE82C829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5907D83-6A28-030D-E98B-5C5189AC3CF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do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872CD9-8AB2-4A22-89CB-70CB8F8BB6B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de seus avanços, o </a:t>
            </a:r>
            <a:r>
              <a:rPr lang="pt-BR" sz="2800" dirty="0" err="1"/>
              <a:t>XLNet</a:t>
            </a:r>
            <a:r>
              <a:rPr lang="pt-BR" sz="2800" dirty="0"/>
              <a:t> é computacionalmente intensivo e exige recursos elevados.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complexidade da permutação e </a:t>
            </a:r>
            <a:r>
              <a:rPr lang="pt-BR" sz="2800" dirty="0" err="1"/>
              <a:t>autoregressividade</a:t>
            </a:r>
            <a:r>
              <a:rPr lang="pt-BR" sz="2800" dirty="0"/>
              <a:t> aumenta o tempo de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menos eficiente em aplicações que exigem resposta em tempo real.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implementação requer cuidado para garantir desempenho e escalabilidade.</a:t>
            </a:r>
          </a:p>
        </p:txBody>
      </p:sp>
    </p:spTree>
    <p:extLst>
      <p:ext uri="{BB962C8B-B14F-4D97-AF65-F5344CB8AC3E}">
        <p14:creationId xmlns:p14="http://schemas.microsoft.com/office/powerpoint/2010/main" val="3112167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2C97B-2E29-784D-95B3-7FD9451B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393265-0422-9F0C-B08D-69F2A3C5A88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r>
              <a:rPr lang="pt-BR" sz="4500" b="1" dirty="0">
                <a:solidFill>
                  <a:schemeClr val="bg1"/>
                </a:solidFill>
              </a:rPr>
              <a:t> x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9FBFCA-A885-AF67-7463-D528BE1E322A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puramente </a:t>
            </a:r>
            <a:r>
              <a:rPr lang="pt-BR" sz="2800" dirty="0" err="1"/>
              <a:t>autoregressivo</a:t>
            </a:r>
            <a:r>
              <a:rPr lang="pt-BR" sz="2800" dirty="0"/>
              <a:t> e foca na geração de texto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combina </a:t>
            </a:r>
            <a:r>
              <a:rPr lang="pt-BR" sz="2800" dirty="0" err="1"/>
              <a:t>autoregressividade</a:t>
            </a:r>
            <a:r>
              <a:rPr lang="pt-BR" sz="2800" dirty="0"/>
              <a:t> com permutação, oferecendo maior contextualização.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Enquanto o GPT é ideal para geração criativa, o </a:t>
            </a:r>
            <a:r>
              <a:rPr lang="pt-BR" sz="2800" dirty="0" err="1"/>
              <a:t>XLNet</a:t>
            </a:r>
            <a:r>
              <a:rPr lang="pt-BR" sz="2800" dirty="0"/>
              <a:t> se destaca na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modelo tem vantagens específicas conforme a tarefa e o domínio.</a:t>
            </a:r>
          </a:p>
        </p:txBody>
      </p:sp>
    </p:spTree>
    <p:extLst>
      <p:ext uri="{BB962C8B-B14F-4D97-AF65-F5344CB8AC3E}">
        <p14:creationId xmlns:p14="http://schemas.microsoft.com/office/powerpoint/2010/main" val="3716929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049A3-3BCF-0896-0110-B0044E70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50FA6C-DBEF-A9CB-7F81-DAE57A6020E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r>
              <a:rPr lang="pt-BR" sz="4500" b="1" dirty="0">
                <a:solidFill>
                  <a:schemeClr val="bg1"/>
                </a:solidFill>
              </a:rPr>
              <a:t> em Modelos Híbridos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921DBD-6EB2-BDAA-794E-F0F87E64606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pode ser integrado a sistemas híbridos que combinam compreensão e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útil em aplicações que exigem análise semântica seguida de produção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atuar em conjunto com outros modelos para melhorar a performance geral.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integração amplia o alcance e a aplicabilidade do </a:t>
            </a:r>
            <a:r>
              <a:rPr lang="pt-BR" sz="2800" dirty="0" err="1"/>
              <a:t>XLNet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6096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B4E1-9834-CA10-E876-E3B068A58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8C48C76-2F62-7D7C-18FE-BEDC70A9B24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r>
              <a:rPr lang="pt-BR" sz="4500" b="1" dirty="0">
                <a:solidFill>
                  <a:schemeClr val="bg1"/>
                </a:solidFill>
              </a:rPr>
              <a:t> e Transferência de Aprendizado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AD3115-B077-4E3E-A745-E7541A3071E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XLNet</a:t>
            </a:r>
            <a:r>
              <a:rPr lang="pt-BR" sz="2800" dirty="0"/>
              <a:t> pode ser ajustado para tarefas específicas por meio de fine-</a:t>
            </a:r>
            <a:r>
              <a:rPr lang="pt-BR" sz="2800" dirty="0" err="1"/>
              <a:t>tuning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permite adaptar o modelo a domínios técnicos ou linguagens especializadas.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Reduz a necessidade de treinamento do zero, economizando tempo e recursos.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transferência de aprendizado é uma das principais vantagens dos modelos de linguagem modernos.</a:t>
            </a:r>
          </a:p>
        </p:txBody>
      </p:sp>
    </p:spTree>
    <p:extLst>
      <p:ext uri="{BB962C8B-B14F-4D97-AF65-F5344CB8AC3E}">
        <p14:creationId xmlns:p14="http://schemas.microsoft.com/office/powerpoint/2010/main" val="203008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EA1F-935D-AE5A-9E97-B06357A0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052584-B715-3394-C590-953F2E320D7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r>
              <a:rPr lang="pt-BR" sz="4500" b="1" dirty="0">
                <a:solidFill>
                  <a:schemeClr val="bg1"/>
                </a:solidFill>
              </a:rPr>
              <a:t> em Ambientes Multilíngues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6176BA-726A-E1B8-AEF2-DFD0D9B1187C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pode ser treinado com dados em diferentes idiomas para atuar em contextos multilíngues.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eficaz em tarefas como tradução, classificação e QA em diversas línguas.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adaptação requer corpora bem curados e representativos de cada idioma.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amplia o uso do modelo em aplicações globais.</a:t>
            </a:r>
          </a:p>
        </p:txBody>
      </p:sp>
    </p:spTree>
    <p:extLst>
      <p:ext uri="{BB962C8B-B14F-4D97-AF65-F5344CB8AC3E}">
        <p14:creationId xmlns:p14="http://schemas.microsoft.com/office/powerpoint/2010/main" val="1352521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243C-EB72-C3FF-9C77-25D4559F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537763A-5820-2ED2-4A65-C208108F0B1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r>
              <a:rPr lang="pt-BR" sz="4500" b="1" dirty="0">
                <a:solidFill>
                  <a:schemeClr val="bg1"/>
                </a:solidFill>
              </a:rPr>
              <a:t> e Geração de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20209D-7C45-455F-A360-CF1DBA7856AF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pode gerar texto coerente com base em contexto permutado e </a:t>
            </a:r>
            <a:r>
              <a:rPr lang="pt-BR" sz="2800" dirty="0" err="1"/>
              <a:t>autoregressivo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capaz de produzir respostas, descrições e narrativas com fluidez.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geração é controlada por parâmetros como temperatura e amostragem.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funcionalidade é útil em assistentes virtuais, redação automática e sistemas interativos.</a:t>
            </a:r>
          </a:p>
        </p:txBody>
      </p:sp>
    </p:spTree>
    <p:extLst>
      <p:ext uri="{BB962C8B-B14F-4D97-AF65-F5344CB8AC3E}">
        <p14:creationId xmlns:p14="http://schemas.microsoft.com/office/powerpoint/2010/main" val="357752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7191-AFDC-DFB2-FDD2-CF0D8E7A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6EE51A5-6818-803E-34F7-5A8595FC43F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1BE7E2-F70A-CDDF-F2A3-B5C749F8EFE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representa um avanço importante na modelagem de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abordagem inovadora combina o melhor de modelos anteriores com novas técnicas.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Tem potencial para aplicações futuras em áreas como IA explicável e geração controlada.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melhorias em eficiência, pode se tornar ainda mais relevante em ambientes produtivos.</a:t>
            </a:r>
          </a:p>
        </p:txBody>
      </p:sp>
    </p:spTree>
    <p:extLst>
      <p:ext uri="{BB962C8B-B14F-4D97-AF65-F5344CB8AC3E}">
        <p14:creationId xmlns:p14="http://schemas.microsoft.com/office/powerpoint/2010/main" val="3086051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11335</TotalTime>
  <Words>1128</Words>
  <Application>Microsoft Office PowerPoint</Application>
  <PresentationFormat>Widescreen</PresentationFormat>
  <Paragraphs>97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21</vt:i4>
      </vt:variant>
    </vt:vector>
  </HeadingPairs>
  <TitlesOfParts>
    <vt:vector size="32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101</cp:revision>
  <dcterms:created xsi:type="dcterms:W3CDTF">2020-01-14T17:16:45Z</dcterms:created>
  <dcterms:modified xsi:type="dcterms:W3CDTF">2025-11-14T15:03:52Z</dcterms:modified>
</cp:coreProperties>
</file>