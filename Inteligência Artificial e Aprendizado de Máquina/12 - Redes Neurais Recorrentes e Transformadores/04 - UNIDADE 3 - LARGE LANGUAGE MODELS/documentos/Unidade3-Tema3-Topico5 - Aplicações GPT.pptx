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</p:sldMasterIdLst>
  <p:notesMasterIdLst>
    <p:notesMasterId r:id="rId30"/>
  </p:notesMasterIdLst>
  <p:handoutMasterIdLst>
    <p:handoutMasterId r:id="rId31"/>
  </p:handoutMasterIdLst>
  <p:sldIdLst>
    <p:sldId id="266" r:id="rId8"/>
    <p:sldId id="260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61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slide" Target="slides/slide19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slide" Target="slides/slide2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14/11/2025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Aplicações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 à geração de texto com GPT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geração de texto com GPT envolve a produção autônoma de conteúdo textual com base em uma entrada inicial.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capaz de continuar frases, responder perguntas ou criar textos inteiros com fluidez.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capacidade é resultado de um treinamento extenso em grandes volumes de dados linguísticos.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tecnologia tem aplicações em diversas áreas, como educação, comunicação, negócios e entretenimento.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DEB16-7B09-27F0-B5BB-59F48E66C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37C93E-EA32-3D2E-8CC9-6ED29DF2517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O que é GPT?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14C840-C3E0-0F62-1854-52D16D944BA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GPT (</a:t>
            </a:r>
            <a:r>
              <a:rPr lang="pt-BR" sz="2800" i="1" dirty="0" err="1"/>
              <a:t>Generative</a:t>
            </a:r>
            <a:r>
              <a:rPr lang="pt-BR" sz="2800" i="1" dirty="0"/>
              <a:t> </a:t>
            </a:r>
            <a:r>
              <a:rPr lang="pt-BR" sz="2800" i="1" dirty="0" err="1"/>
              <a:t>Pre-trained</a:t>
            </a:r>
            <a:r>
              <a:rPr lang="pt-BR" sz="2800" i="1" dirty="0"/>
              <a:t> </a:t>
            </a:r>
            <a:r>
              <a:rPr lang="pt-BR" sz="2800" i="1" dirty="0" err="1"/>
              <a:t>Transformer</a:t>
            </a:r>
            <a:r>
              <a:rPr lang="pt-BR" sz="2800" dirty="0"/>
              <a:t>) é um modelo de linguagem que utiliza a arquitetura </a:t>
            </a:r>
            <a:r>
              <a:rPr lang="pt-BR" sz="2800" dirty="0" err="1"/>
              <a:t>Transformer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é projetado para gerar texto de forma sequencial, prevendo cada palavra com base nas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é </a:t>
            </a:r>
            <a:r>
              <a:rPr lang="pt-BR" sz="2800" dirty="0" err="1"/>
              <a:t>pré</a:t>
            </a:r>
            <a:r>
              <a:rPr lang="pt-BR" sz="2800" dirty="0"/>
              <a:t>-treinado em grandes conjuntos de texto e pode ser ajustado para tarefas específicas.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estrutura permite lidar com linguagem natural de maneira flexível e contextualizada.</a:t>
            </a:r>
          </a:p>
        </p:txBody>
      </p:sp>
    </p:spTree>
    <p:extLst>
      <p:ext uri="{BB962C8B-B14F-4D97-AF65-F5344CB8AC3E}">
        <p14:creationId xmlns:p14="http://schemas.microsoft.com/office/powerpoint/2010/main" val="2141587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3FE7-10AF-2D56-95B1-E046A273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5D2024B-1B22-CDE0-AE46-8B61D33A539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Arquitetura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E3E4B3-CFD8-1132-B901-39893C027994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arquitetura do GPT é baseada exclusivamente em decodificadores com atenção </a:t>
            </a:r>
            <a:r>
              <a:rPr lang="pt-BR" sz="2800" dirty="0" err="1"/>
              <a:t>autoregressiva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significa que o modelo gera texto um token por vez, considerando apenas os anteriores.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permite que o modelo foque em partes relevantes da sequência já gerada.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é ideal para tarefas de geração, como escrita criativa e resposta automática.</a:t>
            </a:r>
          </a:p>
        </p:txBody>
      </p:sp>
    </p:spTree>
    <p:extLst>
      <p:ext uri="{BB962C8B-B14F-4D97-AF65-F5344CB8AC3E}">
        <p14:creationId xmlns:p14="http://schemas.microsoft.com/office/powerpoint/2010/main" val="155606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C2FBE-7854-CE3E-5ED0-D97D70999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E1172D3-7CBE-5B7C-1885-EE245185E1A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do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45F92C-2EBF-F1F5-988B-624CE3109BE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treinado com grandes conjuntos de textos não rotulados, como livros, artigos e sites.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Durante o treinamento, o modelo aprende a prever o próximo token com base no contexto anterior.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permite que ele capture padrões linguísticos, estilo e estrutura 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treinamento é supervisionado indiretamente, com base na sequência correta de palavras..</a:t>
            </a:r>
          </a:p>
        </p:txBody>
      </p:sp>
    </p:spTree>
    <p:extLst>
      <p:ext uri="{BB962C8B-B14F-4D97-AF65-F5344CB8AC3E}">
        <p14:creationId xmlns:p14="http://schemas.microsoft.com/office/powerpoint/2010/main" val="3271831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87457-518C-BD12-5C74-39528F00D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C6B3E27-1F73-F279-085F-7E81960A2E6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Geração </a:t>
            </a:r>
            <a:r>
              <a:rPr lang="pt-BR" sz="4500" b="1" dirty="0" err="1">
                <a:solidFill>
                  <a:schemeClr val="bg1"/>
                </a:solidFill>
              </a:rPr>
              <a:t>Autoregressiva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0B1D38-8B0D-9702-DA6E-B253485D62E7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Na geração </a:t>
            </a:r>
            <a:r>
              <a:rPr lang="pt-BR" sz="2800" dirty="0" err="1"/>
              <a:t>autoregressiva</a:t>
            </a:r>
            <a:r>
              <a:rPr lang="pt-BR" sz="2800" dirty="0"/>
              <a:t>, cada palavra gerada é usada como entrada para prever a próxima.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constrói a sequência passo a passo, garantindo coerência e continuidade.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é eficaz para manter o fluxo lógico e semântico do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amplamente utilizada em tarefas como redação automática e geração de diálogos.</a:t>
            </a:r>
          </a:p>
        </p:txBody>
      </p:sp>
    </p:spTree>
    <p:extLst>
      <p:ext uri="{BB962C8B-B14F-4D97-AF65-F5344CB8AC3E}">
        <p14:creationId xmlns:p14="http://schemas.microsoft.com/office/powerpoint/2010/main" val="449769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C0085-D89F-FBA9-461E-2F41A0766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36E8FD-3137-DD06-D532-51D70EE16D0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Tokenização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EEA54B6-102F-44AB-BC68-E32806F5900D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Antes de ser processado, o texto é dividido em unidades menores chamadas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Tokens podem representar palavras inteiras, partes de palavras ou até caracteres.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tokenização permite que o modelo lide com vocabulários extensos e variados.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uma etapa essencial para transformar texto em dados compreensíveis pelo modelo.</a:t>
            </a:r>
          </a:p>
        </p:txBody>
      </p:sp>
    </p:spTree>
    <p:extLst>
      <p:ext uri="{BB962C8B-B14F-4D97-AF65-F5344CB8AC3E}">
        <p14:creationId xmlns:p14="http://schemas.microsoft.com/office/powerpoint/2010/main" val="4281928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DACEB-260B-E5B9-114B-ABEBF5F8A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54DB79D-37C9-FE41-62AF-3529D42B436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 err="1">
                <a:solidFill>
                  <a:schemeClr val="bg1"/>
                </a:solidFill>
              </a:rPr>
              <a:t>Embedding</a:t>
            </a:r>
            <a:r>
              <a:rPr lang="pt-BR" sz="4500" b="1" dirty="0">
                <a:solidFill>
                  <a:schemeClr val="bg1"/>
                </a:solidFill>
              </a:rPr>
              <a:t> de tokens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697B1E-2810-7C65-EDC9-08F8086E925B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token é convertido em um vetor numérico que representa seu significado.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vetores são chamados de </a:t>
            </a:r>
            <a:r>
              <a:rPr lang="pt-BR" sz="2800" dirty="0" err="1"/>
              <a:t>embeddings</a:t>
            </a:r>
            <a:r>
              <a:rPr lang="pt-BR" sz="2800" dirty="0"/>
              <a:t> e são usados como entrada para 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</a:t>
            </a:r>
            <a:r>
              <a:rPr lang="pt-BR" sz="2800" dirty="0" err="1"/>
              <a:t>embeddings</a:t>
            </a:r>
            <a:r>
              <a:rPr lang="pt-BR" sz="2800" dirty="0"/>
              <a:t> capturam relações semânticas entre palavras e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representação vetorial é fundamental para o funcionamento do GPT.</a:t>
            </a:r>
          </a:p>
        </p:txBody>
      </p:sp>
    </p:spTree>
    <p:extLst>
      <p:ext uri="{BB962C8B-B14F-4D97-AF65-F5344CB8AC3E}">
        <p14:creationId xmlns:p14="http://schemas.microsoft.com/office/powerpoint/2010/main" val="1203215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C01D5-76F6-36AB-4CC0-AAFB1E88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633E504-9366-08FE-56B2-60669449C01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no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4D1945F-4CB5-77A7-0B00-6CC92100D187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mecanismo de atenção permite que o modelo identifique quais partes do texto são mais relevantes.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calcula a importância de cada token anterior ao gerar o próximo.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Isso ajuda a manter a coerência e a relevância na sequência gerada.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é mascarada para garantir que o modelo não veja tokens futuros.</a:t>
            </a:r>
          </a:p>
        </p:txBody>
      </p:sp>
    </p:spTree>
    <p:extLst>
      <p:ext uri="{BB962C8B-B14F-4D97-AF65-F5344CB8AC3E}">
        <p14:creationId xmlns:p14="http://schemas.microsoft.com/office/powerpoint/2010/main" val="41955580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7FB38-4CF1-FD66-B2C4-B3CBA1DAA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6A654D7-E76C-09DF-A02F-FC08341C499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Decodificação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0CEBCCA-54D2-2518-B335-BC32A2FD8F2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decodificação é o processo de transformar os vetores internos em palavras reais.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gera uma distribuição de probabilidade sobre o vocabulário a cada passo.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palavra com maior probabilidade é escolhida como próxima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processo continua até que o texto atinja o comprimento desejado ou um token de parada.</a:t>
            </a:r>
          </a:p>
        </p:txBody>
      </p:sp>
    </p:spTree>
    <p:extLst>
      <p:ext uri="{BB962C8B-B14F-4D97-AF65-F5344CB8AC3E}">
        <p14:creationId xmlns:p14="http://schemas.microsoft.com/office/powerpoint/2010/main" val="4070379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D33A6-3BD3-FFC7-35BF-3EB273F9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862F70E-2705-BC07-2C9A-798B017E463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Controle de Temperatura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C3D388A-BA10-3C1E-912D-28B3CDC72C83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temperatura é um parâmetro que ajusta a aleatoriedade na geração de 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Valores baixos tornam o texto mais previsível e conservador.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Valores altos aumentam a criatividade, mas podem reduzir a coerência.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ajuste da temperatura permite controlar o estilo da geração.</a:t>
            </a:r>
          </a:p>
        </p:txBody>
      </p:sp>
    </p:spTree>
    <p:extLst>
      <p:ext uri="{BB962C8B-B14F-4D97-AF65-F5344CB8AC3E}">
        <p14:creationId xmlns:p14="http://schemas.microsoft.com/office/powerpoint/2010/main" val="2894152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CA43C-F3E5-1E61-08B6-E2101A6F7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58837CE-F15C-9D4D-4AD9-258F32FE78C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Top-k e </a:t>
            </a:r>
            <a:r>
              <a:rPr lang="pt-BR" sz="4500" b="1" dirty="0" err="1">
                <a:solidFill>
                  <a:schemeClr val="bg1"/>
                </a:solidFill>
              </a:rPr>
              <a:t>Top-p</a:t>
            </a:r>
            <a:r>
              <a:rPr lang="pt-BR" sz="4500" b="1" dirty="0">
                <a:solidFill>
                  <a:schemeClr val="bg1"/>
                </a:solidFill>
              </a:rPr>
              <a:t> </a:t>
            </a:r>
            <a:r>
              <a:rPr lang="pt-BR" sz="4500" b="1" dirty="0" err="1">
                <a:solidFill>
                  <a:schemeClr val="bg1"/>
                </a:solidFill>
              </a:rPr>
              <a:t>sampling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B85E407-E509-EF23-6106-845450257228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São técnicas que limitam o espaço de escolha de palavras durante a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Top-k considera apenas as k palavras mais prováveis em cada passo.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 err="1"/>
              <a:t>Top-p</a:t>
            </a:r>
            <a:r>
              <a:rPr lang="pt-BR" sz="2800" dirty="0"/>
              <a:t> (</a:t>
            </a:r>
            <a:r>
              <a:rPr lang="pt-BR" sz="2800" i="1" dirty="0" err="1"/>
              <a:t>nucleus</a:t>
            </a:r>
            <a:r>
              <a:rPr lang="pt-BR" sz="2800" i="1" dirty="0"/>
              <a:t> </a:t>
            </a:r>
            <a:r>
              <a:rPr lang="pt-BR" sz="2800" i="1" dirty="0" err="1"/>
              <a:t>sampling</a:t>
            </a:r>
            <a:r>
              <a:rPr lang="pt-BR" sz="2800" dirty="0"/>
              <a:t>) considera um conjunto de palavras cuja soma de probabilidades atinge um limite p.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estratégias ajudam a equilibrar criatividade e controle na geração.</a:t>
            </a:r>
          </a:p>
        </p:txBody>
      </p:sp>
    </p:spTree>
    <p:extLst>
      <p:ext uri="{BB962C8B-B14F-4D97-AF65-F5344CB8AC3E}">
        <p14:creationId xmlns:p14="http://schemas.microsoft.com/office/powerpoint/2010/main" val="39039987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3690D0-426D-50DC-90F6-3ABBC236E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4CDAB80-F14A-D35E-A745-7BB9128C484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Exemplo de geração com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B0AA1C-D1A4-2B7E-116B-B17FA91C971A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uma frase inicial como “Era uma vez...”, o GPT pode gerar um parágrafo completo.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continua a narrativa com base em padrões aprendidos durante o treinamento.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resultado é um texto fluido, coerente e muitas vezes criativo.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Exemplos como esse demonstram o potencial do GPT em tarefas de escrita.</a:t>
            </a:r>
          </a:p>
        </p:txBody>
      </p:sp>
    </p:spTree>
    <p:extLst>
      <p:ext uri="{BB962C8B-B14F-4D97-AF65-F5344CB8AC3E}">
        <p14:creationId xmlns:p14="http://schemas.microsoft.com/office/powerpoint/2010/main" val="289994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34EA5-98CB-038D-CEDF-8525F1A1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506573F-F24E-4610-D572-C10F17078D1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Aplicações práticas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B9E01E4-2BE9-067C-E98B-15F96EB63E3F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usado em assistentes virtuais para responder perguntas e interagir com usuários.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é aplicado em redação automática de e-mails, relatórios e conteúdos publicitários.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No suporte ao cliente, pode gerar respostas rápidas e personalizadas.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versatilidade permite uso em educação, saúde, negócios e entretenimento.</a:t>
            </a:r>
          </a:p>
        </p:txBody>
      </p:sp>
    </p:spTree>
    <p:extLst>
      <p:ext uri="{BB962C8B-B14F-4D97-AF65-F5344CB8AC3E}">
        <p14:creationId xmlns:p14="http://schemas.microsoft.com/office/powerpoint/2010/main" val="3383689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79CC3-35A6-A988-1853-AFE966C7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3DCFF0E-1594-B56E-8E8D-60CA089B45A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da geração com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5AED48C-2E76-07D1-2DDC-F47B3D946F58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Produz textos com alta fluidez e coerência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Pode adaptar o estilo e o conteúdo conforme a entrada e os parâmetros definidos.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Reduz o tempo necessário para criar conteúdo textual em diversas áreas.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capaz de lidar com múltiplos idiomas e estilos de escrita.</a:t>
            </a:r>
          </a:p>
        </p:txBody>
      </p:sp>
    </p:spTree>
    <p:extLst>
      <p:ext uri="{BB962C8B-B14F-4D97-AF65-F5344CB8AC3E}">
        <p14:creationId xmlns:p14="http://schemas.microsoft.com/office/powerpoint/2010/main" val="230883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783C-F5E7-5909-244F-FA0403D95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DA401C1-8A6D-315F-C7AD-6F34276AD04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Desafios da geração com GPT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5D11DEF-C16A-6678-B575-0FA03A2197A7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pode gerar informações incorretas ou tendenciosas se não for bem ajustado.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Há risco de produzir conteúdo ofensivo ou inadequado sem filtros adequados.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dependência de dados de treinamento pode limitar a diversidade de respostas.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necessário monitoramento constante para garantir qualidade e segurança.</a:t>
            </a:r>
          </a:p>
        </p:txBody>
      </p:sp>
    </p:spTree>
    <p:extLst>
      <p:ext uri="{BB962C8B-B14F-4D97-AF65-F5344CB8AC3E}">
        <p14:creationId xmlns:p14="http://schemas.microsoft.com/office/powerpoint/2010/main" val="536315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C4F6-A360-0707-A0CF-DC9BB7B2C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17D049F-46EE-77E9-04E2-022E6DA7F55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Mitigação de Viés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79C686-736E-D250-11AF-02F3F808E72A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Técnicas como filtragem de dados e ajustes de parâmetros ajudam a reduzir viés.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uso de feedback humano pode melhorar a segurança e a neutralidade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Modelos mais recentes incorporam mecanismos de alinhamento ético.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mitigação de viés é essencial para aplicações responsáveis e confiáveis.</a:t>
            </a:r>
          </a:p>
        </p:txBody>
      </p:sp>
    </p:spTree>
    <p:extLst>
      <p:ext uri="{BB962C8B-B14F-4D97-AF65-F5344CB8AC3E}">
        <p14:creationId xmlns:p14="http://schemas.microsoft.com/office/powerpoint/2010/main" val="153500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35A88-E975-646A-F947-4A2DCBC29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B34FF4-F5A2-A925-ACAF-20D40B1AF6B7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Customização de Saída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3F5F71-A515-5C38-D08C-2CB08B1C0480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Parâmetros como temperatura, top-k e </a:t>
            </a:r>
            <a:r>
              <a:rPr lang="pt-BR" sz="2800" dirty="0" err="1"/>
              <a:t>top-p</a:t>
            </a:r>
            <a:r>
              <a:rPr lang="pt-BR" sz="2800" dirty="0"/>
              <a:t> permitem controlar o estilo da geração.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É possível ajustar o tom, a formalidade e o tipo de conteúdo gerado.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customização torna o GPT mais útil em contextos específicos.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Ferramentas adicionais permitem adaptar o modelo a diferentes públicos.</a:t>
            </a:r>
          </a:p>
        </p:txBody>
      </p:sp>
    </p:spTree>
    <p:extLst>
      <p:ext uri="{BB962C8B-B14F-4D97-AF65-F5344CB8AC3E}">
        <p14:creationId xmlns:p14="http://schemas.microsoft.com/office/powerpoint/2010/main" val="3943847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9BA9-1D8A-57FD-F816-7593B10F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C2A6BB8-732E-4C5A-8841-610CAD580C99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Avaliação da Qualidade do 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7C430F6-6D01-0F21-17E1-C511891B61C1}"/>
              </a:ext>
            </a:extLst>
          </p:cNvPr>
          <p:cNvSpPr txBox="1"/>
          <p:nvPr/>
        </p:nvSpPr>
        <p:spPr>
          <a:xfrm>
            <a:off x="512064" y="1304405"/>
            <a:ext cx="11137392" cy="3591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qualidade pode ser medida por métricas como perplexidade, que avalia previsibilidade.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Avaliações humanas são usadas para verificar fluidez, coerência e relevância.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Benchmarks ajudam a comparar diferentes versões e configurações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avaliação contínua é essencial para manter a eficácia da geração.</a:t>
            </a:r>
          </a:p>
        </p:txBody>
      </p:sp>
    </p:spTree>
    <p:extLst>
      <p:ext uri="{BB962C8B-B14F-4D97-AF65-F5344CB8AC3E}">
        <p14:creationId xmlns:p14="http://schemas.microsoft.com/office/powerpoint/2010/main" val="1338510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A4FB5-78E9-57B4-081E-F4D6891A6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1B8FDD0-D0F6-6CBC-54F4-2811B47F259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outros Modelos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155075-76C6-3F17-9E97-1822004C8611}"/>
              </a:ext>
            </a:extLst>
          </p:cNvPr>
          <p:cNvSpPr txBox="1"/>
          <p:nvPr/>
        </p:nvSpPr>
        <p:spPr>
          <a:xfrm>
            <a:off x="512064" y="1304405"/>
            <a:ext cx="11137392" cy="3155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GPT é focado em geração, enquanto modelos como BERT são voltados para compreensão.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T5 combina tarefas de compreensão e geração em uma única estrutura.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modelo tem vantagens específicas conforme o tipo de aplicação.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escolha depende dos objetivos e requisitos da tarefa.</a:t>
            </a:r>
          </a:p>
        </p:txBody>
      </p:sp>
    </p:spTree>
    <p:extLst>
      <p:ext uri="{BB962C8B-B14F-4D97-AF65-F5344CB8AC3E}">
        <p14:creationId xmlns:p14="http://schemas.microsoft.com/office/powerpoint/2010/main" val="2727230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6AC74-5793-9185-C546-1BDA3215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3EE1B69-1C1C-4827-9EA3-EDAC85106B1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DD2A33-22C8-2404-BEAA-A6399D2766FD}"/>
              </a:ext>
            </a:extLst>
          </p:cNvPr>
          <p:cNvSpPr txBox="1"/>
          <p:nvPr/>
        </p:nvSpPr>
        <p:spPr>
          <a:xfrm>
            <a:off x="512064" y="1304405"/>
            <a:ext cx="11137392" cy="2719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geração de texto com GPT representa um avanço significativo na 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modelo combina aprendizado profundo com flexibilidade linguística.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Suas aplicações são amplas e continuam a crescer com novas versões.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ajustes adequados, o GPT pode ser uma ferramenta poderosa e segura.</a:t>
            </a:r>
          </a:p>
        </p:txBody>
      </p:sp>
    </p:spTree>
    <p:extLst>
      <p:ext uri="{BB962C8B-B14F-4D97-AF65-F5344CB8AC3E}">
        <p14:creationId xmlns:p14="http://schemas.microsoft.com/office/powerpoint/2010/main" val="4126116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11331</TotalTime>
  <Words>1167</Words>
  <Application>Microsoft Office PowerPoint</Application>
  <PresentationFormat>Widescreen</PresentationFormat>
  <Paragraphs>102</Paragraphs>
  <Slides>22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7</vt:i4>
      </vt:variant>
      <vt:variant>
        <vt:lpstr>Títulos de slides</vt:lpstr>
      </vt:variant>
      <vt:variant>
        <vt:i4>22</vt:i4>
      </vt:variant>
    </vt:vector>
  </HeadingPairs>
  <TitlesOfParts>
    <vt:vector size="33" baseType="lpstr">
      <vt:lpstr>Arial</vt:lpstr>
      <vt:lpstr>Calibri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100</cp:revision>
  <dcterms:created xsi:type="dcterms:W3CDTF">2020-01-14T17:16:45Z</dcterms:created>
  <dcterms:modified xsi:type="dcterms:W3CDTF">2025-11-14T14:56:07Z</dcterms:modified>
</cp:coreProperties>
</file>