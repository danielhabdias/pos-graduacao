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32"/>
  </p:notesMasterIdLst>
  <p:handoutMasterIdLst>
    <p:handoutMasterId r:id="rId33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86" r:id="rId18"/>
    <p:sldId id="275" r:id="rId19"/>
    <p:sldId id="276" r:id="rId20"/>
    <p:sldId id="277" r:id="rId21"/>
    <p:sldId id="28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61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Aplicações de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LLMs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de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de linguagem de grande escala (</a:t>
            </a:r>
            <a:r>
              <a:rPr lang="pt-BR" sz="2800" dirty="0" err="1"/>
              <a:t>LLMs</a:t>
            </a:r>
            <a:r>
              <a:rPr lang="pt-BR" sz="2800" dirty="0"/>
              <a:t>) estão transformando a forma como interagimos com tecnologia.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Eles são capazes de compreender, gerar e adaptar texto em diversos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Suas aplicações vão desde atendimento ao cliente até suporte educacional e médico.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versatilidade dos </a:t>
            </a:r>
            <a:r>
              <a:rPr lang="pt-BR" sz="2800" dirty="0" err="1"/>
              <a:t>LLMs</a:t>
            </a:r>
            <a:r>
              <a:rPr lang="pt-BR" sz="2800" dirty="0"/>
              <a:t> permite integração em sistemas inteligentes em múltiplos setores.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6601-790F-C3D9-211A-B71B9EE6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7A8E9E4-416C-6D38-D691-820135B3678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são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r>
              <a:rPr lang="pt-BR" sz="45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8BA8E2-B06B-3F7E-10D6-3D8CFB88B87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são modelos treinados com grandes volumes de dados textuais para entender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Eles aprendem padrões linguísticos, semânticos e sintáticos por meio de redes neurais profundas.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capazes de realizar tarefas como tradução, resumo, classificação e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desempenho melhora com o aumento de dados, parâmetros e técnicas de ajuste fino.</a:t>
            </a:r>
          </a:p>
        </p:txBody>
      </p:sp>
    </p:spTree>
    <p:extLst>
      <p:ext uri="{BB962C8B-B14F-4D97-AF65-F5344CB8AC3E}">
        <p14:creationId xmlns:p14="http://schemas.microsoft.com/office/powerpoint/2010/main" val="389967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7E946-093E-0BBF-9D10-0A408A2F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66FCE9-2B3C-E301-5C34-18AF5FDDAA6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Chatbots</a:t>
            </a:r>
            <a:r>
              <a:rPr lang="pt-BR" sz="4500" b="1" dirty="0">
                <a:solidFill>
                  <a:schemeClr val="bg1"/>
                </a:solidFill>
              </a:rPr>
              <a:t>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7D3CE8-B7AF-7C6A-6808-A7998CC756D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são amplamente utilizados na criação de assistentes virtuais e </a:t>
            </a:r>
            <a:r>
              <a:rPr lang="pt-BR" sz="2800" dirty="0" err="1"/>
              <a:t>chatbots</a:t>
            </a:r>
            <a:r>
              <a:rPr lang="pt-BR" sz="2800" dirty="0"/>
              <a:t> inteligentes.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sistemas conseguem manter conversas naturais, entender perguntas e fornecer respostas relevantes.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aplicados em sites, aplicativos, serviços bancários e plataformas de suporte.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interação com o usuário é personalizada e adaptada ao contexto da conversa.</a:t>
            </a:r>
          </a:p>
        </p:txBody>
      </p:sp>
    </p:spTree>
    <p:extLst>
      <p:ext uri="{BB962C8B-B14F-4D97-AF65-F5344CB8AC3E}">
        <p14:creationId xmlns:p14="http://schemas.microsoft.com/office/powerpoint/2010/main" val="189454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C8316-EF77-9427-DF88-FE71170F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CE45618-E6AC-B788-7F73-B954A22E20C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– ChatGPT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30E2171-0258-198E-23CA-12AA9CB46CB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ChatGPT é um exemplo popular de </a:t>
            </a:r>
            <a:r>
              <a:rPr lang="pt-BR" sz="2800" dirty="0" err="1"/>
              <a:t>chatbot</a:t>
            </a:r>
            <a:r>
              <a:rPr lang="pt-BR" sz="2800" dirty="0"/>
              <a:t> baseado em LLM, desenvolvido pela OpenAI.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responde perguntas, gera textos, traduz conteúdos e auxilia em tarefas diversas.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capacidade de manter diálogos coerentes o torna útil em educação, negócios e lazer.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constantemente atualizado para melhorar segurança, precisão e alinhamento ético.</a:t>
            </a:r>
          </a:p>
        </p:txBody>
      </p:sp>
    </p:spTree>
    <p:extLst>
      <p:ext uri="{BB962C8B-B14F-4D97-AF65-F5344CB8AC3E}">
        <p14:creationId xmlns:p14="http://schemas.microsoft.com/office/powerpoint/2010/main" val="250079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3DD23-20B6-EFEE-D6E2-624C2CC1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80CCDA-3520-260E-FA14-AC8BF25CE92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dos </a:t>
            </a:r>
            <a:r>
              <a:rPr lang="pt-BR" sz="4500" b="1" dirty="0" err="1">
                <a:solidFill>
                  <a:schemeClr val="bg1"/>
                </a:solidFill>
              </a:rPr>
              <a:t>Chatbots</a:t>
            </a:r>
            <a:r>
              <a:rPr lang="pt-BR" sz="4500" b="1" dirty="0">
                <a:solidFill>
                  <a:schemeClr val="bg1"/>
                </a:solidFill>
              </a:rPr>
              <a:t>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E6AEB44-6F2C-48F9-F513-F65E32E0FD39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Oferecem respostas mais naturais e contextualizadas, melhorando a experiência do usuário.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Adaptam-se ao estilo de comunicação do interlocutor, tornando a interação mais fluida.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Reduzem custos operacionais ao automatizar atendimentos e suporte.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Podem funcionar 24/7, garantindo disponibilidade contínua.</a:t>
            </a:r>
          </a:p>
        </p:txBody>
      </p:sp>
    </p:spTree>
    <p:extLst>
      <p:ext uri="{BB962C8B-B14F-4D97-AF65-F5344CB8AC3E}">
        <p14:creationId xmlns:p14="http://schemas.microsoft.com/office/powerpoint/2010/main" val="125722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4340-F3EE-1A48-A372-3383095C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09BD1B3-F2E2-DD45-EAE4-3835548CEF1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dos </a:t>
            </a:r>
            <a:r>
              <a:rPr lang="pt-BR" sz="4500" b="1" dirty="0" err="1">
                <a:solidFill>
                  <a:schemeClr val="bg1"/>
                </a:solidFill>
              </a:rPr>
              <a:t>Chatbots</a:t>
            </a:r>
            <a:r>
              <a:rPr lang="pt-BR" sz="4500" b="1" dirty="0">
                <a:solidFill>
                  <a:schemeClr val="bg1"/>
                </a:solidFill>
              </a:rPr>
              <a:t>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823C199-982B-93F3-1375-3AFE2A0A3DD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necessário controlar alucinações, ou seja, respostas incorretas ou inventadas.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Questões de segurança e privacidade devem ser cuidadosamente gerenciadas.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precisa evitar respostas tendenciosas ou ofensivas, exigindo filtros éticos.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transparência sobre o uso de IA é fundamental para manter a confiança dos usuários.</a:t>
            </a:r>
          </a:p>
        </p:txBody>
      </p:sp>
    </p:spTree>
    <p:extLst>
      <p:ext uri="{BB962C8B-B14F-4D97-AF65-F5344CB8AC3E}">
        <p14:creationId xmlns:p14="http://schemas.microsoft.com/office/powerpoint/2010/main" val="4012319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E302-74B2-9F89-6B48-A5A3FECB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57655A4-9732-C3F4-AB8A-EDF246A06D3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Análise de Sentimentos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7CD839-AF61-F57B-49E2-C2ECF81E3031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podem identificar emoções e opiniões expressas em textos, como comentários e avaliações.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análise é útil para entender a percepção pública sobre produtos, marcas ou serviços.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aplicada em redes sociais, pesquisas de mercado e monitoramento de reputação.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modelos reconhecem nuances emocionais e polaridade textual.</a:t>
            </a:r>
          </a:p>
        </p:txBody>
      </p:sp>
    </p:spTree>
    <p:extLst>
      <p:ext uri="{BB962C8B-B14F-4D97-AF65-F5344CB8AC3E}">
        <p14:creationId xmlns:p14="http://schemas.microsoft.com/office/powerpoint/2010/main" val="391213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22815-74EB-D68A-C465-AE7167167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7B537C-BB8A-4A0D-9590-D512F4ECC40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Análise de Sentimentos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24DCDC-3F00-5DEB-54B5-F1178A1A22C6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Comentários como “Adorei o atendimento” são classificados como positivos.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Frases como “O produto chegou quebrado” são identificadas como negativas.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Textos neutros, como “Recebi o pedido ontem”, são reconhecidos como informativos.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classificação ajuda empresas a reagirem rapidamente a feedbacks.</a:t>
            </a:r>
          </a:p>
        </p:txBody>
      </p:sp>
    </p:spTree>
    <p:extLst>
      <p:ext uri="{BB962C8B-B14F-4D97-AF65-F5344CB8AC3E}">
        <p14:creationId xmlns:p14="http://schemas.microsoft.com/office/powerpoint/2010/main" val="3402507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103F-E1AC-569F-4D94-34061744A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F273D-86B5-04A8-7C1C-6DE4F926D8D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Benefícios da Análise de Sentimentos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0B7F4A-903F-EAF8-CF29-C6C2899D5FD7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Permite que empresas ajustem estratégias com base na opinião dos clientes.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Ajuda a identificar problemas recorrentes e oportunidades de melhoria.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Contribui para decisões mais informadas em marketing e desenvolvimento de produtos.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integrada a dashboards de monitoramento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567356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11FF-B7B7-2ABF-A347-E10AA32B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8E7202C-3DF9-1CBD-DE88-C3FB43D9983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da Análise de Sentimentos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9ED5B8-940F-91F6-E666-5AF45A177DC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Textos irônicos ou ambíguos dificultam a identificação precisa da emoção expressa.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Gírias e expressões locais podem gerar erros se o modelo não tiver sido treinado com dados diversos.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Dados enviesados podem levar a interpretações injustas entre diferentes grupos.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Emoções mistas em um mesmo texto desafiam a atribuição clara de polaridade.</a:t>
            </a:r>
          </a:p>
        </p:txBody>
      </p:sp>
    </p:spTree>
    <p:extLst>
      <p:ext uri="{BB962C8B-B14F-4D97-AF65-F5344CB8AC3E}">
        <p14:creationId xmlns:p14="http://schemas.microsoft.com/office/powerpoint/2010/main" val="21873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09AA-C828-3ADB-86F0-AF634B23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8FD4568-110E-6A35-5FB6-B531480DF39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Sumarização de Texto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BC62EB-6330-1834-85DE-60B011775A1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são capazes de gerar resumos automáticos de textos extensos, mantendo os pontos principais.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funcionalidade é útil para leitura rápida, revisão de documentos e síntese de informações.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aplicada em áreas como jornalismo, direito, educação e pesquisa científica.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resumos podem ser ajustados em tamanho e profundidade conforme a necessidade.</a:t>
            </a:r>
          </a:p>
        </p:txBody>
      </p:sp>
    </p:spTree>
    <p:extLst>
      <p:ext uri="{BB962C8B-B14F-4D97-AF65-F5344CB8AC3E}">
        <p14:creationId xmlns:p14="http://schemas.microsoft.com/office/powerpoint/2010/main" val="339285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324E1-6114-AF8F-1B48-255DA313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F68339-A64F-6C86-727F-2C449F538F0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Tipos de Sumarização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96A5E6-3196-3AE4-D3E4-A4FFD4E9E52C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sumarização extrativa seleciona frases diretamente do texto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sumarização abstrativa gera novas frases que sintetizam o conteúdo.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tipo tem vantagens específicas conforme o objetivo da aplicação.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avançados combinam ambas as abordagens para maior precisão.</a:t>
            </a:r>
          </a:p>
        </p:txBody>
      </p:sp>
    </p:spTree>
    <p:extLst>
      <p:ext uri="{BB962C8B-B14F-4D97-AF65-F5344CB8AC3E}">
        <p14:creationId xmlns:p14="http://schemas.microsoft.com/office/powerpoint/2010/main" val="176596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0917-C2B8-34E7-9265-111893B4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94ECE00-63C9-5D13-8D89-80B98A0CFE9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Sumarização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3409AEA-D051-FFCD-FF8E-F473E06EDD97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Um artigo científico pode ser resumido em poucos parágrafos destacando hipóteses e resultados.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Notícias longas podem ser condensadas em manchetes e resumos informativos.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Documentos legais podem ser sintetizados para facilitar compreensão por não especialistas.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sumarização agiliza o acesso à informação relevante.</a:t>
            </a:r>
          </a:p>
        </p:txBody>
      </p:sp>
    </p:spTree>
    <p:extLst>
      <p:ext uri="{BB962C8B-B14F-4D97-AF65-F5344CB8AC3E}">
        <p14:creationId xmlns:p14="http://schemas.microsoft.com/office/powerpoint/2010/main" val="1771653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E6D7-CDE2-7076-9531-8ABBB2BE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431C453-5C55-9BB1-51BC-A564D7CFFC9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da Sumarização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D541D9-F8ED-4FE9-8A85-552F55E0484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Textos extensos e complexos podem dificultar a seleção dos pontos mais relevantes, levando a resumos incompletos ou superficiais.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geração de frases novas pode distorcer o conteúdo original, especialmente em sumarizações abstrativas.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variedade de estilos e formatos exige que o modelo se adapte para manter clareza e consistência.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Avaliar a qualidade dos resumos é subjetivo, tornando difícil medir aspectos como utilidade e fidelidade.</a:t>
            </a:r>
          </a:p>
        </p:txBody>
      </p:sp>
    </p:spTree>
    <p:extLst>
      <p:ext uri="{BB962C8B-B14F-4D97-AF65-F5344CB8AC3E}">
        <p14:creationId xmlns:p14="http://schemas.microsoft.com/office/powerpoint/2010/main" val="354703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E1AB-5108-02AE-507C-3B245D38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656F1A-61F5-2279-EDA5-991862C2983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Educação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9C1300-713E-7FCC-4494-A4CD8D1868E9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auxiliam alunos com explicações personalizadas e resumos de conteúdos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Podem responder dúvidas, sugerir leituras e adaptar o ensino ao nível do estudante.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Professores usam </a:t>
            </a:r>
            <a:r>
              <a:rPr lang="pt-BR" sz="2800" dirty="0" err="1"/>
              <a:t>LLMs</a:t>
            </a:r>
            <a:r>
              <a:rPr lang="pt-BR" sz="2800" dirty="0"/>
              <a:t> para preparar materiais didáticos e corrigir 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IA torna o aprendizado mais acessível e interativo.</a:t>
            </a:r>
          </a:p>
        </p:txBody>
      </p:sp>
    </p:spTree>
    <p:extLst>
      <p:ext uri="{BB962C8B-B14F-4D97-AF65-F5344CB8AC3E}">
        <p14:creationId xmlns:p14="http://schemas.microsoft.com/office/powerpoint/2010/main" val="3145782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55B87-E92D-3B58-0987-1A9872C8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52ACCE0-F1A5-F97F-2B64-4A6D1A852F2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Saúde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63C635-054C-C767-33ED-47C726CEF3D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Chatbots</a:t>
            </a:r>
            <a:r>
              <a:rPr lang="pt-BR" sz="2800" dirty="0"/>
              <a:t> baseados em </a:t>
            </a:r>
            <a:r>
              <a:rPr lang="pt-BR" sz="2800" dirty="0" err="1"/>
              <a:t>LLMs</a:t>
            </a:r>
            <a:r>
              <a:rPr lang="pt-BR" sz="2800" dirty="0"/>
              <a:t> ajudam na triagem de sintomas e orientação inicial.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Podem resumir prontuários médicos e auxiliar na organização de informações clínicas.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em educação médica, suporte ao paciente e gestão hospitalar.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segurança e precisão são prioridades em aplicações médicas.</a:t>
            </a:r>
          </a:p>
        </p:txBody>
      </p:sp>
    </p:spTree>
    <p:extLst>
      <p:ext uri="{BB962C8B-B14F-4D97-AF65-F5344CB8AC3E}">
        <p14:creationId xmlns:p14="http://schemas.microsoft.com/office/powerpoint/2010/main" val="2493369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4B976-F917-B56F-51C7-89B3B6AE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0C786B-E7C6-77AA-3930-48ECB8F12B4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Atendimento ao Cliente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D1716D-A3D6-B3EB-7335-2A75D1916647}"/>
              </a:ext>
            </a:extLst>
          </p:cNvPr>
          <p:cNvSpPr txBox="1"/>
          <p:nvPr/>
        </p:nvSpPr>
        <p:spPr>
          <a:xfrm>
            <a:off x="512064" y="1304405"/>
            <a:ext cx="11137392" cy="2283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automatizam respostas a perguntas frequentes e suporte técnico.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Reduzem o tempo de espera e aumentam a eficiência do atendimento.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Podem escalar o suporte sem necessidade de aumentar a equipe.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personalização melhora a satisfação do cliente.</a:t>
            </a:r>
          </a:p>
        </p:txBody>
      </p:sp>
    </p:spTree>
    <p:extLst>
      <p:ext uri="{BB962C8B-B14F-4D97-AF65-F5344CB8AC3E}">
        <p14:creationId xmlns:p14="http://schemas.microsoft.com/office/powerpoint/2010/main" val="3068421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92FF7-43BA-4096-861B-0DAA63D3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EDAB908-435D-BE31-FE91-F6BC6ACF43B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r>
              <a:rPr lang="pt-BR" sz="4500" b="1" dirty="0">
                <a:solidFill>
                  <a:schemeClr val="bg1"/>
                </a:solidFill>
              </a:rPr>
              <a:t> em Ferramentas de Escritório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47DA06-44C0-F522-CAFC-A89E021C0F37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usados para gerar e-mails, relatórios, atas de reunião e sugestões de escrita.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Ajudam na organização de ideias e revisão de textos profissionais.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Podem resumir documentos extensos e extrair informações-chave.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Facilitam a produtividade em ambientes corporativos.</a:t>
            </a:r>
          </a:p>
        </p:txBody>
      </p:sp>
    </p:spTree>
    <p:extLst>
      <p:ext uri="{BB962C8B-B14F-4D97-AF65-F5344CB8AC3E}">
        <p14:creationId xmlns:p14="http://schemas.microsoft.com/office/powerpoint/2010/main" val="1124914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C854-26DF-E00B-5F26-71E6AF4C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58FFA15-48FF-6008-5EF0-66925E94571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r>
              <a:rPr lang="pt-BR" sz="4500" b="1" dirty="0">
                <a:solidFill>
                  <a:schemeClr val="bg1"/>
                </a:solidFill>
              </a:rPr>
              <a:t> em Mídias Sociais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02A853-A947-6F19-F5E6-48C827A63B12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Automatizam a moderação de conteúdo, identificando mensagens ofensivas ou inadequadas.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Geram posts criativos e personalizados para diferentes públicos.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Analisam engajamento e tendências com base em interações dos usuários.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Contribuem para estratégias de marketing digital mais eficazes.</a:t>
            </a:r>
          </a:p>
        </p:txBody>
      </p:sp>
    </p:spTree>
    <p:extLst>
      <p:ext uri="{BB962C8B-B14F-4D97-AF65-F5344CB8AC3E}">
        <p14:creationId xmlns:p14="http://schemas.microsoft.com/office/powerpoint/2010/main" val="2604542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41AC5-003B-D667-680F-AFDAD364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A94C6CB-8BFE-22EC-3393-67DFB13E233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Considerações Éticas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C12881-CE07-16D0-0057-67AAC37E2E31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</a:t>
            </a:r>
            <a:r>
              <a:rPr lang="pt-BR" sz="2800" dirty="0" err="1"/>
              <a:t>LLMs</a:t>
            </a:r>
            <a:r>
              <a:rPr lang="pt-BR" sz="2800" dirty="0"/>
              <a:t> deve ser transparente, com clareza sobre quando e como são utilizados.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necessário mitigar vieses presentes nos dados de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responsabilidade sobre o conteúdo gerado deve ser compartilhada entre desenvolvedores e usuários.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ética na IA é fundamental para garantir confiança e inclusão.</a:t>
            </a:r>
          </a:p>
        </p:txBody>
      </p:sp>
    </p:spTree>
    <p:extLst>
      <p:ext uri="{BB962C8B-B14F-4D97-AF65-F5344CB8AC3E}">
        <p14:creationId xmlns:p14="http://schemas.microsoft.com/office/powerpoint/2010/main" val="3010777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D57E-E123-5D8C-52A0-E7720240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545AC7-2AAC-3D3B-ED03-91F05E13764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Futuro das Aplicações com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F29E0A-D4DA-CE3F-AE96-081E3B580A2F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dirty="0" err="1"/>
              <a:t>LLMs</a:t>
            </a:r>
            <a:r>
              <a:rPr lang="pt-BR" sz="2800" dirty="0"/>
              <a:t> tendem a se expandir para novos domínios como direito, engenharia e ciências sociais.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integração com outras tecnologias, como visão computacional e robótica, amplia seu potencial.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mais eficientes e especializados estão sendo desenvolvidos.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futuro inclui maior personalização, segurança e acessibilidade.</a:t>
            </a:r>
          </a:p>
        </p:txBody>
      </p:sp>
    </p:spTree>
    <p:extLst>
      <p:ext uri="{BB962C8B-B14F-4D97-AF65-F5344CB8AC3E}">
        <p14:creationId xmlns:p14="http://schemas.microsoft.com/office/powerpoint/2010/main" val="645242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13CB-26F9-62E6-0B4D-34C85EB5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84B804-EE62-B88A-8687-8A0DB37F657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F320B5-CCEF-C12F-C229-32CD91483CFC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LLMs</a:t>
            </a:r>
            <a:r>
              <a:rPr lang="pt-BR" sz="2800" dirty="0"/>
              <a:t> oferecem soluções poderosas para desafios em diversas áreas do conhecimento.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Suas aplicações vão desde tarefas simples até sistemas complexos e críticos.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dos desafios, o potencial de transformação é </a:t>
            </a:r>
            <a:r>
              <a:rPr lang="pt-BR" sz="2800" err="1"/>
              <a:t>enorme</a:t>
            </a:r>
            <a:r>
              <a:rPr lang="pt-BR" sz="280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/>
              <a:t>O </a:t>
            </a:r>
            <a:r>
              <a:rPr lang="pt-BR" sz="2800" dirty="0"/>
              <a:t>uso responsável e estratégico dos </a:t>
            </a:r>
            <a:r>
              <a:rPr lang="pt-BR" sz="2800" dirty="0" err="1"/>
              <a:t>LLMs</a:t>
            </a:r>
            <a:r>
              <a:rPr lang="pt-BR" sz="2800" dirty="0"/>
              <a:t> é essencial para aproveitar suas oportunidades.</a:t>
            </a:r>
          </a:p>
        </p:txBody>
      </p:sp>
    </p:spTree>
    <p:extLst>
      <p:ext uri="{BB962C8B-B14F-4D97-AF65-F5344CB8AC3E}">
        <p14:creationId xmlns:p14="http://schemas.microsoft.com/office/powerpoint/2010/main" val="2549954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11335</TotalTime>
  <Words>1222</Words>
  <Application>Microsoft Office PowerPoint</Application>
  <PresentationFormat>Widescreen</PresentationFormat>
  <Paragraphs>112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24</vt:i4>
      </vt:variant>
    </vt:vector>
  </HeadingPairs>
  <TitlesOfParts>
    <vt:vector size="35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99</cp:revision>
  <dcterms:created xsi:type="dcterms:W3CDTF">2020-01-14T17:16:45Z</dcterms:created>
  <dcterms:modified xsi:type="dcterms:W3CDTF">2025-11-14T15:27:00Z</dcterms:modified>
</cp:coreProperties>
</file>