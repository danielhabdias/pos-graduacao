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27"/>
  </p:notesMasterIdLst>
  <p:handoutMasterIdLst>
    <p:handoutMasterId r:id="rId28"/>
  </p:handoutMasterIdLst>
  <p:sldIdLst>
    <p:sldId id="266" r:id="rId8"/>
    <p:sldId id="260" r:id="rId9"/>
    <p:sldId id="267" r:id="rId10"/>
    <p:sldId id="268" r:id="rId11"/>
    <p:sldId id="270" r:id="rId12"/>
    <p:sldId id="271" r:id="rId13"/>
    <p:sldId id="272" r:id="rId14"/>
    <p:sldId id="273" r:id="rId15"/>
    <p:sldId id="282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3" r:id="rId24"/>
    <p:sldId id="284" r:id="rId25"/>
    <p:sldId id="261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D83C8-F31C-CBCB-33FD-264F5781E07F}" v="2" dt="2025-12-02T14:38:49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Aplicações de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do BERT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é amplamente utilizado em tarefas de processamento de linguagem natural que exigem compreensão profunda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Suas aplicações vão desde análise de sentimentos até sistemas de perguntas e respostas em tempo real.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interpretar o contexto completo torna o modelo ideal para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empregado em diversos setores, como jurídico, educacional, comercial e médico.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2029-3AF3-CF02-A1BA-FBCF60B3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CFE6EC-E4A9-B5FD-DFB8-425E1DCF065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Classificação de Texto com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44D44C-B3C4-361F-0259-5E41CA263E6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capaz de identificar categorias, sentimentos, tópicos e intenções em textos variados.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utilizado para organizar grandes volumes de dados, detectar spam, e analisar opiniões de usuários.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aplicado em redes sociais, e-mails, documentos legais e avaliações de produtos.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classificação automatizada com BERT melhora a eficiência e a tomada de decisão.</a:t>
            </a:r>
          </a:p>
        </p:txBody>
      </p:sp>
    </p:spTree>
    <p:extLst>
      <p:ext uri="{BB962C8B-B14F-4D97-AF65-F5344CB8AC3E}">
        <p14:creationId xmlns:p14="http://schemas.microsoft.com/office/powerpoint/2010/main" val="198229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892D-E1B5-7030-4638-E949AC55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A2436C6-47A3-1AAD-5EBC-E72E229C213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Resposta a Perguntas com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20F1E2-CB7C-A3DE-FDF6-3F81E9CAC98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é eficaz em localizar respostas dentro de textos fornecidos, como artigos ou parágrafos.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funcionalidade é usada em assistentes virtuais, sistemas de busca e plataformas educacionais.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entende a pergunta e identifica o trecho mais relevante como resposta.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aplicação facilita o acesso rápido à informação em diversos contextos.</a:t>
            </a:r>
          </a:p>
        </p:txBody>
      </p:sp>
    </p:spTree>
    <p:extLst>
      <p:ext uri="{BB962C8B-B14F-4D97-AF65-F5344CB8AC3E}">
        <p14:creationId xmlns:p14="http://schemas.microsoft.com/office/powerpoint/2010/main" val="128936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E677-CDEC-0265-FB11-F7E59993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6650F6-20AD-3830-419B-CDE9A01C644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Sentimentos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F92A74-C773-CF2D-BE9D-85D4B5545D3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pode identificar se um texto expressa sentimento positivo, negativo ou neutro.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aplicado em avaliações de produtos, comentários em redes sociais e pesquisas de opinião.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analisa o contexto completo para evitar interpretações superficiais.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aplicação é útil para empresas entenderem a percepção dos clientes.</a:t>
            </a:r>
          </a:p>
        </p:txBody>
      </p:sp>
    </p:spTree>
    <p:extLst>
      <p:ext uri="{BB962C8B-B14F-4D97-AF65-F5344CB8AC3E}">
        <p14:creationId xmlns:p14="http://schemas.microsoft.com/office/powerpoint/2010/main" val="172586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663F-2635-2E3C-E7DA-43C48D08E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5E3DE8-68D0-037B-9992-C2648B5988B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Classificação de Tópicos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F0E963-0F77-0839-96BD-9F0426B3E95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categorizar textos em tópicos como política, saúde, educação ou tecnologia.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usado em sistemas de recomendação, organização de conteúdo e análise de mídia.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reconhece palavras-chave e padrões semânticos para definir o tema.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classificação ajuda na segmentação de dados e personalização de serviços.</a:t>
            </a:r>
          </a:p>
        </p:txBody>
      </p:sp>
    </p:spTree>
    <p:extLst>
      <p:ext uri="{BB962C8B-B14F-4D97-AF65-F5344CB8AC3E}">
        <p14:creationId xmlns:p14="http://schemas.microsoft.com/office/powerpoint/2010/main" val="389032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435AA-2751-190B-ADF5-BDDF3A67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27CF5E8-B1F0-F233-A0D7-E7CED7FFFAB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Detecção de Spam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3D25C3-6F49-4F7C-402C-7CAE26B1A4A3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pode ser treinado para identificar mensagens indesejadas ou fraudulentas.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Analisa o conteúdo textual para detectar padrões comuns em spam.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utilizado em filtros de e-mail, redes sociais e sistemas de segurança.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abordagem contextual permite maior precisão na detecção.</a:t>
            </a:r>
          </a:p>
        </p:txBody>
      </p:sp>
    </p:spTree>
    <p:extLst>
      <p:ext uri="{BB962C8B-B14F-4D97-AF65-F5344CB8AC3E}">
        <p14:creationId xmlns:p14="http://schemas.microsoft.com/office/powerpoint/2010/main" val="70583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7B23-A658-D09E-A98F-31E47605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8C278D-12FC-B06B-D67C-B22877A6380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Classificação Jurídica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F4A2D9-CD84-C901-7D5C-5D004E2AED4C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aplicado em documentos legais para identificar o tipo de ação ou área do direito.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classificar petições, sentenças e pareceres com base no conteúdo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 a organização de grandes volumes de dados jurídicos.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Contribui para automação e eficiência em escritórios e tribunais.</a:t>
            </a:r>
          </a:p>
        </p:txBody>
      </p:sp>
    </p:spTree>
    <p:extLst>
      <p:ext uri="{BB962C8B-B14F-4D97-AF65-F5344CB8AC3E}">
        <p14:creationId xmlns:p14="http://schemas.microsoft.com/office/powerpoint/2010/main" val="194633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DC1C-B78B-7735-9627-AB69C7271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183A99-9FCE-07DD-956E-5B1B93F8A7E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na Classificação com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31E35E-95DF-BFF8-BF7D-8F7DEA45E8AD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ambiguidade textual pode dificultar a correta categorização de conteúdos.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desbalanceamento de classes afeta o desempenho em categorias menos representadas.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Dados com ruído ou inconsistência prejudicam a qualidade do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necessário curadoria e ajustes para garantir resultados confiáveis.</a:t>
            </a:r>
          </a:p>
        </p:txBody>
      </p:sp>
    </p:spTree>
    <p:extLst>
      <p:ext uri="{BB962C8B-B14F-4D97-AF65-F5344CB8AC3E}">
        <p14:creationId xmlns:p14="http://schemas.microsoft.com/office/powerpoint/2010/main" val="1726380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35FB-3BFB-D1E6-E9BC-CA712274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542F82-394C-206F-213D-D6E85EC217A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à Resposta a Perguntas (QA)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3425BD-399D-9312-8F68-280F4D43239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tarefa de QA (</a:t>
            </a:r>
            <a:r>
              <a:rPr lang="pt-BR" sz="2800" dirty="0" err="1"/>
              <a:t>Question</a:t>
            </a:r>
            <a:r>
              <a:rPr lang="pt-BR" sz="2800" dirty="0"/>
              <a:t> </a:t>
            </a:r>
            <a:r>
              <a:rPr lang="pt-BR" sz="2800" dirty="0" err="1"/>
              <a:t>Answering</a:t>
            </a:r>
            <a:r>
              <a:rPr lang="pt-BR" sz="2800" dirty="0"/>
              <a:t>) consiste em responder perguntas com base em um texto fornecido.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é capaz de localizar a resposta correta dentro de um parágrafo ou documento.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aplicação exige compreensão profunda do contexto e da pergunta.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usada em sistemas de busca, assistentes virtuais e plataformas educacionais.</a:t>
            </a:r>
          </a:p>
        </p:txBody>
      </p:sp>
    </p:spTree>
    <p:extLst>
      <p:ext uri="{BB962C8B-B14F-4D97-AF65-F5344CB8AC3E}">
        <p14:creationId xmlns:p14="http://schemas.microsoft.com/office/powerpoint/2010/main" val="144114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08EB-2BB0-3B44-3368-FF352506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E927C4-399D-1FD7-4A08-BD2F6D887A7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QA com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64132F-C58D-A4B5-DE97-1E3B30CB7648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analisa a pergunta e o texto de apoio para identificar a resposta mais provável.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 atenção para focar nas partes relevantes do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resposta pode ser uma palavra, frase ou trecho do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desempenho é avaliado com base na precisão e cobertura da resposta.</a:t>
            </a:r>
          </a:p>
        </p:txBody>
      </p:sp>
    </p:spTree>
    <p:extLst>
      <p:ext uri="{BB962C8B-B14F-4D97-AF65-F5344CB8AC3E}">
        <p14:creationId xmlns:p14="http://schemas.microsoft.com/office/powerpoint/2010/main" val="2002427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5D7F-DB35-8DF6-0A5C-96DE3D3E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3A16B9F-3300-7E86-75BC-F2E7F9A5C46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QA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3D6985-0646-93F9-D984-31BF9606AE07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Dada uma pergunta como “Onde nasceu Albert Einstein?”, o modelo busca a resposta em um parágrafo.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localiza o trecho que contém a informação correta, como “Einstein nasceu em Ulm, Alemanha”.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é feito com base na análise semântica e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ser ajustado para diferentes tipos de perguntas e domínios.</a:t>
            </a:r>
          </a:p>
        </p:txBody>
      </p:sp>
    </p:spTree>
    <p:extLst>
      <p:ext uri="{BB962C8B-B14F-4D97-AF65-F5344CB8AC3E}">
        <p14:creationId xmlns:p14="http://schemas.microsoft.com/office/powerpoint/2010/main" val="3506404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8D4B-CB63-A5F9-8355-37AF760A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9C50FE-AF31-1288-278D-27820416D12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Avaliação de QA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12EB92-C072-3A4F-C195-CD5C3128C061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desempenho em QA é medido por métricas como </a:t>
            </a:r>
            <a:r>
              <a:rPr lang="pt-BR" sz="2800" dirty="0" err="1"/>
              <a:t>Exact</a:t>
            </a:r>
            <a:r>
              <a:rPr lang="pt-BR" sz="2800" dirty="0"/>
              <a:t> Match (EM) e F1-score.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verifica se a resposta gerada é idêntica à resposta correta.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F1-score avalia o equilíbrio entre precisão e cobertura da resposta.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métricas ajudam a comparar modelos e identificar melhorias.</a:t>
            </a:r>
          </a:p>
        </p:txBody>
      </p:sp>
    </p:spTree>
    <p:extLst>
      <p:ext uri="{BB962C8B-B14F-4D97-AF65-F5344CB8AC3E}">
        <p14:creationId xmlns:p14="http://schemas.microsoft.com/office/powerpoint/2010/main" val="2383179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1EDF-0137-AFE1-F11A-1DFA76D4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C70FC81-D02F-8E44-AA72-AB49597A8DC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QA em Assistentes Virtuais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459E2B-5046-4B3E-E40A-C25F25103F48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é usado em assistentes virtuais para responder perguntas de usuários em tempo real.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lidar com dúvidas sobre produtos, serviços, horários e procedimentos.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compreensão contextual permite respostas mais naturais e relevantes.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Melhora a experiência do usuário em sistemas de atendimento automático.</a:t>
            </a:r>
          </a:p>
        </p:txBody>
      </p:sp>
    </p:spTree>
    <p:extLst>
      <p:ext uri="{BB962C8B-B14F-4D97-AF65-F5344CB8AC3E}">
        <p14:creationId xmlns:p14="http://schemas.microsoft.com/office/powerpoint/2010/main" val="4056570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4839-2D59-347A-9FA1-3360FBAE6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6C13D39-18A4-BED6-48C7-DF6A1DF22D5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QA em Educação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E1F537C-5F57-F3B3-5FD9-821E4368F772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responder perguntas de alunos com base em materiais didáticos.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aplicado em plataformas de ensino, tutores virtuais e sistemas de apoio ao estudo.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Ajuda na personalização do aprendizado e na resolução de dúvidas.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Contribui para tornar o ensino mais interativo e acessível.</a:t>
            </a:r>
          </a:p>
        </p:txBody>
      </p:sp>
    </p:spTree>
    <p:extLst>
      <p:ext uri="{BB962C8B-B14F-4D97-AF65-F5344CB8AC3E}">
        <p14:creationId xmlns:p14="http://schemas.microsoft.com/office/powerpoint/2010/main" val="3653696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154E-641D-DDE9-B0DF-81FE5691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05340E-D2BC-428D-CB3D-818656E34CF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QA em Saúde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77A92B-8EFF-61EA-06F7-38A47DEB13F0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pode ser treinado com literatura médica para responder perguntas sobre saúde.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usado em sistemas de apoio clínico, triagem e educação em saúde.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precisa ser ajustado com cuidado para garantir precisão e segurança.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aplicação tem grande potencial em ambientes hospitalares e plataformas digitais.</a:t>
            </a:r>
          </a:p>
        </p:txBody>
      </p:sp>
    </p:spTree>
    <p:extLst>
      <p:ext uri="{BB962C8B-B14F-4D97-AF65-F5344CB8AC3E}">
        <p14:creationId xmlns:p14="http://schemas.microsoft.com/office/powerpoint/2010/main" val="3326777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92F5-0D48-8EBD-404E-E5C64A78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DE67E0-1D8A-6D38-8DE0-0AA36B81AAD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em QA com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B64348-25EE-3927-85A7-BB8DE147B83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ter dificuldade em compreender perguntas complexas ou ambíguas.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Contextos muito longos ou mal estruturados afetam a precisão da resposta.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interpretação semântica exige refinamento constante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QA em domínios especializados requer dados de alta qualidade e adaptação cuidadosa.</a:t>
            </a:r>
          </a:p>
        </p:txBody>
      </p:sp>
    </p:spTree>
    <p:extLst>
      <p:ext uri="{BB962C8B-B14F-4D97-AF65-F5344CB8AC3E}">
        <p14:creationId xmlns:p14="http://schemas.microsoft.com/office/powerpoint/2010/main" val="586506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1F4A-7D01-9879-92A3-62C3CCE0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E63D77-60DC-533E-C599-71B1877A3B0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A9B4F4-A997-984E-46E7-D2D7CD6CD667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é uma ferramenta poderosa para aplicações em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adaptado para diferentes contextos e necessidades com alto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Classificação e QA são apenas algumas das áreas onde se destaca.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impacto na inteligência artificial moderna é profundo e duradouro.</a:t>
            </a:r>
          </a:p>
        </p:txBody>
      </p:sp>
    </p:spTree>
    <p:extLst>
      <p:ext uri="{BB962C8B-B14F-4D97-AF65-F5344CB8AC3E}">
        <p14:creationId xmlns:p14="http://schemas.microsoft.com/office/powerpoint/2010/main" val="3339402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11373</TotalTime>
  <Words>1095</Words>
  <Application>Microsoft Office PowerPoint</Application>
  <PresentationFormat>Widescreen</PresentationFormat>
  <Paragraphs>97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101</cp:revision>
  <dcterms:created xsi:type="dcterms:W3CDTF">2020-01-14T17:16:45Z</dcterms:created>
  <dcterms:modified xsi:type="dcterms:W3CDTF">2025-12-02T14:39:04Z</dcterms:modified>
</cp:coreProperties>
</file>