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  <p:sldMasterId id="2147483652" r:id="rId5"/>
    <p:sldMasterId id="214748365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q0tblSU2dltJF6qXUI0U6tP+K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3.xml"/><Relationship Id="rId19" Type="http://customschemas.google.com/relationships/presentationmetadata" Target="metadata"/><Relationship Id="rId6" Type="http://schemas.openxmlformats.org/officeDocument/2006/relationships/slideMaster" Target="slideMasters/slideMaster4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19da734a8e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19da734a8e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9da734a8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19da734a8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9da734a8e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19da734a8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9da734a8e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19da734a8e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9da734a8e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19da734a8e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9da734a8e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19da734a8e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9da734a8e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19da734a8e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0" l="48224" r="0" t="0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0"/>
          <p:cNvPicPr preferRelativeResize="0"/>
          <p:nvPr/>
        </p:nvPicPr>
        <p:blipFill rotWithShape="1">
          <a:blip r:embed="rId3">
            <a:alphaModFix/>
          </a:blip>
          <a:srcRect b="0" l="0" r="84922" t="6466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0"/>
          <p:cNvPicPr preferRelativeResize="0"/>
          <p:nvPr/>
        </p:nvPicPr>
        <p:blipFill rotWithShape="1">
          <a:blip r:embed="rId4">
            <a:alphaModFix/>
          </a:blip>
          <a:srcRect b="14790" l="0" r="-7020" t="0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0"/>
          <p:cNvSpPr/>
          <p:nvPr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B9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016"/>
            <a:ext cx="12192000" cy="686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2"/>
          <p:cNvSpPr/>
          <p:nvPr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cap="flat" cmpd="sng" w="19050">
            <a:solidFill>
              <a:srgbClr val="CE7FC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 b="14654" l="0" r="-1979" t="0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4"/>
          <p:cNvPicPr preferRelativeResize="0"/>
          <p:nvPr/>
        </p:nvPicPr>
        <p:blipFill rotWithShape="1">
          <a:blip r:embed="rId1">
            <a:alphaModFix/>
          </a:blip>
          <a:srcRect b="85244" l="0" r="0" t="0"/>
          <a:stretch/>
        </p:blipFill>
        <p:spPr>
          <a:xfrm>
            <a:off x="0" y="1"/>
            <a:ext cx="12192001" cy="1014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4"/>
          <p:cNvPicPr preferRelativeResize="0"/>
          <p:nvPr/>
        </p:nvPicPr>
        <p:blipFill rotWithShape="1">
          <a:blip r:embed="rId2">
            <a:alphaModFix/>
          </a:blip>
          <a:srcRect b="-5288" l="0" r="32048" t="-1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4"/>
          <p:cNvSpPr/>
          <p:nvPr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 cap="flat" cmpd="sng" w="12700">
            <a:solidFill>
              <a:srgbClr val="01BD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B9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0011"/>
            <a:ext cx="12192000" cy="687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4"/>
          <p:cNvPicPr preferRelativeResize="0"/>
          <p:nvPr/>
        </p:nvPicPr>
        <p:blipFill rotWithShape="1">
          <a:blip r:embed="rId2">
            <a:alphaModFix/>
          </a:blip>
          <a:srcRect b="41409" l="39300" r="39575" t="26070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ytorch.or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Introdução ao PyTorch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01BDC4"/>
                </a:solidFill>
                <a:latin typeface="Trebuchet MS"/>
                <a:ea typeface="Trebuchet MS"/>
                <a:cs typeface="Trebuchet MS"/>
                <a:sym typeface="Trebuchet MS"/>
              </a:rPr>
              <a:t>Renan Santos Mendes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/>
        </p:nvSpPr>
        <p:spPr>
          <a:xfrm>
            <a:off x="-1" y="29009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O que é o PyTorch?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que é o PyTorch</a:t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512075" y="1990200"/>
            <a:ext cx="11137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lang="pt-BR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PyTorch</a:t>
            </a: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 </a:t>
            </a:r>
            <a:r>
              <a:rPr lang="pt-BR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 de código aberto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ML e IA, desenvolvido pelo Facebook's AI Research lab (FAIR).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Amplamente utilizado por pesquisadores e desenvolvedores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Flexibilidade e eficiência.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9da734a8e_0_11"/>
          <p:cNvSpPr txBox="1"/>
          <p:nvPr/>
        </p:nvSpPr>
        <p:spPr>
          <a:xfrm>
            <a:off x="-1" y="29009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Principais Características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9da734a8e_0_1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Principais Características</a:t>
            </a:r>
            <a:endParaRPr/>
          </a:p>
        </p:txBody>
      </p:sp>
      <p:sp>
        <p:nvSpPr>
          <p:cNvPr id="57" name="Google Shape;57;g319da734a8e_0_1"/>
          <p:cNvSpPr txBox="1"/>
          <p:nvPr/>
        </p:nvSpPr>
        <p:spPr>
          <a:xfrm>
            <a:off x="512075" y="770999"/>
            <a:ext cx="111375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Tensores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Assim como o NumPy, o PyTorch fornece uma estrutura de dados chamada tensor, que é uma matriz N-dimensional.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tensores do PyTorch podem ser utilizados em GPUs para acelerar o processamento.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Autograd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diferenciação automática, permitindo calcular gradientes automaticamente. Isso é especialmente útil para otimização em redes neurais.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9da734a8e_0_6"/>
          <p:cNvSpPr txBox="1"/>
          <p:nvPr/>
        </p:nvSpPr>
        <p:spPr>
          <a:xfrm>
            <a:off x="512075" y="770999"/>
            <a:ext cx="111375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 dinâmica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permite a construção de redes neurais de forma dinâmica, pode-se modificar a arquitetura da rede durante a execução.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Bibliotecas complementares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possui várias bibliotecas e extensões, como o TorchVision (para visão computacional) e TorchAudio (para processamento de áudios).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Comunidade e suporte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PyTorch possui uma comunidade ativa e crescente, com muitos tutoriais, exemplos e recursos disponíveis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19da734a8e_0_6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Principais Características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9da734a8e_0_16"/>
          <p:cNvSpPr txBox="1"/>
          <p:nvPr/>
        </p:nvSpPr>
        <p:spPr>
          <a:xfrm>
            <a:off x="-1" y="2519919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Empresas que usam</a:t>
            </a:r>
            <a:b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o Framework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9da734a8e_0_20"/>
          <p:cNvSpPr txBox="1"/>
          <p:nvPr/>
        </p:nvSpPr>
        <p:spPr>
          <a:xfrm>
            <a:off x="512075" y="770999"/>
            <a:ext cx="111375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Algumas empresas que usam o PyTorch na stack de desenvolvimento: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Toyota Research Institute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Airbnb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Salesforce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Tesla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Disney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19da734a8e_0_20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Empresas que usam o Framework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9da734a8e_0_26"/>
          <p:cNvSpPr txBox="1"/>
          <p:nvPr/>
        </p:nvSpPr>
        <p:spPr>
          <a:xfrm>
            <a:off x="-1" y="29771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Principais Módulos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9da734a8e_0_30"/>
          <p:cNvSpPr txBox="1"/>
          <p:nvPr/>
        </p:nvSpPr>
        <p:spPr>
          <a:xfrm>
            <a:off x="512075" y="770999"/>
            <a:ext cx="11137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principais módulos encontrados no PyTorch: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autograd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just">
              <a:lnSpc>
                <a:spcPct val="12142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nn.Module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19da734a8e_0_30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Principais Módulos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 - Subdivisão do assunto princip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 - Fin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1 - Cap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 - Título e tex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2020-01-14T17:16:45Z</dcterms:created>
  <dc:creator>Fernando José Ferreira</dc:creator>
</cp:coreProperties>
</file>