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23"/>
  </p:notesMasterIdLst>
  <p:sldIdLst>
    <p:sldId id="1173" r:id="rId5"/>
    <p:sldId id="297" r:id="rId6"/>
    <p:sldId id="325" r:id="rId7"/>
    <p:sldId id="326" r:id="rId8"/>
    <p:sldId id="328" r:id="rId9"/>
    <p:sldId id="1184" r:id="rId10"/>
    <p:sldId id="1185" r:id="rId11"/>
    <p:sldId id="1186" r:id="rId12"/>
    <p:sldId id="368" r:id="rId13"/>
    <p:sldId id="1189" r:id="rId14"/>
    <p:sldId id="1187" r:id="rId15"/>
    <p:sldId id="1188" r:id="rId16"/>
    <p:sldId id="327" r:id="rId17"/>
    <p:sldId id="1193" r:id="rId18"/>
    <p:sldId id="1190" r:id="rId19"/>
    <p:sldId id="1191" r:id="rId20"/>
    <p:sldId id="1192" r:id="rId21"/>
    <p:sldId id="264" r:id="rId22"/>
  </p:sldIdLst>
  <p:sldSz cx="12192000" cy="6858000"/>
  <p:notesSz cx="6858000" cy="9144000"/>
  <p:embeddedFontLst>
    <p:embeddedFont>
      <p:font typeface="Cronos Pro" panose="020C0502030403020304" charset="0"/>
      <p:regular r:id="rId24"/>
      <p:bold r:id="rId25"/>
      <p:italic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9" d="100"/>
          <a:sy n="69" d="100"/>
        </p:scale>
        <p:origin x="509" y="58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11CBC3-0401-4455-ADB4-3293AA6FD714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D56F4FA-E70E-4E50-AA09-EA4E93E884E7}">
      <dgm:prSet phldrT="[Texto]"/>
      <dgm:spPr/>
      <dgm:t>
        <a:bodyPr/>
        <a:lstStyle/>
        <a:p>
          <a:r>
            <a:rPr lang="pt-BR" b="1" dirty="0"/>
            <a:t>Acurácia</a:t>
          </a:r>
        </a:p>
      </dgm:t>
    </dgm:pt>
    <dgm:pt modelId="{CAD33D82-67E5-40C8-B425-DD7F9E56B966}" type="parTrans" cxnId="{685A9088-8FB3-46C1-9B63-8490486FDB2C}">
      <dgm:prSet/>
      <dgm:spPr/>
      <dgm:t>
        <a:bodyPr/>
        <a:lstStyle/>
        <a:p>
          <a:endParaRPr lang="pt-BR"/>
        </a:p>
      </dgm:t>
    </dgm:pt>
    <dgm:pt modelId="{274027DC-D765-4884-9A01-4A0AA0C9E54C}" type="sibTrans" cxnId="{685A9088-8FB3-46C1-9B63-8490486FDB2C}">
      <dgm:prSet/>
      <dgm:spPr/>
      <dgm:t>
        <a:bodyPr/>
        <a:lstStyle/>
        <a:p>
          <a:endParaRPr lang="pt-BR"/>
        </a:p>
      </dgm:t>
    </dgm:pt>
    <dgm:pt modelId="{58FA3415-1BDC-4A35-9373-8988A47FBA8C}">
      <dgm:prSet phldrT="[Texto]"/>
      <dgm:spPr/>
      <dgm:t>
        <a:bodyPr/>
        <a:lstStyle/>
        <a:p>
          <a:r>
            <a:rPr lang="pt-BR" dirty="0"/>
            <a:t>Algo que aproxime ao que ele deseja</a:t>
          </a:r>
        </a:p>
      </dgm:t>
    </dgm:pt>
    <dgm:pt modelId="{61CDBEEA-B528-4616-B9B0-5E7BD201AC2D}" type="parTrans" cxnId="{19A3B1BE-6EBD-423F-80DE-A668FEFBAAEA}">
      <dgm:prSet/>
      <dgm:spPr/>
      <dgm:t>
        <a:bodyPr/>
        <a:lstStyle/>
        <a:p>
          <a:endParaRPr lang="pt-BR"/>
        </a:p>
      </dgm:t>
    </dgm:pt>
    <dgm:pt modelId="{EB1831FA-AA5E-4B45-8369-A52187816442}" type="sibTrans" cxnId="{19A3B1BE-6EBD-423F-80DE-A668FEFBAAEA}">
      <dgm:prSet/>
      <dgm:spPr/>
      <dgm:t>
        <a:bodyPr/>
        <a:lstStyle/>
        <a:p>
          <a:endParaRPr lang="pt-BR"/>
        </a:p>
      </dgm:t>
    </dgm:pt>
    <dgm:pt modelId="{1CEB4042-F250-4B7E-B4F0-07BAE098D529}">
      <dgm:prSet phldrT="[Texto]"/>
      <dgm:spPr/>
      <dgm:t>
        <a:bodyPr/>
        <a:lstStyle/>
        <a:p>
          <a:r>
            <a:rPr lang="pt-BR" b="1" dirty="0"/>
            <a:t>Novidade</a:t>
          </a:r>
        </a:p>
      </dgm:t>
    </dgm:pt>
    <dgm:pt modelId="{4F06A09D-6BA8-4D9C-BF23-E533677B13BB}" type="parTrans" cxnId="{84F9FB0A-2463-445E-9CAA-BA7DFA3B2845}">
      <dgm:prSet/>
      <dgm:spPr/>
      <dgm:t>
        <a:bodyPr/>
        <a:lstStyle/>
        <a:p>
          <a:endParaRPr lang="pt-BR"/>
        </a:p>
      </dgm:t>
    </dgm:pt>
    <dgm:pt modelId="{6193675C-6FFC-45F1-B5A2-4D9C931D3A24}" type="sibTrans" cxnId="{84F9FB0A-2463-445E-9CAA-BA7DFA3B2845}">
      <dgm:prSet/>
      <dgm:spPr/>
      <dgm:t>
        <a:bodyPr/>
        <a:lstStyle/>
        <a:p>
          <a:endParaRPr lang="pt-BR"/>
        </a:p>
      </dgm:t>
    </dgm:pt>
    <dgm:pt modelId="{ACEA5F4F-E944-4EE0-88BF-B4A5C448EFC1}">
      <dgm:prSet phldrT="[Texto]"/>
      <dgm:spPr/>
      <dgm:t>
        <a:bodyPr/>
        <a:lstStyle/>
        <a:p>
          <a:r>
            <a:rPr lang="pt-BR" dirty="0"/>
            <a:t>Algo que ele ainda não conheça ou tenha visto</a:t>
          </a:r>
        </a:p>
      </dgm:t>
    </dgm:pt>
    <dgm:pt modelId="{75F0D554-7AB2-4998-A7BA-9B9CB6438C72}" type="parTrans" cxnId="{29E7C866-109F-4CBE-8605-FF08177B74B6}">
      <dgm:prSet/>
      <dgm:spPr/>
      <dgm:t>
        <a:bodyPr/>
        <a:lstStyle/>
        <a:p>
          <a:endParaRPr lang="pt-BR"/>
        </a:p>
      </dgm:t>
    </dgm:pt>
    <dgm:pt modelId="{E9B3C452-0A6C-46BE-8855-18438AA06031}" type="sibTrans" cxnId="{29E7C866-109F-4CBE-8605-FF08177B74B6}">
      <dgm:prSet/>
      <dgm:spPr/>
      <dgm:t>
        <a:bodyPr/>
        <a:lstStyle/>
        <a:p>
          <a:endParaRPr lang="pt-BR"/>
        </a:p>
      </dgm:t>
    </dgm:pt>
    <dgm:pt modelId="{51DA1DAE-FFEF-4891-9B6A-3A40C0C7998C}">
      <dgm:prSet phldrT="[Texto]"/>
      <dgm:spPr/>
      <dgm:t>
        <a:bodyPr/>
        <a:lstStyle/>
        <a:p>
          <a:r>
            <a:rPr lang="pt-BR" b="1" dirty="0"/>
            <a:t>Diversidade</a:t>
          </a:r>
        </a:p>
      </dgm:t>
    </dgm:pt>
    <dgm:pt modelId="{53E29505-0D9E-415C-9945-B33592DF3516}" type="parTrans" cxnId="{B2A8D7C0-02D2-4EC1-883F-CEC9AE3415D6}">
      <dgm:prSet/>
      <dgm:spPr/>
      <dgm:t>
        <a:bodyPr/>
        <a:lstStyle/>
        <a:p>
          <a:endParaRPr lang="pt-BR"/>
        </a:p>
      </dgm:t>
    </dgm:pt>
    <dgm:pt modelId="{4C4928A3-5961-4142-B820-32E615C06132}" type="sibTrans" cxnId="{B2A8D7C0-02D2-4EC1-883F-CEC9AE3415D6}">
      <dgm:prSet/>
      <dgm:spPr/>
      <dgm:t>
        <a:bodyPr/>
        <a:lstStyle/>
        <a:p>
          <a:endParaRPr lang="pt-BR"/>
        </a:p>
      </dgm:t>
    </dgm:pt>
    <dgm:pt modelId="{2C1C72CC-A1D4-4ED2-B2C2-50C3C37CE112}">
      <dgm:prSet phldrT="[Texto]"/>
      <dgm:spPr/>
      <dgm:t>
        <a:bodyPr/>
        <a:lstStyle/>
        <a:p>
          <a:r>
            <a:rPr lang="pt-BR" dirty="0"/>
            <a:t>Algo diferente de um usuário para outro</a:t>
          </a:r>
        </a:p>
      </dgm:t>
    </dgm:pt>
    <dgm:pt modelId="{92DE623C-B1FB-4AD4-AB36-7C67B1A4615D}" type="parTrans" cxnId="{007DBACD-7937-465A-87F5-1A6A1843DD3D}">
      <dgm:prSet/>
      <dgm:spPr/>
      <dgm:t>
        <a:bodyPr/>
        <a:lstStyle/>
        <a:p>
          <a:endParaRPr lang="pt-BR"/>
        </a:p>
      </dgm:t>
    </dgm:pt>
    <dgm:pt modelId="{E72A663A-5205-4673-9CA0-D2E769F0B209}" type="sibTrans" cxnId="{007DBACD-7937-465A-87F5-1A6A1843DD3D}">
      <dgm:prSet/>
      <dgm:spPr/>
      <dgm:t>
        <a:bodyPr/>
        <a:lstStyle/>
        <a:p>
          <a:endParaRPr lang="pt-BR"/>
        </a:p>
      </dgm:t>
    </dgm:pt>
    <dgm:pt modelId="{4B2AFB46-8308-4888-87CC-EFD5E70D19CB}">
      <dgm:prSet phldrT="[Texto]"/>
      <dgm:spPr/>
      <dgm:t>
        <a:bodyPr/>
        <a:lstStyle/>
        <a:p>
          <a:r>
            <a:rPr lang="pt-BR" b="1" dirty="0" err="1"/>
            <a:t>Serendipidade</a:t>
          </a:r>
          <a:endParaRPr lang="pt-BR" b="1" dirty="0"/>
        </a:p>
      </dgm:t>
    </dgm:pt>
    <dgm:pt modelId="{83303C48-B523-4E95-8F9E-7D55F32C290E}" type="parTrans" cxnId="{E1C94F7C-687C-4341-A16A-9B7894E3DE61}">
      <dgm:prSet/>
      <dgm:spPr/>
      <dgm:t>
        <a:bodyPr/>
        <a:lstStyle/>
        <a:p>
          <a:endParaRPr lang="pt-BR"/>
        </a:p>
      </dgm:t>
    </dgm:pt>
    <dgm:pt modelId="{A96FBA6F-E63A-455F-9BEF-B5A3C000A950}" type="sibTrans" cxnId="{E1C94F7C-687C-4341-A16A-9B7894E3DE61}">
      <dgm:prSet/>
      <dgm:spPr/>
      <dgm:t>
        <a:bodyPr/>
        <a:lstStyle/>
        <a:p>
          <a:endParaRPr lang="pt-BR"/>
        </a:p>
      </dgm:t>
    </dgm:pt>
    <dgm:pt modelId="{C46EFF26-D54F-46CC-A881-9A2560E0A214}">
      <dgm:prSet phldrT="[Texto]"/>
      <dgm:spPr/>
      <dgm:t>
        <a:bodyPr/>
        <a:lstStyle/>
        <a:p>
          <a:r>
            <a:rPr lang="pt-BR" dirty="0"/>
            <a:t>Algo incrível que o surpreenda; uma feliz descoberta</a:t>
          </a:r>
        </a:p>
      </dgm:t>
    </dgm:pt>
    <dgm:pt modelId="{A092C5E4-6867-42C6-8129-4274BC8D4922}" type="parTrans" cxnId="{4DCD12F2-1DFC-4A83-AF47-D301919B08A7}">
      <dgm:prSet/>
      <dgm:spPr/>
      <dgm:t>
        <a:bodyPr/>
        <a:lstStyle/>
        <a:p>
          <a:endParaRPr lang="pt-BR"/>
        </a:p>
      </dgm:t>
    </dgm:pt>
    <dgm:pt modelId="{D4347C04-9FCE-4152-A840-6743B9F106A3}" type="sibTrans" cxnId="{4DCD12F2-1DFC-4A83-AF47-D301919B08A7}">
      <dgm:prSet/>
      <dgm:spPr/>
      <dgm:t>
        <a:bodyPr/>
        <a:lstStyle/>
        <a:p>
          <a:endParaRPr lang="pt-BR"/>
        </a:p>
      </dgm:t>
    </dgm:pt>
    <dgm:pt modelId="{022B5DAF-4C05-48F5-8770-304387272009}" type="pres">
      <dgm:prSet presAssocID="{B411CBC3-0401-4455-ADB4-3293AA6FD714}" presName="Name0" presStyleCnt="0">
        <dgm:presLayoutVars>
          <dgm:chMax val="7"/>
          <dgm:chPref val="7"/>
          <dgm:dir/>
        </dgm:presLayoutVars>
      </dgm:prSet>
      <dgm:spPr/>
    </dgm:pt>
    <dgm:pt modelId="{16DC05C4-72FF-41BA-92BC-47DCB124993F}" type="pres">
      <dgm:prSet presAssocID="{B411CBC3-0401-4455-ADB4-3293AA6FD714}" presName="Name1" presStyleCnt="0"/>
      <dgm:spPr/>
    </dgm:pt>
    <dgm:pt modelId="{5ACDD77F-20D3-463B-9D77-360774881DD8}" type="pres">
      <dgm:prSet presAssocID="{B411CBC3-0401-4455-ADB4-3293AA6FD714}" presName="cycle" presStyleCnt="0"/>
      <dgm:spPr/>
    </dgm:pt>
    <dgm:pt modelId="{2841A036-7DB4-40CB-9642-F446F6AAABEF}" type="pres">
      <dgm:prSet presAssocID="{B411CBC3-0401-4455-ADB4-3293AA6FD714}" presName="srcNode" presStyleLbl="node1" presStyleIdx="0" presStyleCnt="4"/>
      <dgm:spPr/>
    </dgm:pt>
    <dgm:pt modelId="{3B0C98DB-3D17-4A98-B391-BBCF1D2FDE29}" type="pres">
      <dgm:prSet presAssocID="{B411CBC3-0401-4455-ADB4-3293AA6FD714}" presName="conn" presStyleLbl="parChTrans1D2" presStyleIdx="0" presStyleCnt="1"/>
      <dgm:spPr/>
    </dgm:pt>
    <dgm:pt modelId="{E9554563-5085-43D8-994A-1C831E72EBE9}" type="pres">
      <dgm:prSet presAssocID="{B411CBC3-0401-4455-ADB4-3293AA6FD714}" presName="extraNode" presStyleLbl="node1" presStyleIdx="0" presStyleCnt="4"/>
      <dgm:spPr/>
    </dgm:pt>
    <dgm:pt modelId="{DFBDC7FA-14E7-494A-A24B-A877161E9C40}" type="pres">
      <dgm:prSet presAssocID="{B411CBC3-0401-4455-ADB4-3293AA6FD714}" presName="dstNode" presStyleLbl="node1" presStyleIdx="0" presStyleCnt="4"/>
      <dgm:spPr/>
    </dgm:pt>
    <dgm:pt modelId="{7BA24D63-3663-491C-A7FD-B9A60800AC89}" type="pres">
      <dgm:prSet presAssocID="{9D56F4FA-E70E-4E50-AA09-EA4E93E884E7}" presName="text_1" presStyleLbl="node1" presStyleIdx="0" presStyleCnt="4">
        <dgm:presLayoutVars>
          <dgm:bulletEnabled val="1"/>
        </dgm:presLayoutVars>
      </dgm:prSet>
      <dgm:spPr/>
    </dgm:pt>
    <dgm:pt modelId="{5DAAFC31-ADFE-42E4-B89B-45C5FA69C81D}" type="pres">
      <dgm:prSet presAssocID="{9D56F4FA-E70E-4E50-AA09-EA4E93E884E7}" presName="accent_1" presStyleCnt="0"/>
      <dgm:spPr/>
    </dgm:pt>
    <dgm:pt modelId="{406A6ED0-E185-44F9-BC4F-06D82F7CB395}" type="pres">
      <dgm:prSet presAssocID="{9D56F4FA-E70E-4E50-AA09-EA4E93E884E7}" presName="accentRepeatNode" presStyleLbl="solidFgAcc1" presStyleIdx="0" presStyleCnt="4"/>
      <dgm:spPr/>
    </dgm:pt>
    <dgm:pt modelId="{4B6F292B-0E19-46FE-BE0F-58978189F42E}" type="pres">
      <dgm:prSet presAssocID="{1CEB4042-F250-4B7E-B4F0-07BAE098D529}" presName="text_2" presStyleLbl="node1" presStyleIdx="1" presStyleCnt="4">
        <dgm:presLayoutVars>
          <dgm:bulletEnabled val="1"/>
        </dgm:presLayoutVars>
      </dgm:prSet>
      <dgm:spPr/>
    </dgm:pt>
    <dgm:pt modelId="{5FA78069-1E98-4A24-8962-A220BCF9FFAD}" type="pres">
      <dgm:prSet presAssocID="{1CEB4042-F250-4B7E-B4F0-07BAE098D529}" presName="accent_2" presStyleCnt="0"/>
      <dgm:spPr/>
    </dgm:pt>
    <dgm:pt modelId="{BE18BB06-A723-4C7D-BEEC-363AAA08CF4C}" type="pres">
      <dgm:prSet presAssocID="{1CEB4042-F250-4B7E-B4F0-07BAE098D529}" presName="accentRepeatNode" presStyleLbl="solidFgAcc1" presStyleIdx="1" presStyleCnt="4"/>
      <dgm:spPr/>
    </dgm:pt>
    <dgm:pt modelId="{35A474E2-E171-4FFD-8141-D7B25A67F2E5}" type="pres">
      <dgm:prSet presAssocID="{51DA1DAE-FFEF-4891-9B6A-3A40C0C7998C}" presName="text_3" presStyleLbl="node1" presStyleIdx="2" presStyleCnt="4">
        <dgm:presLayoutVars>
          <dgm:bulletEnabled val="1"/>
        </dgm:presLayoutVars>
      </dgm:prSet>
      <dgm:spPr/>
    </dgm:pt>
    <dgm:pt modelId="{C2D9EB24-74C8-4964-975E-7BE3464FC37C}" type="pres">
      <dgm:prSet presAssocID="{51DA1DAE-FFEF-4891-9B6A-3A40C0C7998C}" presName="accent_3" presStyleCnt="0"/>
      <dgm:spPr/>
    </dgm:pt>
    <dgm:pt modelId="{22091DCC-4B06-4A7B-B721-C9832B6BA69E}" type="pres">
      <dgm:prSet presAssocID="{51DA1DAE-FFEF-4891-9B6A-3A40C0C7998C}" presName="accentRepeatNode" presStyleLbl="solidFgAcc1" presStyleIdx="2" presStyleCnt="4"/>
      <dgm:spPr/>
    </dgm:pt>
    <dgm:pt modelId="{94453ADC-2D0C-4F2F-A7A2-5B1F2467034A}" type="pres">
      <dgm:prSet presAssocID="{4B2AFB46-8308-4888-87CC-EFD5E70D19CB}" presName="text_4" presStyleLbl="node1" presStyleIdx="3" presStyleCnt="4">
        <dgm:presLayoutVars>
          <dgm:bulletEnabled val="1"/>
        </dgm:presLayoutVars>
      </dgm:prSet>
      <dgm:spPr/>
    </dgm:pt>
    <dgm:pt modelId="{E84134C5-B466-40FA-B071-652A9B36A2D2}" type="pres">
      <dgm:prSet presAssocID="{4B2AFB46-8308-4888-87CC-EFD5E70D19CB}" presName="accent_4" presStyleCnt="0"/>
      <dgm:spPr/>
    </dgm:pt>
    <dgm:pt modelId="{902246D8-89A0-4397-B7AA-96601BB14267}" type="pres">
      <dgm:prSet presAssocID="{4B2AFB46-8308-4888-87CC-EFD5E70D19CB}" presName="accentRepeatNode" presStyleLbl="solidFgAcc1" presStyleIdx="3" presStyleCnt="4"/>
      <dgm:spPr/>
    </dgm:pt>
  </dgm:ptLst>
  <dgm:cxnLst>
    <dgm:cxn modelId="{84F9FB0A-2463-445E-9CAA-BA7DFA3B2845}" srcId="{B411CBC3-0401-4455-ADB4-3293AA6FD714}" destId="{1CEB4042-F250-4B7E-B4F0-07BAE098D529}" srcOrd="1" destOrd="0" parTransId="{4F06A09D-6BA8-4D9C-BF23-E533677B13BB}" sibTransId="{6193675C-6FFC-45F1-B5A2-4D9C931D3A24}"/>
    <dgm:cxn modelId="{BBDEBA0C-9C98-4287-B412-7330526E4B5C}" type="presOf" srcId="{B411CBC3-0401-4455-ADB4-3293AA6FD714}" destId="{022B5DAF-4C05-48F5-8770-304387272009}" srcOrd="0" destOrd="0" presId="urn:microsoft.com/office/officeart/2008/layout/VerticalCurvedList"/>
    <dgm:cxn modelId="{9B38CE61-E609-4184-B9E9-1D34CA4057CD}" type="presOf" srcId="{EB1831FA-AA5E-4B45-8369-A52187816442}" destId="{3B0C98DB-3D17-4A98-B391-BBCF1D2FDE29}" srcOrd="0" destOrd="0" presId="urn:microsoft.com/office/officeart/2008/layout/VerticalCurvedList"/>
    <dgm:cxn modelId="{7CA06643-0DB9-4A58-BA5C-EADB80D22A4C}" type="presOf" srcId="{C46EFF26-D54F-46CC-A881-9A2560E0A214}" destId="{94453ADC-2D0C-4F2F-A7A2-5B1F2467034A}" srcOrd="0" destOrd="1" presId="urn:microsoft.com/office/officeart/2008/layout/VerticalCurvedList"/>
    <dgm:cxn modelId="{29E7C866-109F-4CBE-8605-FF08177B74B6}" srcId="{1CEB4042-F250-4B7E-B4F0-07BAE098D529}" destId="{ACEA5F4F-E944-4EE0-88BF-B4A5C448EFC1}" srcOrd="0" destOrd="0" parTransId="{75F0D554-7AB2-4998-A7BA-9B9CB6438C72}" sibTransId="{E9B3C452-0A6C-46BE-8855-18438AA06031}"/>
    <dgm:cxn modelId="{DE55696C-3678-4EEB-B3DA-174D9BA82C02}" type="presOf" srcId="{ACEA5F4F-E944-4EE0-88BF-B4A5C448EFC1}" destId="{4B6F292B-0E19-46FE-BE0F-58978189F42E}" srcOrd="0" destOrd="1" presId="urn:microsoft.com/office/officeart/2008/layout/VerticalCurvedList"/>
    <dgm:cxn modelId="{BD59C14C-1790-4539-AA5D-2D6567CDF485}" type="presOf" srcId="{9D56F4FA-E70E-4E50-AA09-EA4E93E884E7}" destId="{7BA24D63-3663-491C-A7FD-B9A60800AC89}" srcOrd="0" destOrd="0" presId="urn:microsoft.com/office/officeart/2008/layout/VerticalCurvedList"/>
    <dgm:cxn modelId="{8E5F186E-72B5-4536-9A59-E868DB3F591E}" type="presOf" srcId="{51DA1DAE-FFEF-4891-9B6A-3A40C0C7998C}" destId="{35A474E2-E171-4FFD-8141-D7B25A67F2E5}" srcOrd="0" destOrd="0" presId="urn:microsoft.com/office/officeart/2008/layout/VerticalCurvedList"/>
    <dgm:cxn modelId="{E1C94F7C-687C-4341-A16A-9B7894E3DE61}" srcId="{B411CBC3-0401-4455-ADB4-3293AA6FD714}" destId="{4B2AFB46-8308-4888-87CC-EFD5E70D19CB}" srcOrd="3" destOrd="0" parTransId="{83303C48-B523-4E95-8F9E-7D55F32C290E}" sibTransId="{A96FBA6F-E63A-455F-9BEF-B5A3C000A950}"/>
    <dgm:cxn modelId="{685A9088-8FB3-46C1-9B63-8490486FDB2C}" srcId="{B411CBC3-0401-4455-ADB4-3293AA6FD714}" destId="{9D56F4FA-E70E-4E50-AA09-EA4E93E884E7}" srcOrd="0" destOrd="0" parTransId="{CAD33D82-67E5-40C8-B425-DD7F9E56B966}" sibTransId="{274027DC-D765-4884-9A01-4A0AA0C9E54C}"/>
    <dgm:cxn modelId="{D21C349A-B669-4AEA-9CEA-C97661903B68}" type="presOf" srcId="{2C1C72CC-A1D4-4ED2-B2C2-50C3C37CE112}" destId="{35A474E2-E171-4FFD-8141-D7B25A67F2E5}" srcOrd="0" destOrd="1" presId="urn:microsoft.com/office/officeart/2008/layout/VerticalCurvedList"/>
    <dgm:cxn modelId="{19A3B1BE-6EBD-423F-80DE-A668FEFBAAEA}" srcId="{9D56F4FA-E70E-4E50-AA09-EA4E93E884E7}" destId="{58FA3415-1BDC-4A35-9373-8988A47FBA8C}" srcOrd="0" destOrd="0" parTransId="{61CDBEEA-B528-4616-B9B0-5E7BD201AC2D}" sibTransId="{EB1831FA-AA5E-4B45-8369-A52187816442}"/>
    <dgm:cxn modelId="{B2A8D7C0-02D2-4EC1-883F-CEC9AE3415D6}" srcId="{B411CBC3-0401-4455-ADB4-3293AA6FD714}" destId="{51DA1DAE-FFEF-4891-9B6A-3A40C0C7998C}" srcOrd="2" destOrd="0" parTransId="{53E29505-0D9E-415C-9945-B33592DF3516}" sibTransId="{4C4928A3-5961-4142-B820-32E615C06132}"/>
    <dgm:cxn modelId="{007DBACD-7937-465A-87F5-1A6A1843DD3D}" srcId="{51DA1DAE-FFEF-4891-9B6A-3A40C0C7998C}" destId="{2C1C72CC-A1D4-4ED2-B2C2-50C3C37CE112}" srcOrd="0" destOrd="0" parTransId="{92DE623C-B1FB-4AD4-AB36-7C67B1A4615D}" sibTransId="{E72A663A-5205-4673-9CA0-D2E769F0B209}"/>
    <dgm:cxn modelId="{9BC3A3D6-C665-4E2C-9D53-090D1E2E8EFF}" type="presOf" srcId="{1CEB4042-F250-4B7E-B4F0-07BAE098D529}" destId="{4B6F292B-0E19-46FE-BE0F-58978189F42E}" srcOrd="0" destOrd="0" presId="urn:microsoft.com/office/officeart/2008/layout/VerticalCurvedList"/>
    <dgm:cxn modelId="{4DCD12F2-1DFC-4A83-AF47-D301919B08A7}" srcId="{4B2AFB46-8308-4888-87CC-EFD5E70D19CB}" destId="{C46EFF26-D54F-46CC-A881-9A2560E0A214}" srcOrd="0" destOrd="0" parTransId="{A092C5E4-6867-42C6-8129-4274BC8D4922}" sibTransId="{D4347C04-9FCE-4152-A840-6743B9F106A3}"/>
    <dgm:cxn modelId="{E05D25F2-3753-467E-B0E6-50109CFEC049}" type="presOf" srcId="{4B2AFB46-8308-4888-87CC-EFD5E70D19CB}" destId="{94453ADC-2D0C-4F2F-A7A2-5B1F2467034A}" srcOrd="0" destOrd="0" presId="urn:microsoft.com/office/officeart/2008/layout/VerticalCurvedList"/>
    <dgm:cxn modelId="{9350C8F9-5C78-4161-8508-094AD766A8AC}" type="presOf" srcId="{58FA3415-1BDC-4A35-9373-8988A47FBA8C}" destId="{7BA24D63-3663-491C-A7FD-B9A60800AC89}" srcOrd="0" destOrd="1" presId="urn:microsoft.com/office/officeart/2008/layout/VerticalCurvedList"/>
    <dgm:cxn modelId="{C5182DE7-18C9-497D-B6A2-A14BA0908BCC}" type="presParOf" srcId="{022B5DAF-4C05-48F5-8770-304387272009}" destId="{16DC05C4-72FF-41BA-92BC-47DCB124993F}" srcOrd="0" destOrd="0" presId="urn:microsoft.com/office/officeart/2008/layout/VerticalCurvedList"/>
    <dgm:cxn modelId="{22BBCE1A-F5AE-43AC-89B1-1627405A199B}" type="presParOf" srcId="{16DC05C4-72FF-41BA-92BC-47DCB124993F}" destId="{5ACDD77F-20D3-463B-9D77-360774881DD8}" srcOrd="0" destOrd="0" presId="urn:microsoft.com/office/officeart/2008/layout/VerticalCurvedList"/>
    <dgm:cxn modelId="{352A44A1-33F8-46F8-9007-4492EBBEED43}" type="presParOf" srcId="{5ACDD77F-20D3-463B-9D77-360774881DD8}" destId="{2841A036-7DB4-40CB-9642-F446F6AAABEF}" srcOrd="0" destOrd="0" presId="urn:microsoft.com/office/officeart/2008/layout/VerticalCurvedList"/>
    <dgm:cxn modelId="{6A503130-D2F6-44F2-BAE0-E21B3A0B6FB7}" type="presParOf" srcId="{5ACDD77F-20D3-463B-9D77-360774881DD8}" destId="{3B0C98DB-3D17-4A98-B391-BBCF1D2FDE29}" srcOrd="1" destOrd="0" presId="urn:microsoft.com/office/officeart/2008/layout/VerticalCurvedList"/>
    <dgm:cxn modelId="{B00A118A-6910-4891-8575-F4D84CBDA544}" type="presParOf" srcId="{5ACDD77F-20D3-463B-9D77-360774881DD8}" destId="{E9554563-5085-43D8-994A-1C831E72EBE9}" srcOrd="2" destOrd="0" presId="urn:microsoft.com/office/officeart/2008/layout/VerticalCurvedList"/>
    <dgm:cxn modelId="{7D2E04A8-C672-4D87-BC64-E941580E4007}" type="presParOf" srcId="{5ACDD77F-20D3-463B-9D77-360774881DD8}" destId="{DFBDC7FA-14E7-494A-A24B-A877161E9C40}" srcOrd="3" destOrd="0" presId="urn:microsoft.com/office/officeart/2008/layout/VerticalCurvedList"/>
    <dgm:cxn modelId="{709131FA-A9A2-49E1-A183-6052267BCFCB}" type="presParOf" srcId="{16DC05C4-72FF-41BA-92BC-47DCB124993F}" destId="{7BA24D63-3663-491C-A7FD-B9A60800AC89}" srcOrd="1" destOrd="0" presId="urn:microsoft.com/office/officeart/2008/layout/VerticalCurvedList"/>
    <dgm:cxn modelId="{5DF0B23D-FA64-498B-87FB-C150D71BE955}" type="presParOf" srcId="{16DC05C4-72FF-41BA-92BC-47DCB124993F}" destId="{5DAAFC31-ADFE-42E4-B89B-45C5FA69C81D}" srcOrd="2" destOrd="0" presId="urn:microsoft.com/office/officeart/2008/layout/VerticalCurvedList"/>
    <dgm:cxn modelId="{B5140C95-BF9B-4DAC-9D01-69453F287A24}" type="presParOf" srcId="{5DAAFC31-ADFE-42E4-B89B-45C5FA69C81D}" destId="{406A6ED0-E185-44F9-BC4F-06D82F7CB395}" srcOrd="0" destOrd="0" presId="urn:microsoft.com/office/officeart/2008/layout/VerticalCurvedList"/>
    <dgm:cxn modelId="{8F3F8410-58D8-4150-BFBB-73D59802B5E8}" type="presParOf" srcId="{16DC05C4-72FF-41BA-92BC-47DCB124993F}" destId="{4B6F292B-0E19-46FE-BE0F-58978189F42E}" srcOrd="3" destOrd="0" presId="urn:microsoft.com/office/officeart/2008/layout/VerticalCurvedList"/>
    <dgm:cxn modelId="{DFE703BC-25D4-49F5-9AB5-F8CC1B7F1541}" type="presParOf" srcId="{16DC05C4-72FF-41BA-92BC-47DCB124993F}" destId="{5FA78069-1E98-4A24-8962-A220BCF9FFAD}" srcOrd="4" destOrd="0" presId="urn:microsoft.com/office/officeart/2008/layout/VerticalCurvedList"/>
    <dgm:cxn modelId="{6D760DCB-9C62-493F-AA40-CD011C453DB4}" type="presParOf" srcId="{5FA78069-1E98-4A24-8962-A220BCF9FFAD}" destId="{BE18BB06-A723-4C7D-BEEC-363AAA08CF4C}" srcOrd="0" destOrd="0" presId="urn:microsoft.com/office/officeart/2008/layout/VerticalCurvedList"/>
    <dgm:cxn modelId="{7072AB35-C25E-4046-9E14-E73AFDA71580}" type="presParOf" srcId="{16DC05C4-72FF-41BA-92BC-47DCB124993F}" destId="{35A474E2-E171-4FFD-8141-D7B25A67F2E5}" srcOrd="5" destOrd="0" presId="urn:microsoft.com/office/officeart/2008/layout/VerticalCurvedList"/>
    <dgm:cxn modelId="{5B051BD5-DB13-4264-9303-B451A02773B6}" type="presParOf" srcId="{16DC05C4-72FF-41BA-92BC-47DCB124993F}" destId="{C2D9EB24-74C8-4964-975E-7BE3464FC37C}" srcOrd="6" destOrd="0" presId="urn:microsoft.com/office/officeart/2008/layout/VerticalCurvedList"/>
    <dgm:cxn modelId="{C7F8B761-105B-4DFB-B249-50F8276E36F8}" type="presParOf" srcId="{C2D9EB24-74C8-4964-975E-7BE3464FC37C}" destId="{22091DCC-4B06-4A7B-B721-C9832B6BA69E}" srcOrd="0" destOrd="0" presId="urn:microsoft.com/office/officeart/2008/layout/VerticalCurvedList"/>
    <dgm:cxn modelId="{77E08D57-2DEB-4B77-9A9E-3348AD3997F1}" type="presParOf" srcId="{16DC05C4-72FF-41BA-92BC-47DCB124993F}" destId="{94453ADC-2D0C-4F2F-A7A2-5B1F2467034A}" srcOrd="7" destOrd="0" presId="urn:microsoft.com/office/officeart/2008/layout/VerticalCurvedList"/>
    <dgm:cxn modelId="{2F66A3CB-6C0C-4E50-B097-311E1A0146C5}" type="presParOf" srcId="{16DC05C4-72FF-41BA-92BC-47DCB124993F}" destId="{E84134C5-B466-40FA-B071-652A9B36A2D2}" srcOrd="8" destOrd="0" presId="urn:microsoft.com/office/officeart/2008/layout/VerticalCurvedList"/>
    <dgm:cxn modelId="{51024D9C-965D-4373-99AB-143D693945EE}" type="presParOf" srcId="{E84134C5-B466-40FA-B071-652A9B36A2D2}" destId="{902246D8-89A0-4397-B7AA-96601BB1426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6EE840-35AA-4B0C-A81E-D2E45FC981CC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FB41C6C2-059D-495A-AC98-722634DCB165}">
      <dgm:prSet phldrT="[Texto]"/>
      <dgm:spPr/>
      <dgm:t>
        <a:bodyPr/>
        <a:lstStyle/>
        <a:p>
          <a:r>
            <a:rPr lang="pt-BR" b="1" dirty="0"/>
            <a:t>Exemplos</a:t>
          </a:r>
          <a:endParaRPr lang="pt-BR" dirty="0"/>
        </a:p>
      </dgm:t>
    </dgm:pt>
    <dgm:pt modelId="{724CA55E-0F22-4BAA-8F6E-E6580ED89CE4}" type="parTrans" cxnId="{B07066B0-38AB-4DA3-9273-B155306D7793}">
      <dgm:prSet/>
      <dgm:spPr/>
      <dgm:t>
        <a:bodyPr/>
        <a:lstStyle/>
        <a:p>
          <a:endParaRPr lang="pt-BR"/>
        </a:p>
      </dgm:t>
    </dgm:pt>
    <dgm:pt modelId="{F6AA0D71-21DC-43A8-9842-B7F2E0D6B538}" type="sibTrans" cxnId="{B07066B0-38AB-4DA3-9273-B155306D7793}">
      <dgm:prSet/>
      <dgm:spPr/>
      <dgm:t>
        <a:bodyPr/>
        <a:lstStyle/>
        <a:p>
          <a:endParaRPr lang="pt-BR"/>
        </a:p>
      </dgm:t>
    </dgm:pt>
    <dgm:pt modelId="{D2916293-37FB-49E1-AC3B-F1EDA698E665}">
      <dgm:prSet phldrT="[Texto]"/>
      <dgm:spPr/>
      <dgm:t>
        <a:bodyPr/>
        <a:lstStyle/>
        <a:p>
          <a:r>
            <a:rPr lang="pt-BR" b="1" dirty="0"/>
            <a:t>Limitações</a:t>
          </a:r>
          <a:endParaRPr lang="pt-BR" dirty="0"/>
        </a:p>
      </dgm:t>
    </dgm:pt>
    <dgm:pt modelId="{7CE3980F-F178-418E-AF15-2E2F407A49D1}" type="parTrans" cxnId="{ADAC637E-7570-4E1F-8D1D-A6739286FAAE}">
      <dgm:prSet/>
      <dgm:spPr/>
      <dgm:t>
        <a:bodyPr/>
        <a:lstStyle/>
        <a:p>
          <a:endParaRPr lang="pt-BR"/>
        </a:p>
      </dgm:t>
    </dgm:pt>
    <dgm:pt modelId="{C4899D97-E641-407F-92F8-7A99CAEF877F}" type="sibTrans" cxnId="{ADAC637E-7570-4E1F-8D1D-A6739286FAAE}">
      <dgm:prSet/>
      <dgm:spPr/>
      <dgm:t>
        <a:bodyPr/>
        <a:lstStyle/>
        <a:p>
          <a:endParaRPr lang="pt-BR"/>
        </a:p>
      </dgm:t>
    </dgm:pt>
    <dgm:pt modelId="{25A612EB-FD53-4E84-B8F3-72B9B113E83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“Mais vendidos da semana”</a:t>
          </a:r>
        </a:p>
      </dgm:t>
    </dgm:pt>
    <dgm:pt modelId="{30DAAC71-B6BB-441E-9BB4-28CA80041EE7}" type="parTrans" cxnId="{301477C2-5C06-446D-B874-BDD58E531988}">
      <dgm:prSet/>
      <dgm:spPr/>
      <dgm:t>
        <a:bodyPr/>
        <a:lstStyle/>
        <a:p>
          <a:endParaRPr lang="pt-BR"/>
        </a:p>
      </dgm:t>
    </dgm:pt>
    <dgm:pt modelId="{58E248D8-0087-4568-94D1-0004E57C10AB}" type="sibTrans" cxnId="{301477C2-5C06-446D-B874-BDD58E531988}">
      <dgm:prSet/>
      <dgm:spPr/>
      <dgm:t>
        <a:bodyPr/>
        <a:lstStyle/>
        <a:p>
          <a:endParaRPr lang="pt-BR"/>
        </a:p>
      </dgm:t>
    </dgm:pt>
    <dgm:pt modelId="{1783B2DF-E157-4338-A45C-A0CD198AE2E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“Top 10 filmes mais assistidos”</a:t>
          </a:r>
        </a:p>
      </dgm:t>
    </dgm:pt>
    <dgm:pt modelId="{E89CB43E-6EAF-40C9-9EAC-C3258DA11B3A}" type="parTrans" cxnId="{78508245-A2ED-4EB3-8676-4E4C83D6D996}">
      <dgm:prSet/>
      <dgm:spPr/>
      <dgm:t>
        <a:bodyPr/>
        <a:lstStyle/>
        <a:p>
          <a:endParaRPr lang="pt-BR"/>
        </a:p>
      </dgm:t>
    </dgm:pt>
    <dgm:pt modelId="{4E3EBCE0-A5C2-4F1D-8725-FAB927E14842}" type="sibTrans" cxnId="{78508245-A2ED-4EB3-8676-4E4C83D6D996}">
      <dgm:prSet/>
      <dgm:spPr/>
      <dgm:t>
        <a:bodyPr/>
        <a:lstStyle/>
        <a:p>
          <a:endParaRPr lang="pt-BR"/>
        </a:p>
      </dgm:t>
    </dgm:pt>
    <dgm:pt modelId="{5A66F1C2-1C6F-4971-AD37-E1B4953B755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“Cursos mais populares do semestre”</a:t>
          </a:r>
        </a:p>
      </dgm:t>
    </dgm:pt>
    <dgm:pt modelId="{97365050-CBFB-4B28-803A-C6134F9A6BE1}" type="parTrans" cxnId="{133E97C7-0E98-45BD-B489-94DD796CD15F}">
      <dgm:prSet/>
      <dgm:spPr/>
      <dgm:t>
        <a:bodyPr/>
        <a:lstStyle/>
        <a:p>
          <a:endParaRPr lang="pt-BR"/>
        </a:p>
      </dgm:t>
    </dgm:pt>
    <dgm:pt modelId="{E639E765-A0F5-425F-B955-0127E5D1AEAB}" type="sibTrans" cxnId="{133E97C7-0E98-45BD-B489-94DD796CD15F}">
      <dgm:prSet/>
      <dgm:spPr/>
      <dgm:t>
        <a:bodyPr/>
        <a:lstStyle/>
        <a:p>
          <a:endParaRPr lang="pt-BR"/>
        </a:p>
      </dgm:t>
    </dgm:pt>
    <dgm:pt modelId="{2A4C762A-50B8-43CA-8BB5-8342861BE43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Ignora preferências individuais</a:t>
          </a:r>
        </a:p>
      </dgm:t>
    </dgm:pt>
    <dgm:pt modelId="{0448B9C0-8B49-4781-B503-9615B90B2DA9}" type="parTrans" cxnId="{938480C1-FDE4-4679-9671-1D3054FDD24F}">
      <dgm:prSet/>
      <dgm:spPr/>
      <dgm:t>
        <a:bodyPr/>
        <a:lstStyle/>
        <a:p>
          <a:endParaRPr lang="pt-BR"/>
        </a:p>
      </dgm:t>
    </dgm:pt>
    <dgm:pt modelId="{DDACCB00-D890-43C4-B59D-A3716D467CBA}" type="sibTrans" cxnId="{938480C1-FDE4-4679-9671-1D3054FDD24F}">
      <dgm:prSet/>
      <dgm:spPr/>
      <dgm:t>
        <a:bodyPr/>
        <a:lstStyle/>
        <a:p>
          <a:endParaRPr lang="pt-BR"/>
        </a:p>
      </dgm:t>
    </dgm:pt>
    <dgm:pt modelId="{9ECCE551-DAB1-4B94-BF53-19944847612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Menor relevância percebida</a:t>
          </a:r>
        </a:p>
      </dgm:t>
    </dgm:pt>
    <dgm:pt modelId="{E3419E2E-93EA-4953-8CF8-3C947CC7AA21}" type="parTrans" cxnId="{BE975A0E-193B-4CF7-B73A-F0BEB9F08CCA}">
      <dgm:prSet/>
      <dgm:spPr/>
      <dgm:t>
        <a:bodyPr/>
        <a:lstStyle/>
        <a:p>
          <a:endParaRPr lang="pt-BR"/>
        </a:p>
      </dgm:t>
    </dgm:pt>
    <dgm:pt modelId="{0566D3B9-0281-464A-9487-DC4D3B3FAE6A}" type="sibTrans" cxnId="{BE975A0E-193B-4CF7-B73A-F0BEB9F08CCA}">
      <dgm:prSet/>
      <dgm:spPr/>
      <dgm:t>
        <a:bodyPr/>
        <a:lstStyle/>
        <a:p>
          <a:endParaRPr lang="pt-BR"/>
        </a:p>
      </dgm:t>
    </dgm:pt>
    <dgm:pt modelId="{6A0C049F-A712-4CE1-BF6F-D16CC740085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Experiência genérica</a:t>
          </a:r>
        </a:p>
      </dgm:t>
    </dgm:pt>
    <dgm:pt modelId="{BC4D9211-7E87-4BE0-9291-85BABAD01C1A}" type="parTrans" cxnId="{B2FD3C25-D045-4A8D-A8CE-47ABEE5DAD74}">
      <dgm:prSet/>
      <dgm:spPr/>
      <dgm:t>
        <a:bodyPr/>
        <a:lstStyle/>
        <a:p>
          <a:endParaRPr lang="pt-BR"/>
        </a:p>
      </dgm:t>
    </dgm:pt>
    <dgm:pt modelId="{B4520F61-EC04-449D-9757-5AF99A06EDD5}" type="sibTrans" cxnId="{B2FD3C25-D045-4A8D-A8CE-47ABEE5DAD74}">
      <dgm:prSet/>
      <dgm:spPr/>
      <dgm:t>
        <a:bodyPr/>
        <a:lstStyle/>
        <a:p>
          <a:endParaRPr lang="pt-BR"/>
        </a:p>
      </dgm:t>
    </dgm:pt>
    <dgm:pt modelId="{2DCE99B1-7D4E-4185-A480-511D9DD2FDCF}" type="pres">
      <dgm:prSet presAssocID="{1C6EE840-35AA-4B0C-A81E-D2E45FC981CC}" presName="Name0" presStyleCnt="0">
        <dgm:presLayoutVars>
          <dgm:dir/>
          <dgm:animLvl val="lvl"/>
          <dgm:resizeHandles val="exact"/>
        </dgm:presLayoutVars>
      </dgm:prSet>
      <dgm:spPr/>
    </dgm:pt>
    <dgm:pt modelId="{287C32C7-9BEE-4F66-B58E-0BF6E6DBE356}" type="pres">
      <dgm:prSet presAssocID="{FB41C6C2-059D-495A-AC98-722634DCB165}" presName="composite" presStyleCnt="0"/>
      <dgm:spPr/>
    </dgm:pt>
    <dgm:pt modelId="{16F56B7C-8806-46D7-8D2A-9649EFEEB185}" type="pres">
      <dgm:prSet presAssocID="{FB41C6C2-059D-495A-AC98-722634DCB16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1EBF6AC-B544-4541-AE26-515A6A290046}" type="pres">
      <dgm:prSet presAssocID="{FB41C6C2-059D-495A-AC98-722634DCB165}" presName="desTx" presStyleLbl="alignAccFollowNode1" presStyleIdx="0" presStyleCnt="2">
        <dgm:presLayoutVars>
          <dgm:bulletEnabled val="1"/>
        </dgm:presLayoutVars>
      </dgm:prSet>
      <dgm:spPr/>
    </dgm:pt>
    <dgm:pt modelId="{5EF3BD0E-ABC4-439F-A29A-FE19EC77F73F}" type="pres">
      <dgm:prSet presAssocID="{F6AA0D71-21DC-43A8-9842-B7F2E0D6B538}" presName="space" presStyleCnt="0"/>
      <dgm:spPr/>
    </dgm:pt>
    <dgm:pt modelId="{111B1CF8-7F06-493B-B1C7-0C7D53126CCF}" type="pres">
      <dgm:prSet presAssocID="{D2916293-37FB-49E1-AC3B-F1EDA698E665}" presName="composite" presStyleCnt="0"/>
      <dgm:spPr/>
    </dgm:pt>
    <dgm:pt modelId="{D77A1A5D-F695-4BC7-AE5B-F8D8DFCE02C2}" type="pres">
      <dgm:prSet presAssocID="{D2916293-37FB-49E1-AC3B-F1EDA698E66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6A339C7F-265F-45A5-ADAB-CB98A150024E}" type="pres">
      <dgm:prSet presAssocID="{D2916293-37FB-49E1-AC3B-F1EDA698E66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14E5C0D-7BFC-47F6-A91D-B5F0CE838AAA}" type="presOf" srcId="{5A66F1C2-1C6F-4971-AD37-E1B4953B7554}" destId="{21EBF6AC-B544-4541-AE26-515A6A290046}" srcOrd="0" destOrd="2" presId="urn:microsoft.com/office/officeart/2005/8/layout/hList1"/>
    <dgm:cxn modelId="{BE975A0E-193B-4CF7-B73A-F0BEB9F08CCA}" srcId="{D2916293-37FB-49E1-AC3B-F1EDA698E665}" destId="{9ECCE551-DAB1-4B94-BF53-199448476121}" srcOrd="1" destOrd="0" parTransId="{E3419E2E-93EA-4953-8CF8-3C947CC7AA21}" sibTransId="{0566D3B9-0281-464A-9487-DC4D3B3FAE6A}"/>
    <dgm:cxn modelId="{A7C8C913-6B58-43CC-ADA1-3E96435EC81C}" type="presOf" srcId="{6A0C049F-A712-4CE1-BF6F-D16CC7400850}" destId="{6A339C7F-265F-45A5-ADAB-CB98A150024E}" srcOrd="0" destOrd="2" presId="urn:microsoft.com/office/officeart/2005/8/layout/hList1"/>
    <dgm:cxn modelId="{81EFD41F-46B0-4B77-A5F3-E47CC39C5EEC}" type="presOf" srcId="{FB41C6C2-059D-495A-AC98-722634DCB165}" destId="{16F56B7C-8806-46D7-8D2A-9649EFEEB185}" srcOrd="0" destOrd="0" presId="urn:microsoft.com/office/officeart/2005/8/layout/hList1"/>
    <dgm:cxn modelId="{B2FD3C25-D045-4A8D-A8CE-47ABEE5DAD74}" srcId="{D2916293-37FB-49E1-AC3B-F1EDA698E665}" destId="{6A0C049F-A712-4CE1-BF6F-D16CC7400850}" srcOrd="2" destOrd="0" parTransId="{BC4D9211-7E87-4BE0-9291-85BABAD01C1A}" sibTransId="{B4520F61-EC04-449D-9757-5AF99A06EDD5}"/>
    <dgm:cxn modelId="{78508245-A2ED-4EB3-8676-4E4C83D6D996}" srcId="{FB41C6C2-059D-495A-AC98-722634DCB165}" destId="{1783B2DF-E157-4338-A45C-A0CD198AE2E6}" srcOrd="1" destOrd="0" parTransId="{E89CB43E-6EAF-40C9-9EAC-C3258DA11B3A}" sibTransId="{4E3EBCE0-A5C2-4F1D-8725-FAB927E14842}"/>
    <dgm:cxn modelId="{C9F9A248-8EBD-438A-A6EB-5F94D67083B9}" type="presOf" srcId="{2A4C762A-50B8-43CA-8BB5-8342861BE43F}" destId="{6A339C7F-265F-45A5-ADAB-CB98A150024E}" srcOrd="0" destOrd="0" presId="urn:microsoft.com/office/officeart/2005/8/layout/hList1"/>
    <dgm:cxn modelId="{612C1055-E25D-4812-BCBB-38E0682A3795}" type="presOf" srcId="{1C6EE840-35AA-4B0C-A81E-D2E45FC981CC}" destId="{2DCE99B1-7D4E-4185-A480-511D9DD2FDCF}" srcOrd="0" destOrd="0" presId="urn:microsoft.com/office/officeart/2005/8/layout/hList1"/>
    <dgm:cxn modelId="{ADAC637E-7570-4E1F-8D1D-A6739286FAAE}" srcId="{1C6EE840-35AA-4B0C-A81E-D2E45FC981CC}" destId="{D2916293-37FB-49E1-AC3B-F1EDA698E665}" srcOrd="1" destOrd="0" parTransId="{7CE3980F-F178-418E-AF15-2E2F407A49D1}" sibTransId="{C4899D97-E641-407F-92F8-7A99CAEF877F}"/>
    <dgm:cxn modelId="{B07066B0-38AB-4DA3-9273-B155306D7793}" srcId="{1C6EE840-35AA-4B0C-A81E-D2E45FC981CC}" destId="{FB41C6C2-059D-495A-AC98-722634DCB165}" srcOrd="0" destOrd="0" parTransId="{724CA55E-0F22-4BAA-8F6E-E6580ED89CE4}" sibTransId="{F6AA0D71-21DC-43A8-9842-B7F2E0D6B538}"/>
    <dgm:cxn modelId="{211E5DB1-9424-4F41-8BE9-75E19E77D664}" type="presOf" srcId="{1783B2DF-E157-4338-A45C-A0CD198AE2E6}" destId="{21EBF6AC-B544-4541-AE26-515A6A290046}" srcOrd="0" destOrd="1" presId="urn:microsoft.com/office/officeart/2005/8/layout/hList1"/>
    <dgm:cxn modelId="{ACEC19BC-C342-4474-88B8-FB8DAFDEE0DD}" type="presOf" srcId="{9ECCE551-DAB1-4B94-BF53-199448476121}" destId="{6A339C7F-265F-45A5-ADAB-CB98A150024E}" srcOrd="0" destOrd="1" presId="urn:microsoft.com/office/officeart/2005/8/layout/hList1"/>
    <dgm:cxn modelId="{938480C1-FDE4-4679-9671-1D3054FDD24F}" srcId="{D2916293-37FB-49E1-AC3B-F1EDA698E665}" destId="{2A4C762A-50B8-43CA-8BB5-8342861BE43F}" srcOrd="0" destOrd="0" parTransId="{0448B9C0-8B49-4781-B503-9615B90B2DA9}" sibTransId="{DDACCB00-D890-43C4-B59D-A3716D467CBA}"/>
    <dgm:cxn modelId="{301477C2-5C06-446D-B874-BDD58E531988}" srcId="{FB41C6C2-059D-495A-AC98-722634DCB165}" destId="{25A612EB-FD53-4E84-B8F3-72B9B113E833}" srcOrd="0" destOrd="0" parTransId="{30DAAC71-B6BB-441E-9BB4-28CA80041EE7}" sibTransId="{58E248D8-0087-4568-94D1-0004E57C10AB}"/>
    <dgm:cxn modelId="{133E97C7-0E98-45BD-B489-94DD796CD15F}" srcId="{FB41C6C2-059D-495A-AC98-722634DCB165}" destId="{5A66F1C2-1C6F-4971-AD37-E1B4953B7554}" srcOrd="2" destOrd="0" parTransId="{97365050-CBFB-4B28-803A-C6134F9A6BE1}" sibTransId="{E639E765-A0F5-425F-B955-0127E5D1AEAB}"/>
    <dgm:cxn modelId="{EF7B7AD1-8D10-42DE-98A1-0D54CCD96D1E}" type="presOf" srcId="{D2916293-37FB-49E1-AC3B-F1EDA698E665}" destId="{D77A1A5D-F695-4BC7-AE5B-F8D8DFCE02C2}" srcOrd="0" destOrd="0" presId="urn:microsoft.com/office/officeart/2005/8/layout/hList1"/>
    <dgm:cxn modelId="{30F6F6DD-C8C3-4024-9FF3-9DBAEE76C837}" type="presOf" srcId="{25A612EB-FD53-4E84-B8F3-72B9B113E833}" destId="{21EBF6AC-B544-4541-AE26-515A6A290046}" srcOrd="0" destOrd="0" presId="urn:microsoft.com/office/officeart/2005/8/layout/hList1"/>
    <dgm:cxn modelId="{3DB5E067-C23C-47B0-8068-F07EF6D7B3CF}" type="presParOf" srcId="{2DCE99B1-7D4E-4185-A480-511D9DD2FDCF}" destId="{287C32C7-9BEE-4F66-B58E-0BF6E6DBE356}" srcOrd="0" destOrd="0" presId="urn:microsoft.com/office/officeart/2005/8/layout/hList1"/>
    <dgm:cxn modelId="{060E8053-3062-4C79-A52D-B323EEF3CA9B}" type="presParOf" srcId="{287C32C7-9BEE-4F66-B58E-0BF6E6DBE356}" destId="{16F56B7C-8806-46D7-8D2A-9649EFEEB185}" srcOrd="0" destOrd="0" presId="urn:microsoft.com/office/officeart/2005/8/layout/hList1"/>
    <dgm:cxn modelId="{2CFEDB02-8F1F-44DE-85FB-04767257FAAD}" type="presParOf" srcId="{287C32C7-9BEE-4F66-B58E-0BF6E6DBE356}" destId="{21EBF6AC-B544-4541-AE26-515A6A290046}" srcOrd="1" destOrd="0" presId="urn:microsoft.com/office/officeart/2005/8/layout/hList1"/>
    <dgm:cxn modelId="{4B8ADACE-03AF-4B7B-BA1A-C06446916D8F}" type="presParOf" srcId="{2DCE99B1-7D4E-4185-A480-511D9DD2FDCF}" destId="{5EF3BD0E-ABC4-439F-A29A-FE19EC77F73F}" srcOrd="1" destOrd="0" presId="urn:microsoft.com/office/officeart/2005/8/layout/hList1"/>
    <dgm:cxn modelId="{8D9385D5-57DC-40E8-80C4-32F5D41E768B}" type="presParOf" srcId="{2DCE99B1-7D4E-4185-A480-511D9DD2FDCF}" destId="{111B1CF8-7F06-493B-B1C7-0C7D53126CCF}" srcOrd="2" destOrd="0" presId="urn:microsoft.com/office/officeart/2005/8/layout/hList1"/>
    <dgm:cxn modelId="{09259E84-195A-4C21-9E1D-4F014924E01C}" type="presParOf" srcId="{111B1CF8-7F06-493B-B1C7-0C7D53126CCF}" destId="{D77A1A5D-F695-4BC7-AE5B-F8D8DFCE02C2}" srcOrd="0" destOrd="0" presId="urn:microsoft.com/office/officeart/2005/8/layout/hList1"/>
    <dgm:cxn modelId="{666BE4F3-7F03-4C00-B8B7-4F186B4137CD}" type="presParOf" srcId="{111B1CF8-7F06-493B-B1C7-0C7D53126CCF}" destId="{6A339C7F-265F-45A5-ADAB-CB98A150024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6EE840-35AA-4B0C-A81E-D2E45FC981CC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FB41C6C2-059D-495A-AC98-722634DCB165}">
      <dgm:prSet phldrT="[Texto]"/>
      <dgm:spPr/>
      <dgm:t>
        <a:bodyPr/>
        <a:lstStyle/>
        <a:p>
          <a:r>
            <a:rPr lang="pt-BR" b="1" dirty="0"/>
            <a:t>Exemplos</a:t>
          </a:r>
          <a:endParaRPr lang="pt-BR" dirty="0"/>
        </a:p>
      </dgm:t>
    </dgm:pt>
    <dgm:pt modelId="{724CA55E-0F22-4BAA-8F6E-E6580ED89CE4}" type="parTrans" cxnId="{B07066B0-38AB-4DA3-9273-B155306D7793}">
      <dgm:prSet/>
      <dgm:spPr/>
      <dgm:t>
        <a:bodyPr/>
        <a:lstStyle/>
        <a:p>
          <a:endParaRPr lang="pt-BR"/>
        </a:p>
      </dgm:t>
    </dgm:pt>
    <dgm:pt modelId="{F6AA0D71-21DC-43A8-9842-B7F2E0D6B538}" type="sibTrans" cxnId="{B07066B0-38AB-4DA3-9273-B155306D7793}">
      <dgm:prSet/>
      <dgm:spPr/>
      <dgm:t>
        <a:bodyPr/>
        <a:lstStyle/>
        <a:p>
          <a:endParaRPr lang="pt-BR"/>
        </a:p>
      </dgm:t>
    </dgm:pt>
    <dgm:pt modelId="{D2916293-37FB-49E1-AC3B-F1EDA698E665}">
      <dgm:prSet phldrT="[Texto]"/>
      <dgm:spPr/>
      <dgm:t>
        <a:bodyPr/>
        <a:lstStyle/>
        <a:p>
          <a:r>
            <a:rPr lang="pt-BR" b="1" dirty="0"/>
            <a:t>Benefícios</a:t>
          </a:r>
          <a:endParaRPr lang="pt-BR" dirty="0"/>
        </a:p>
      </dgm:t>
    </dgm:pt>
    <dgm:pt modelId="{7CE3980F-F178-418E-AF15-2E2F407A49D1}" type="parTrans" cxnId="{ADAC637E-7570-4E1F-8D1D-A6739286FAAE}">
      <dgm:prSet/>
      <dgm:spPr/>
      <dgm:t>
        <a:bodyPr/>
        <a:lstStyle/>
        <a:p>
          <a:endParaRPr lang="pt-BR"/>
        </a:p>
      </dgm:t>
    </dgm:pt>
    <dgm:pt modelId="{C4899D97-E641-407F-92F8-7A99CAEF877F}" type="sibTrans" cxnId="{ADAC637E-7570-4E1F-8D1D-A6739286FAAE}">
      <dgm:prSet/>
      <dgm:spPr/>
      <dgm:t>
        <a:bodyPr/>
        <a:lstStyle/>
        <a:p>
          <a:endParaRPr lang="pt-BR"/>
        </a:p>
      </dgm:t>
    </dgm:pt>
    <dgm:pt modelId="{25A612EB-FD53-4E84-B8F3-72B9B113E83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“Recomendado para você”
“Usuários com perfil semelhante compraram…”
Trilhas de aprendizagem personalizadas</a:t>
          </a:r>
        </a:p>
      </dgm:t>
    </dgm:pt>
    <dgm:pt modelId="{30DAAC71-B6BB-441E-9BB4-28CA80041EE7}" type="parTrans" cxnId="{301477C2-5C06-446D-B874-BDD58E531988}">
      <dgm:prSet/>
      <dgm:spPr/>
      <dgm:t>
        <a:bodyPr/>
        <a:lstStyle/>
        <a:p>
          <a:endParaRPr lang="pt-BR"/>
        </a:p>
      </dgm:t>
    </dgm:pt>
    <dgm:pt modelId="{58E248D8-0087-4568-94D1-0004E57C10AB}" type="sibTrans" cxnId="{301477C2-5C06-446D-B874-BDD58E531988}">
      <dgm:prSet/>
      <dgm:spPr/>
      <dgm:t>
        <a:bodyPr/>
        <a:lstStyle/>
        <a:p>
          <a:endParaRPr lang="pt-BR"/>
        </a:p>
      </dgm:t>
    </dgm:pt>
    <dgm:pt modelId="{2A4C762A-50B8-43CA-8BB5-8342861BE43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Alta relevância
Maior engajamento
Sensação de experiência individual</a:t>
          </a:r>
        </a:p>
      </dgm:t>
    </dgm:pt>
    <dgm:pt modelId="{0448B9C0-8B49-4781-B503-9615B90B2DA9}" type="parTrans" cxnId="{938480C1-FDE4-4679-9671-1D3054FDD24F}">
      <dgm:prSet/>
      <dgm:spPr/>
      <dgm:t>
        <a:bodyPr/>
        <a:lstStyle/>
        <a:p>
          <a:endParaRPr lang="pt-BR"/>
        </a:p>
      </dgm:t>
    </dgm:pt>
    <dgm:pt modelId="{DDACCB00-D890-43C4-B59D-A3716D467CBA}" type="sibTrans" cxnId="{938480C1-FDE4-4679-9671-1D3054FDD24F}">
      <dgm:prSet/>
      <dgm:spPr/>
      <dgm:t>
        <a:bodyPr/>
        <a:lstStyle/>
        <a:p>
          <a:endParaRPr lang="pt-BR"/>
        </a:p>
      </dgm:t>
    </dgm:pt>
    <dgm:pt modelId="{6A0C049F-A712-4CE1-BF6F-D16CC740085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pt-BR" dirty="0"/>
        </a:p>
      </dgm:t>
    </dgm:pt>
    <dgm:pt modelId="{BC4D9211-7E87-4BE0-9291-85BABAD01C1A}" type="parTrans" cxnId="{B2FD3C25-D045-4A8D-A8CE-47ABEE5DAD74}">
      <dgm:prSet/>
      <dgm:spPr/>
      <dgm:t>
        <a:bodyPr/>
        <a:lstStyle/>
        <a:p>
          <a:endParaRPr lang="pt-BR"/>
        </a:p>
      </dgm:t>
    </dgm:pt>
    <dgm:pt modelId="{B4520F61-EC04-449D-9757-5AF99A06EDD5}" type="sibTrans" cxnId="{B2FD3C25-D045-4A8D-A8CE-47ABEE5DAD74}">
      <dgm:prSet/>
      <dgm:spPr/>
      <dgm:t>
        <a:bodyPr/>
        <a:lstStyle/>
        <a:p>
          <a:endParaRPr lang="pt-BR"/>
        </a:p>
      </dgm:t>
    </dgm:pt>
    <dgm:pt modelId="{2DCE99B1-7D4E-4185-A480-511D9DD2FDCF}" type="pres">
      <dgm:prSet presAssocID="{1C6EE840-35AA-4B0C-A81E-D2E45FC981CC}" presName="Name0" presStyleCnt="0">
        <dgm:presLayoutVars>
          <dgm:dir/>
          <dgm:animLvl val="lvl"/>
          <dgm:resizeHandles val="exact"/>
        </dgm:presLayoutVars>
      </dgm:prSet>
      <dgm:spPr/>
    </dgm:pt>
    <dgm:pt modelId="{287C32C7-9BEE-4F66-B58E-0BF6E6DBE356}" type="pres">
      <dgm:prSet presAssocID="{FB41C6C2-059D-495A-AC98-722634DCB165}" presName="composite" presStyleCnt="0"/>
      <dgm:spPr/>
    </dgm:pt>
    <dgm:pt modelId="{16F56B7C-8806-46D7-8D2A-9649EFEEB185}" type="pres">
      <dgm:prSet presAssocID="{FB41C6C2-059D-495A-AC98-722634DCB16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1EBF6AC-B544-4541-AE26-515A6A290046}" type="pres">
      <dgm:prSet presAssocID="{FB41C6C2-059D-495A-AC98-722634DCB165}" presName="desTx" presStyleLbl="alignAccFollowNode1" presStyleIdx="0" presStyleCnt="2">
        <dgm:presLayoutVars>
          <dgm:bulletEnabled val="1"/>
        </dgm:presLayoutVars>
      </dgm:prSet>
      <dgm:spPr/>
    </dgm:pt>
    <dgm:pt modelId="{5EF3BD0E-ABC4-439F-A29A-FE19EC77F73F}" type="pres">
      <dgm:prSet presAssocID="{F6AA0D71-21DC-43A8-9842-B7F2E0D6B538}" presName="space" presStyleCnt="0"/>
      <dgm:spPr/>
    </dgm:pt>
    <dgm:pt modelId="{111B1CF8-7F06-493B-B1C7-0C7D53126CCF}" type="pres">
      <dgm:prSet presAssocID="{D2916293-37FB-49E1-AC3B-F1EDA698E665}" presName="composite" presStyleCnt="0"/>
      <dgm:spPr/>
    </dgm:pt>
    <dgm:pt modelId="{D77A1A5D-F695-4BC7-AE5B-F8D8DFCE02C2}" type="pres">
      <dgm:prSet presAssocID="{D2916293-37FB-49E1-AC3B-F1EDA698E66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6A339C7F-265F-45A5-ADAB-CB98A150024E}" type="pres">
      <dgm:prSet presAssocID="{D2916293-37FB-49E1-AC3B-F1EDA698E66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7C8C913-6B58-43CC-ADA1-3E96435EC81C}" type="presOf" srcId="{6A0C049F-A712-4CE1-BF6F-D16CC7400850}" destId="{6A339C7F-265F-45A5-ADAB-CB98A150024E}" srcOrd="0" destOrd="1" presId="urn:microsoft.com/office/officeart/2005/8/layout/hList1"/>
    <dgm:cxn modelId="{81EFD41F-46B0-4B77-A5F3-E47CC39C5EEC}" type="presOf" srcId="{FB41C6C2-059D-495A-AC98-722634DCB165}" destId="{16F56B7C-8806-46D7-8D2A-9649EFEEB185}" srcOrd="0" destOrd="0" presId="urn:microsoft.com/office/officeart/2005/8/layout/hList1"/>
    <dgm:cxn modelId="{B2FD3C25-D045-4A8D-A8CE-47ABEE5DAD74}" srcId="{D2916293-37FB-49E1-AC3B-F1EDA698E665}" destId="{6A0C049F-A712-4CE1-BF6F-D16CC7400850}" srcOrd="1" destOrd="0" parTransId="{BC4D9211-7E87-4BE0-9291-85BABAD01C1A}" sibTransId="{B4520F61-EC04-449D-9757-5AF99A06EDD5}"/>
    <dgm:cxn modelId="{C9F9A248-8EBD-438A-A6EB-5F94D67083B9}" type="presOf" srcId="{2A4C762A-50B8-43CA-8BB5-8342861BE43F}" destId="{6A339C7F-265F-45A5-ADAB-CB98A150024E}" srcOrd="0" destOrd="0" presId="urn:microsoft.com/office/officeart/2005/8/layout/hList1"/>
    <dgm:cxn modelId="{612C1055-E25D-4812-BCBB-38E0682A3795}" type="presOf" srcId="{1C6EE840-35AA-4B0C-A81E-D2E45FC981CC}" destId="{2DCE99B1-7D4E-4185-A480-511D9DD2FDCF}" srcOrd="0" destOrd="0" presId="urn:microsoft.com/office/officeart/2005/8/layout/hList1"/>
    <dgm:cxn modelId="{ADAC637E-7570-4E1F-8D1D-A6739286FAAE}" srcId="{1C6EE840-35AA-4B0C-A81E-D2E45FC981CC}" destId="{D2916293-37FB-49E1-AC3B-F1EDA698E665}" srcOrd="1" destOrd="0" parTransId="{7CE3980F-F178-418E-AF15-2E2F407A49D1}" sibTransId="{C4899D97-E641-407F-92F8-7A99CAEF877F}"/>
    <dgm:cxn modelId="{B07066B0-38AB-4DA3-9273-B155306D7793}" srcId="{1C6EE840-35AA-4B0C-A81E-D2E45FC981CC}" destId="{FB41C6C2-059D-495A-AC98-722634DCB165}" srcOrd="0" destOrd="0" parTransId="{724CA55E-0F22-4BAA-8F6E-E6580ED89CE4}" sibTransId="{F6AA0D71-21DC-43A8-9842-B7F2E0D6B538}"/>
    <dgm:cxn modelId="{938480C1-FDE4-4679-9671-1D3054FDD24F}" srcId="{D2916293-37FB-49E1-AC3B-F1EDA698E665}" destId="{2A4C762A-50B8-43CA-8BB5-8342861BE43F}" srcOrd="0" destOrd="0" parTransId="{0448B9C0-8B49-4781-B503-9615B90B2DA9}" sibTransId="{DDACCB00-D890-43C4-B59D-A3716D467CBA}"/>
    <dgm:cxn modelId="{301477C2-5C06-446D-B874-BDD58E531988}" srcId="{FB41C6C2-059D-495A-AC98-722634DCB165}" destId="{25A612EB-FD53-4E84-B8F3-72B9B113E833}" srcOrd="0" destOrd="0" parTransId="{30DAAC71-B6BB-441E-9BB4-28CA80041EE7}" sibTransId="{58E248D8-0087-4568-94D1-0004E57C10AB}"/>
    <dgm:cxn modelId="{EF7B7AD1-8D10-42DE-98A1-0D54CCD96D1E}" type="presOf" srcId="{D2916293-37FB-49E1-AC3B-F1EDA698E665}" destId="{D77A1A5D-F695-4BC7-AE5B-F8D8DFCE02C2}" srcOrd="0" destOrd="0" presId="urn:microsoft.com/office/officeart/2005/8/layout/hList1"/>
    <dgm:cxn modelId="{30F6F6DD-C8C3-4024-9FF3-9DBAEE76C837}" type="presOf" srcId="{25A612EB-FD53-4E84-B8F3-72B9B113E833}" destId="{21EBF6AC-B544-4541-AE26-515A6A290046}" srcOrd="0" destOrd="0" presId="urn:microsoft.com/office/officeart/2005/8/layout/hList1"/>
    <dgm:cxn modelId="{3DB5E067-C23C-47B0-8068-F07EF6D7B3CF}" type="presParOf" srcId="{2DCE99B1-7D4E-4185-A480-511D9DD2FDCF}" destId="{287C32C7-9BEE-4F66-B58E-0BF6E6DBE356}" srcOrd="0" destOrd="0" presId="urn:microsoft.com/office/officeart/2005/8/layout/hList1"/>
    <dgm:cxn modelId="{060E8053-3062-4C79-A52D-B323EEF3CA9B}" type="presParOf" srcId="{287C32C7-9BEE-4F66-B58E-0BF6E6DBE356}" destId="{16F56B7C-8806-46D7-8D2A-9649EFEEB185}" srcOrd="0" destOrd="0" presId="urn:microsoft.com/office/officeart/2005/8/layout/hList1"/>
    <dgm:cxn modelId="{2CFEDB02-8F1F-44DE-85FB-04767257FAAD}" type="presParOf" srcId="{287C32C7-9BEE-4F66-B58E-0BF6E6DBE356}" destId="{21EBF6AC-B544-4541-AE26-515A6A290046}" srcOrd="1" destOrd="0" presId="urn:microsoft.com/office/officeart/2005/8/layout/hList1"/>
    <dgm:cxn modelId="{4B8ADACE-03AF-4B7B-BA1A-C06446916D8F}" type="presParOf" srcId="{2DCE99B1-7D4E-4185-A480-511D9DD2FDCF}" destId="{5EF3BD0E-ABC4-439F-A29A-FE19EC77F73F}" srcOrd="1" destOrd="0" presId="urn:microsoft.com/office/officeart/2005/8/layout/hList1"/>
    <dgm:cxn modelId="{8D9385D5-57DC-40E8-80C4-32F5D41E768B}" type="presParOf" srcId="{2DCE99B1-7D4E-4185-A480-511D9DD2FDCF}" destId="{111B1CF8-7F06-493B-B1C7-0C7D53126CCF}" srcOrd="2" destOrd="0" presId="urn:microsoft.com/office/officeart/2005/8/layout/hList1"/>
    <dgm:cxn modelId="{09259E84-195A-4C21-9E1D-4F014924E01C}" type="presParOf" srcId="{111B1CF8-7F06-493B-B1C7-0C7D53126CCF}" destId="{D77A1A5D-F695-4BC7-AE5B-F8D8DFCE02C2}" srcOrd="0" destOrd="0" presId="urn:microsoft.com/office/officeart/2005/8/layout/hList1"/>
    <dgm:cxn modelId="{666BE4F3-7F03-4C00-B8B7-4F186B4137CD}" type="presParOf" srcId="{111B1CF8-7F06-493B-B1C7-0C7D53126CCF}" destId="{6A339C7F-265F-45A5-ADAB-CB98A150024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C6EE840-35AA-4B0C-A81E-D2E45FC981CC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6A0C049F-A712-4CE1-BF6F-D16CC7400850}">
      <dgm:prSet/>
      <dgm:spPr/>
      <dgm:t>
        <a:bodyPr/>
        <a:lstStyle/>
        <a:p>
          <a:r>
            <a:rPr lang="pt-BR" b="1" dirty="0"/>
            <a:t>Dados Explícitos</a:t>
          </a:r>
          <a:endParaRPr lang="pt-BR" dirty="0"/>
        </a:p>
      </dgm:t>
    </dgm:pt>
    <dgm:pt modelId="{BC4D9211-7E87-4BE0-9291-85BABAD01C1A}" type="parTrans" cxnId="{B2FD3C25-D045-4A8D-A8CE-47ABEE5DAD74}">
      <dgm:prSet/>
      <dgm:spPr/>
      <dgm:t>
        <a:bodyPr/>
        <a:lstStyle/>
        <a:p>
          <a:endParaRPr lang="pt-BR"/>
        </a:p>
      </dgm:t>
    </dgm:pt>
    <dgm:pt modelId="{B4520F61-EC04-449D-9757-5AF99A06EDD5}" type="sibTrans" cxnId="{B2FD3C25-D045-4A8D-A8CE-47ABEE5DAD74}">
      <dgm:prSet/>
      <dgm:spPr/>
      <dgm:t>
        <a:bodyPr/>
        <a:lstStyle/>
        <a:p>
          <a:endParaRPr lang="pt-BR"/>
        </a:p>
      </dgm:t>
    </dgm:pt>
    <dgm:pt modelId="{0B99F609-D195-4AFC-823F-256929FF8F5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Ratings fornecidos pelo usuário (1-5 estrelas)</a:t>
          </a:r>
        </a:p>
      </dgm:t>
    </dgm:pt>
    <dgm:pt modelId="{EE4E4385-BD35-4FB8-B59B-F666E1F4B2ED}" type="parTrans" cxnId="{D62574BB-A49E-4F0C-A38F-C9129F94792C}">
      <dgm:prSet/>
      <dgm:spPr/>
      <dgm:t>
        <a:bodyPr/>
        <a:lstStyle/>
        <a:p>
          <a:endParaRPr lang="pt-BR"/>
        </a:p>
      </dgm:t>
    </dgm:pt>
    <dgm:pt modelId="{AF0D772C-8D73-4352-89F7-4F06688C5FA2}" type="sibTrans" cxnId="{D62574BB-A49E-4F0C-A38F-C9129F94792C}">
      <dgm:prSet/>
      <dgm:spPr/>
      <dgm:t>
        <a:bodyPr/>
        <a:lstStyle/>
        <a:p>
          <a:endParaRPr lang="pt-BR"/>
        </a:p>
      </dgm:t>
    </dgm:pt>
    <dgm:pt modelId="{0B6677DF-7E63-41E6-A8A1-17083361F9E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/>
            <a:t>Likes/dislikes</a:t>
          </a:r>
        </a:p>
      </dgm:t>
    </dgm:pt>
    <dgm:pt modelId="{17C37B7C-7CFB-4A37-BD4F-742D9E6A943C}" type="parTrans" cxnId="{8C872C11-0B80-464D-B9EC-25E225C7E44D}">
      <dgm:prSet/>
      <dgm:spPr/>
      <dgm:t>
        <a:bodyPr/>
        <a:lstStyle/>
        <a:p>
          <a:endParaRPr lang="pt-BR"/>
        </a:p>
      </dgm:t>
    </dgm:pt>
    <dgm:pt modelId="{5FD68C1B-B72A-4FBA-96CB-AE74B19F86A7}" type="sibTrans" cxnId="{8C872C11-0B80-464D-B9EC-25E225C7E44D}">
      <dgm:prSet/>
      <dgm:spPr/>
      <dgm:t>
        <a:bodyPr/>
        <a:lstStyle/>
        <a:p>
          <a:endParaRPr lang="pt-BR"/>
        </a:p>
      </dgm:t>
    </dgm:pt>
    <dgm:pt modelId="{1279DAD0-3C31-40E7-A192-3ACFB6DF2C7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Reviews e comentários</a:t>
          </a:r>
        </a:p>
      </dgm:t>
    </dgm:pt>
    <dgm:pt modelId="{33EBE19C-9478-4EE4-B2EF-6A74ECEB1270}" type="parTrans" cxnId="{F38E36F1-11D3-424B-9B3B-A79F1C9D0D9E}">
      <dgm:prSet/>
      <dgm:spPr/>
      <dgm:t>
        <a:bodyPr/>
        <a:lstStyle/>
        <a:p>
          <a:endParaRPr lang="pt-BR"/>
        </a:p>
      </dgm:t>
    </dgm:pt>
    <dgm:pt modelId="{86A3EA72-4341-4EC1-8C94-6AE4B33621B9}" type="sibTrans" cxnId="{F38E36F1-11D3-424B-9B3B-A79F1C9D0D9E}">
      <dgm:prSet/>
      <dgm:spPr/>
      <dgm:t>
        <a:bodyPr/>
        <a:lstStyle/>
        <a:p>
          <a:endParaRPr lang="pt-BR"/>
        </a:p>
      </dgm:t>
    </dgm:pt>
    <dgm:pt modelId="{EA179B2F-8772-4188-AAB1-F3063E9DF9A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/>
            <a:t>Listas de favoritos</a:t>
          </a:r>
        </a:p>
      </dgm:t>
    </dgm:pt>
    <dgm:pt modelId="{56342FBE-A87C-4F35-8B29-43D1C858CDA9}" type="parTrans" cxnId="{2ECFADE2-5A19-43F4-83C9-DEB970B378F8}">
      <dgm:prSet/>
      <dgm:spPr/>
      <dgm:t>
        <a:bodyPr/>
        <a:lstStyle/>
        <a:p>
          <a:endParaRPr lang="pt-BR"/>
        </a:p>
      </dgm:t>
    </dgm:pt>
    <dgm:pt modelId="{D7C01DD4-5B6B-45A0-8AA9-EB484A80854D}" type="sibTrans" cxnId="{2ECFADE2-5A19-43F4-83C9-DEB970B378F8}">
      <dgm:prSet/>
      <dgm:spPr/>
      <dgm:t>
        <a:bodyPr/>
        <a:lstStyle/>
        <a:p>
          <a:endParaRPr lang="pt-BR"/>
        </a:p>
      </dgm:t>
    </dgm:pt>
    <dgm:pt modelId="{4BF3B862-56D4-4577-914A-EAB2A41D99B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Preferências declaradas no perfil</a:t>
          </a:r>
        </a:p>
      </dgm:t>
    </dgm:pt>
    <dgm:pt modelId="{715C5427-61FB-4268-8324-C759A9D8C132}" type="parTrans" cxnId="{F696C236-49DA-4113-A5A5-8DD71FCBB996}">
      <dgm:prSet/>
      <dgm:spPr/>
      <dgm:t>
        <a:bodyPr/>
        <a:lstStyle/>
        <a:p>
          <a:endParaRPr lang="pt-BR"/>
        </a:p>
      </dgm:t>
    </dgm:pt>
    <dgm:pt modelId="{98581FDC-2FEF-4C86-A6BC-A880D971B1D9}" type="sibTrans" cxnId="{F696C236-49DA-4113-A5A5-8DD71FCBB996}">
      <dgm:prSet/>
      <dgm:spPr/>
      <dgm:t>
        <a:bodyPr/>
        <a:lstStyle/>
        <a:p>
          <a:endParaRPr lang="pt-BR"/>
        </a:p>
      </dgm:t>
    </dgm:pt>
    <dgm:pt modelId="{4055FA6B-316C-4B54-975A-767E2C2C0D61}">
      <dgm:prSet/>
      <dgm:spPr/>
      <dgm:t>
        <a:bodyPr/>
        <a:lstStyle/>
        <a:p>
          <a:r>
            <a:rPr lang="pt-BR" b="1" dirty="0"/>
            <a:t>Dados Implícitos</a:t>
          </a:r>
          <a:endParaRPr lang="pt-BR" dirty="0"/>
        </a:p>
      </dgm:t>
    </dgm:pt>
    <dgm:pt modelId="{97CB448E-28F0-46A2-A54F-7F3198742A0C}" type="parTrans" cxnId="{F67E22F6-DCA9-4959-A401-EF01D342A5E4}">
      <dgm:prSet/>
      <dgm:spPr/>
      <dgm:t>
        <a:bodyPr/>
        <a:lstStyle/>
        <a:p>
          <a:endParaRPr lang="pt-BR"/>
        </a:p>
      </dgm:t>
    </dgm:pt>
    <dgm:pt modelId="{181F107C-1F86-4486-A53D-3430E6AA2289}" type="sibTrans" cxnId="{F67E22F6-DCA9-4959-A401-EF01D342A5E4}">
      <dgm:prSet/>
      <dgm:spPr/>
      <dgm:t>
        <a:bodyPr/>
        <a:lstStyle/>
        <a:p>
          <a:endParaRPr lang="pt-BR"/>
        </a:p>
      </dgm:t>
    </dgm:pt>
    <dgm:pt modelId="{29F32A27-8241-4A60-BFB7-F6DBAB585D9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Histórico de compras/visualizações</a:t>
          </a:r>
        </a:p>
      </dgm:t>
    </dgm:pt>
    <dgm:pt modelId="{6BEB3ACA-3F3A-4BA5-8691-808E06CC053B}" type="parTrans" cxnId="{228B4FCA-3F00-45A9-9FD9-F8456019FA97}">
      <dgm:prSet/>
      <dgm:spPr/>
      <dgm:t>
        <a:bodyPr/>
        <a:lstStyle/>
        <a:p>
          <a:endParaRPr lang="pt-BR"/>
        </a:p>
      </dgm:t>
    </dgm:pt>
    <dgm:pt modelId="{D035AFB7-666B-4937-B46D-E5226484B267}" type="sibTrans" cxnId="{228B4FCA-3F00-45A9-9FD9-F8456019FA97}">
      <dgm:prSet/>
      <dgm:spPr/>
      <dgm:t>
        <a:bodyPr/>
        <a:lstStyle/>
        <a:p>
          <a:endParaRPr lang="pt-BR"/>
        </a:p>
      </dgm:t>
    </dgm:pt>
    <dgm:pt modelId="{CBDE79F3-5035-4F72-A3AD-2EF17EE47A5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Tempo de permanência em páginas</a:t>
          </a:r>
        </a:p>
      </dgm:t>
    </dgm:pt>
    <dgm:pt modelId="{57AB2215-2D9F-4F54-952A-2EC4C450AD4C}" type="parTrans" cxnId="{8CA47980-4ACC-4A99-8FD0-BEC84046FC23}">
      <dgm:prSet/>
      <dgm:spPr/>
      <dgm:t>
        <a:bodyPr/>
        <a:lstStyle/>
        <a:p>
          <a:endParaRPr lang="pt-BR"/>
        </a:p>
      </dgm:t>
    </dgm:pt>
    <dgm:pt modelId="{6D7A71B4-3DBC-4E4A-8B17-131CA219732B}" type="sibTrans" cxnId="{8CA47980-4ACC-4A99-8FD0-BEC84046FC23}">
      <dgm:prSet/>
      <dgm:spPr/>
      <dgm:t>
        <a:bodyPr/>
        <a:lstStyle/>
        <a:p>
          <a:endParaRPr lang="pt-BR"/>
        </a:p>
      </dgm:t>
    </dgm:pt>
    <dgm:pt modelId="{F62C39E4-565D-4083-BB28-A7AC80BB63D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Cliques e navegação</a:t>
          </a:r>
        </a:p>
      </dgm:t>
    </dgm:pt>
    <dgm:pt modelId="{61C14503-6DDE-4EB2-9B0C-B6C3DE650B61}" type="parTrans" cxnId="{4DA7BBA0-D4B7-4A9C-8F54-1F7F83DC131E}">
      <dgm:prSet/>
      <dgm:spPr/>
      <dgm:t>
        <a:bodyPr/>
        <a:lstStyle/>
        <a:p>
          <a:endParaRPr lang="pt-BR"/>
        </a:p>
      </dgm:t>
    </dgm:pt>
    <dgm:pt modelId="{31BED3F5-20AB-47E7-B66E-66350F334192}" type="sibTrans" cxnId="{4DA7BBA0-D4B7-4A9C-8F54-1F7F83DC131E}">
      <dgm:prSet/>
      <dgm:spPr/>
      <dgm:t>
        <a:bodyPr/>
        <a:lstStyle/>
        <a:p>
          <a:endParaRPr lang="pt-BR"/>
        </a:p>
      </dgm:t>
    </dgm:pt>
    <dgm:pt modelId="{60C0FBA3-4AA8-4AC4-8C2A-E13E8E6C68C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/>
            <a:t>Padrões de busca</a:t>
          </a:r>
        </a:p>
      </dgm:t>
    </dgm:pt>
    <dgm:pt modelId="{A2A4B73A-B7FF-4AAB-98CA-CFF6C08CCBEB}" type="parTrans" cxnId="{597F8504-3B08-4882-848D-A5BB83B171C0}">
      <dgm:prSet/>
      <dgm:spPr/>
      <dgm:t>
        <a:bodyPr/>
        <a:lstStyle/>
        <a:p>
          <a:endParaRPr lang="pt-BR"/>
        </a:p>
      </dgm:t>
    </dgm:pt>
    <dgm:pt modelId="{C9B0D85C-F292-451B-8765-5DB2CF656364}" type="sibTrans" cxnId="{597F8504-3B08-4882-848D-A5BB83B171C0}">
      <dgm:prSet/>
      <dgm:spPr/>
      <dgm:t>
        <a:bodyPr/>
        <a:lstStyle/>
        <a:p>
          <a:endParaRPr lang="pt-BR"/>
        </a:p>
      </dgm:t>
    </dgm:pt>
    <dgm:pt modelId="{DBFD9628-62A1-42F6-BCB8-D65B2133205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Adições ao carrinho (mesmo sem compra)</a:t>
          </a:r>
        </a:p>
      </dgm:t>
    </dgm:pt>
    <dgm:pt modelId="{FC500757-C3B5-49AD-B5DC-B2C0AB465EBC}" type="parTrans" cxnId="{A7C9345F-7C0D-4CB8-99ED-54BCD4321EF4}">
      <dgm:prSet/>
      <dgm:spPr/>
      <dgm:t>
        <a:bodyPr/>
        <a:lstStyle/>
        <a:p>
          <a:endParaRPr lang="pt-BR"/>
        </a:p>
      </dgm:t>
    </dgm:pt>
    <dgm:pt modelId="{7C73A64D-F537-4E07-8994-D768E19353B4}" type="sibTrans" cxnId="{A7C9345F-7C0D-4CB8-99ED-54BCD4321EF4}">
      <dgm:prSet/>
      <dgm:spPr/>
      <dgm:t>
        <a:bodyPr/>
        <a:lstStyle/>
        <a:p>
          <a:endParaRPr lang="pt-BR"/>
        </a:p>
      </dgm:t>
    </dgm:pt>
    <dgm:pt modelId="{F2660BE9-5706-47D1-A448-274B8B3B3244}">
      <dgm:prSet/>
      <dgm:spPr/>
      <dgm:t>
        <a:bodyPr/>
        <a:lstStyle/>
        <a:p>
          <a:r>
            <a:rPr lang="pt-BR" b="1" dirty="0"/>
            <a:t>Dados Contextuais</a:t>
          </a:r>
          <a:endParaRPr lang="pt-BR" dirty="0"/>
        </a:p>
      </dgm:t>
    </dgm:pt>
    <dgm:pt modelId="{46BFC25C-7466-4308-A83D-4A397A8563B9}" type="parTrans" cxnId="{BBD74CBD-93E7-41EE-AC84-17DACC1E6318}">
      <dgm:prSet/>
      <dgm:spPr/>
      <dgm:t>
        <a:bodyPr/>
        <a:lstStyle/>
        <a:p>
          <a:endParaRPr lang="pt-BR"/>
        </a:p>
      </dgm:t>
    </dgm:pt>
    <dgm:pt modelId="{4DB45F05-B72D-4603-A7A6-B15EE0238281}" type="sibTrans" cxnId="{BBD74CBD-93E7-41EE-AC84-17DACC1E6318}">
      <dgm:prSet/>
      <dgm:spPr/>
      <dgm:t>
        <a:bodyPr/>
        <a:lstStyle/>
        <a:p>
          <a:endParaRPr lang="pt-BR"/>
        </a:p>
      </dgm:t>
    </dgm:pt>
    <dgm:pt modelId="{D3592445-36C9-4E0B-B50E-A1F3099F536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Localização geográfica</a:t>
          </a:r>
        </a:p>
      </dgm:t>
    </dgm:pt>
    <dgm:pt modelId="{E4CBEFC9-D4DB-4C88-BF1B-7B1CD1BE48AC}" type="parTrans" cxnId="{604A22FC-CE8D-4B46-95CE-6055A787E0FF}">
      <dgm:prSet/>
      <dgm:spPr/>
      <dgm:t>
        <a:bodyPr/>
        <a:lstStyle/>
        <a:p>
          <a:endParaRPr lang="pt-BR"/>
        </a:p>
      </dgm:t>
    </dgm:pt>
    <dgm:pt modelId="{F3737EC6-79DC-4F3F-8BB8-F7C2E9938816}" type="sibTrans" cxnId="{604A22FC-CE8D-4B46-95CE-6055A787E0FF}">
      <dgm:prSet/>
      <dgm:spPr/>
      <dgm:t>
        <a:bodyPr/>
        <a:lstStyle/>
        <a:p>
          <a:endParaRPr lang="pt-BR"/>
        </a:p>
      </dgm:t>
    </dgm:pt>
    <dgm:pt modelId="{8216C370-3C02-4D34-99D5-8F7A8500A68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Dispositivo utilizado</a:t>
          </a:r>
        </a:p>
      </dgm:t>
    </dgm:pt>
    <dgm:pt modelId="{DE4BA14E-2A02-4CEA-AE3C-3A460186844E}" type="parTrans" cxnId="{7CDDD142-9EBE-4FBE-AD3C-E994E07A842E}">
      <dgm:prSet/>
      <dgm:spPr/>
      <dgm:t>
        <a:bodyPr/>
        <a:lstStyle/>
        <a:p>
          <a:endParaRPr lang="pt-BR"/>
        </a:p>
      </dgm:t>
    </dgm:pt>
    <dgm:pt modelId="{32272531-DAF2-4221-8145-760A46E33149}" type="sibTrans" cxnId="{7CDDD142-9EBE-4FBE-AD3C-E994E07A842E}">
      <dgm:prSet/>
      <dgm:spPr/>
      <dgm:t>
        <a:bodyPr/>
        <a:lstStyle/>
        <a:p>
          <a:endParaRPr lang="pt-BR"/>
        </a:p>
      </dgm:t>
    </dgm:pt>
    <dgm:pt modelId="{C126A47C-8F24-4A89-98D7-5D883C7E047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Horário e dia da semana</a:t>
          </a:r>
        </a:p>
      </dgm:t>
    </dgm:pt>
    <dgm:pt modelId="{F146457E-5324-41BD-B52C-59281C98AADF}" type="parTrans" cxnId="{5DF12AB1-E046-40B4-9E86-8CCF25DD8DBA}">
      <dgm:prSet/>
      <dgm:spPr/>
      <dgm:t>
        <a:bodyPr/>
        <a:lstStyle/>
        <a:p>
          <a:endParaRPr lang="pt-BR"/>
        </a:p>
      </dgm:t>
    </dgm:pt>
    <dgm:pt modelId="{80FC3A43-E503-4F1A-A201-3AA009AE28B4}" type="sibTrans" cxnId="{5DF12AB1-E046-40B4-9E86-8CCF25DD8DBA}">
      <dgm:prSet/>
      <dgm:spPr/>
      <dgm:t>
        <a:bodyPr/>
        <a:lstStyle/>
        <a:p>
          <a:endParaRPr lang="pt-BR"/>
        </a:p>
      </dgm:t>
    </dgm:pt>
    <dgm:pt modelId="{01CA0A2D-58F7-44F0-A38A-82541182344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/>
            <a:t>Condições climáticas</a:t>
          </a:r>
        </a:p>
      </dgm:t>
    </dgm:pt>
    <dgm:pt modelId="{6263E550-267C-4B74-A0A3-483279FC95C2}" type="parTrans" cxnId="{06574982-CC22-4BA1-B9F5-964C4FB46D13}">
      <dgm:prSet/>
      <dgm:spPr/>
      <dgm:t>
        <a:bodyPr/>
        <a:lstStyle/>
        <a:p>
          <a:endParaRPr lang="pt-BR"/>
        </a:p>
      </dgm:t>
    </dgm:pt>
    <dgm:pt modelId="{A033927B-F6D2-435F-AA14-C21CCF1E3CFF}" type="sibTrans" cxnId="{06574982-CC22-4BA1-B9F5-964C4FB46D13}">
      <dgm:prSet/>
      <dgm:spPr/>
      <dgm:t>
        <a:bodyPr/>
        <a:lstStyle/>
        <a:p>
          <a:endParaRPr lang="pt-BR"/>
        </a:p>
      </dgm:t>
    </dgm:pt>
    <dgm:pt modelId="{550929C2-BC1A-4AC8-ADF9-A924C92DE2F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dirty="0"/>
            <a:t>Eventos sociais</a:t>
          </a:r>
        </a:p>
      </dgm:t>
    </dgm:pt>
    <dgm:pt modelId="{F7DA0F5E-50DE-44F1-803D-4D13D43AB94F}" type="parTrans" cxnId="{2F53CDD0-CE24-44BE-82A3-D603DB0A27E3}">
      <dgm:prSet/>
      <dgm:spPr/>
      <dgm:t>
        <a:bodyPr/>
        <a:lstStyle/>
        <a:p>
          <a:endParaRPr lang="pt-BR"/>
        </a:p>
      </dgm:t>
    </dgm:pt>
    <dgm:pt modelId="{F61EC809-5683-41E3-B9B4-B788298B8375}" type="sibTrans" cxnId="{2F53CDD0-CE24-44BE-82A3-D603DB0A27E3}">
      <dgm:prSet/>
      <dgm:spPr/>
      <dgm:t>
        <a:bodyPr/>
        <a:lstStyle/>
        <a:p>
          <a:endParaRPr lang="pt-BR"/>
        </a:p>
      </dgm:t>
    </dgm:pt>
    <dgm:pt modelId="{2DCE99B1-7D4E-4185-A480-511D9DD2FDCF}" type="pres">
      <dgm:prSet presAssocID="{1C6EE840-35AA-4B0C-A81E-D2E45FC981CC}" presName="Name0" presStyleCnt="0">
        <dgm:presLayoutVars>
          <dgm:dir/>
          <dgm:animLvl val="lvl"/>
          <dgm:resizeHandles val="exact"/>
        </dgm:presLayoutVars>
      </dgm:prSet>
      <dgm:spPr/>
    </dgm:pt>
    <dgm:pt modelId="{C1BCA4DC-AEE9-4E59-BCE0-CA0B04FF2F56}" type="pres">
      <dgm:prSet presAssocID="{6A0C049F-A712-4CE1-BF6F-D16CC7400850}" presName="composite" presStyleCnt="0"/>
      <dgm:spPr/>
    </dgm:pt>
    <dgm:pt modelId="{33E252D2-4786-45CD-9EE5-D5580F217709}" type="pres">
      <dgm:prSet presAssocID="{6A0C049F-A712-4CE1-BF6F-D16CC7400850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EDFEC32-EF67-4142-845C-17D4F02B9133}" type="pres">
      <dgm:prSet presAssocID="{6A0C049F-A712-4CE1-BF6F-D16CC7400850}" presName="desTx" presStyleLbl="alignAccFollowNode1" presStyleIdx="0" presStyleCnt="3">
        <dgm:presLayoutVars>
          <dgm:bulletEnabled val="1"/>
        </dgm:presLayoutVars>
      </dgm:prSet>
      <dgm:spPr/>
    </dgm:pt>
    <dgm:pt modelId="{106A4940-EFD1-49F4-B22B-EA6FCFE60167}" type="pres">
      <dgm:prSet presAssocID="{B4520F61-EC04-449D-9757-5AF99A06EDD5}" presName="space" presStyleCnt="0"/>
      <dgm:spPr/>
    </dgm:pt>
    <dgm:pt modelId="{BB43EFFA-E672-4B2D-B42A-BAE1EF4B1551}" type="pres">
      <dgm:prSet presAssocID="{4055FA6B-316C-4B54-975A-767E2C2C0D61}" presName="composite" presStyleCnt="0"/>
      <dgm:spPr/>
    </dgm:pt>
    <dgm:pt modelId="{A4191890-6245-48ED-B971-97A1EF75BE34}" type="pres">
      <dgm:prSet presAssocID="{4055FA6B-316C-4B54-975A-767E2C2C0D6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2CED997-0920-499E-B4DC-6B5F01591976}" type="pres">
      <dgm:prSet presAssocID="{4055FA6B-316C-4B54-975A-767E2C2C0D61}" presName="desTx" presStyleLbl="alignAccFollowNode1" presStyleIdx="1" presStyleCnt="3">
        <dgm:presLayoutVars>
          <dgm:bulletEnabled val="1"/>
        </dgm:presLayoutVars>
      </dgm:prSet>
      <dgm:spPr/>
    </dgm:pt>
    <dgm:pt modelId="{A0CA3EDD-F1AB-4018-B779-F70559978DA5}" type="pres">
      <dgm:prSet presAssocID="{181F107C-1F86-4486-A53D-3430E6AA2289}" presName="space" presStyleCnt="0"/>
      <dgm:spPr/>
    </dgm:pt>
    <dgm:pt modelId="{F178D81A-51A3-42E3-9D69-CEAF614C653D}" type="pres">
      <dgm:prSet presAssocID="{F2660BE9-5706-47D1-A448-274B8B3B3244}" presName="composite" presStyleCnt="0"/>
      <dgm:spPr/>
    </dgm:pt>
    <dgm:pt modelId="{8869CD05-0235-4543-93A2-5B89983CB794}" type="pres">
      <dgm:prSet presAssocID="{F2660BE9-5706-47D1-A448-274B8B3B324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CA204F0-C11D-42B0-8DF4-F98434D7FAB7}" type="pres">
      <dgm:prSet presAssocID="{F2660BE9-5706-47D1-A448-274B8B3B324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597F8504-3B08-4882-848D-A5BB83B171C0}" srcId="{4055FA6B-316C-4B54-975A-767E2C2C0D61}" destId="{60C0FBA3-4AA8-4AC4-8C2A-E13E8E6C68CE}" srcOrd="3" destOrd="0" parTransId="{A2A4B73A-B7FF-4AAB-98CA-CFF6C08CCBEB}" sibTransId="{C9B0D85C-F292-451B-8765-5DB2CF656364}"/>
    <dgm:cxn modelId="{87BE2406-8A16-4F71-8BC0-5DFD39BE48BE}" type="presOf" srcId="{0B99F609-D195-4AFC-823F-256929FF8F57}" destId="{1EDFEC32-EF67-4142-845C-17D4F02B9133}" srcOrd="0" destOrd="0" presId="urn:microsoft.com/office/officeart/2005/8/layout/hList1"/>
    <dgm:cxn modelId="{6F18F50F-B5B4-4AFC-9CA8-C2D3AE729990}" type="presOf" srcId="{1279DAD0-3C31-40E7-A192-3ACFB6DF2C7C}" destId="{1EDFEC32-EF67-4142-845C-17D4F02B9133}" srcOrd="0" destOrd="2" presId="urn:microsoft.com/office/officeart/2005/8/layout/hList1"/>
    <dgm:cxn modelId="{8C872C11-0B80-464D-B9EC-25E225C7E44D}" srcId="{6A0C049F-A712-4CE1-BF6F-D16CC7400850}" destId="{0B6677DF-7E63-41E6-A8A1-17083361F9ED}" srcOrd="1" destOrd="0" parTransId="{17C37B7C-7CFB-4A37-BD4F-742D9E6A943C}" sibTransId="{5FD68C1B-B72A-4FBA-96CB-AE74B19F86A7}"/>
    <dgm:cxn modelId="{E005001B-DAE6-430F-9886-8AE65EFFECE2}" type="presOf" srcId="{8216C370-3C02-4D34-99D5-8F7A8500A68A}" destId="{2CA204F0-C11D-42B0-8DF4-F98434D7FAB7}" srcOrd="0" destOrd="1" presId="urn:microsoft.com/office/officeart/2005/8/layout/hList1"/>
    <dgm:cxn modelId="{7E75EA1C-C8C9-48A6-90BE-9DF097314BBA}" type="presOf" srcId="{EA179B2F-8772-4188-AAB1-F3063E9DF9AB}" destId="{1EDFEC32-EF67-4142-845C-17D4F02B9133}" srcOrd="0" destOrd="3" presId="urn:microsoft.com/office/officeart/2005/8/layout/hList1"/>
    <dgm:cxn modelId="{B2FD3C25-D045-4A8D-A8CE-47ABEE5DAD74}" srcId="{1C6EE840-35AA-4B0C-A81E-D2E45FC981CC}" destId="{6A0C049F-A712-4CE1-BF6F-D16CC7400850}" srcOrd="0" destOrd="0" parTransId="{BC4D9211-7E87-4BE0-9291-85BABAD01C1A}" sibTransId="{B4520F61-EC04-449D-9757-5AF99A06EDD5}"/>
    <dgm:cxn modelId="{F696C236-49DA-4113-A5A5-8DD71FCBB996}" srcId="{6A0C049F-A712-4CE1-BF6F-D16CC7400850}" destId="{4BF3B862-56D4-4577-914A-EAB2A41D99BB}" srcOrd="4" destOrd="0" parTransId="{715C5427-61FB-4268-8324-C759A9D8C132}" sibTransId="{98581FDC-2FEF-4C86-A6BC-A880D971B1D9}"/>
    <dgm:cxn modelId="{26712E39-F7B7-4A39-9DB1-6992664EB0D0}" type="presOf" srcId="{60C0FBA3-4AA8-4AC4-8C2A-E13E8E6C68CE}" destId="{62CED997-0920-499E-B4DC-6B5F01591976}" srcOrd="0" destOrd="3" presId="urn:microsoft.com/office/officeart/2005/8/layout/hList1"/>
    <dgm:cxn modelId="{A7C9345F-7C0D-4CB8-99ED-54BCD4321EF4}" srcId="{4055FA6B-316C-4B54-975A-767E2C2C0D61}" destId="{DBFD9628-62A1-42F6-BCB8-D65B21332055}" srcOrd="4" destOrd="0" parTransId="{FC500757-C3B5-49AD-B5DC-B2C0AB465EBC}" sibTransId="{7C73A64D-F537-4E07-8994-D768E19353B4}"/>
    <dgm:cxn modelId="{7CDDD142-9EBE-4FBE-AD3C-E994E07A842E}" srcId="{F2660BE9-5706-47D1-A448-274B8B3B3244}" destId="{8216C370-3C02-4D34-99D5-8F7A8500A68A}" srcOrd="1" destOrd="0" parTransId="{DE4BA14E-2A02-4CEA-AE3C-3A460186844E}" sibTransId="{32272531-DAF2-4221-8145-760A46E33149}"/>
    <dgm:cxn modelId="{04642C6F-65E0-4AB7-844C-C19B1A679BFA}" type="presOf" srcId="{F62C39E4-565D-4083-BB28-A7AC80BB63DC}" destId="{62CED997-0920-499E-B4DC-6B5F01591976}" srcOrd="0" destOrd="2" presId="urn:microsoft.com/office/officeart/2005/8/layout/hList1"/>
    <dgm:cxn modelId="{B9AEB970-7F4E-4C73-BFA2-3FBCAED25B28}" type="presOf" srcId="{D3592445-36C9-4E0B-B50E-A1F3099F5367}" destId="{2CA204F0-C11D-42B0-8DF4-F98434D7FAB7}" srcOrd="0" destOrd="0" presId="urn:microsoft.com/office/officeart/2005/8/layout/hList1"/>
    <dgm:cxn modelId="{111BB551-6167-4B23-8515-BA98257E13A3}" type="presOf" srcId="{DBFD9628-62A1-42F6-BCB8-D65B21332055}" destId="{62CED997-0920-499E-B4DC-6B5F01591976}" srcOrd="0" destOrd="4" presId="urn:microsoft.com/office/officeart/2005/8/layout/hList1"/>
    <dgm:cxn modelId="{334DF852-6D70-4AE5-ADCD-9E3D1DF85621}" type="presOf" srcId="{F2660BE9-5706-47D1-A448-274B8B3B3244}" destId="{8869CD05-0235-4543-93A2-5B89983CB794}" srcOrd="0" destOrd="0" presId="urn:microsoft.com/office/officeart/2005/8/layout/hList1"/>
    <dgm:cxn modelId="{C40D8174-D95D-4342-8973-2E14AE9027E7}" type="presOf" srcId="{29F32A27-8241-4A60-BFB7-F6DBAB585D91}" destId="{62CED997-0920-499E-B4DC-6B5F01591976}" srcOrd="0" destOrd="0" presId="urn:microsoft.com/office/officeart/2005/8/layout/hList1"/>
    <dgm:cxn modelId="{612C1055-E25D-4812-BCBB-38E0682A3795}" type="presOf" srcId="{1C6EE840-35AA-4B0C-A81E-D2E45FC981CC}" destId="{2DCE99B1-7D4E-4185-A480-511D9DD2FDCF}" srcOrd="0" destOrd="0" presId="urn:microsoft.com/office/officeart/2005/8/layout/hList1"/>
    <dgm:cxn modelId="{295F4779-164F-4CCD-A0AB-918FA6BBF0B7}" type="presOf" srcId="{01CA0A2D-58F7-44F0-A38A-825411823448}" destId="{2CA204F0-C11D-42B0-8DF4-F98434D7FAB7}" srcOrd="0" destOrd="3" presId="urn:microsoft.com/office/officeart/2005/8/layout/hList1"/>
    <dgm:cxn modelId="{5FCE177A-5E0B-4047-AD7D-646A02E45378}" type="presOf" srcId="{4BF3B862-56D4-4577-914A-EAB2A41D99BB}" destId="{1EDFEC32-EF67-4142-845C-17D4F02B9133}" srcOrd="0" destOrd="4" presId="urn:microsoft.com/office/officeart/2005/8/layout/hList1"/>
    <dgm:cxn modelId="{8CA47980-4ACC-4A99-8FD0-BEC84046FC23}" srcId="{4055FA6B-316C-4B54-975A-767E2C2C0D61}" destId="{CBDE79F3-5035-4F72-A3AD-2EF17EE47A51}" srcOrd="1" destOrd="0" parTransId="{57AB2215-2D9F-4F54-952A-2EC4C450AD4C}" sibTransId="{6D7A71B4-3DBC-4E4A-8B17-131CA219732B}"/>
    <dgm:cxn modelId="{DE63AC81-BD30-4722-8338-E2250C051CC6}" type="presOf" srcId="{6A0C049F-A712-4CE1-BF6F-D16CC7400850}" destId="{33E252D2-4786-45CD-9EE5-D5580F217709}" srcOrd="0" destOrd="0" presId="urn:microsoft.com/office/officeart/2005/8/layout/hList1"/>
    <dgm:cxn modelId="{06574982-CC22-4BA1-B9F5-964C4FB46D13}" srcId="{F2660BE9-5706-47D1-A448-274B8B3B3244}" destId="{01CA0A2D-58F7-44F0-A38A-825411823448}" srcOrd="3" destOrd="0" parTransId="{6263E550-267C-4B74-A0A3-483279FC95C2}" sibTransId="{A033927B-F6D2-435F-AA14-C21CCF1E3CFF}"/>
    <dgm:cxn modelId="{B2BE4783-F5B0-43E0-8759-F48622688AE7}" type="presOf" srcId="{550929C2-BC1A-4AC8-ADF9-A924C92DE2F1}" destId="{2CA204F0-C11D-42B0-8DF4-F98434D7FAB7}" srcOrd="0" destOrd="4" presId="urn:microsoft.com/office/officeart/2005/8/layout/hList1"/>
    <dgm:cxn modelId="{4DA7BBA0-D4B7-4A9C-8F54-1F7F83DC131E}" srcId="{4055FA6B-316C-4B54-975A-767E2C2C0D61}" destId="{F62C39E4-565D-4083-BB28-A7AC80BB63DC}" srcOrd="2" destOrd="0" parTransId="{61C14503-6DDE-4EB2-9B0C-B6C3DE650B61}" sibTransId="{31BED3F5-20AB-47E7-B66E-66350F334192}"/>
    <dgm:cxn modelId="{5DF12AB1-E046-40B4-9E86-8CCF25DD8DBA}" srcId="{F2660BE9-5706-47D1-A448-274B8B3B3244}" destId="{C126A47C-8F24-4A89-98D7-5D883C7E047F}" srcOrd="2" destOrd="0" parTransId="{F146457E-5324-41BD-B52C-59281C98AADF}" sibTransId="{80FC3A43-E503-4F1A-A201-3AA009AE28B4}"/>
    <dgm:cxn modelId="{D62574BB-A49E-4F0C-A38F-C9129F94792C}" srcId="{6A0C049F-A712-4CE1-BF6F-D16CC7400850}" destId="{0B99F609-D195-4AFC-823F-256929FF8F57}" srcOrd="0" destOrd="0" parTransId="{EE4E4385-BD35-4FB8-B59B-F666E1F4B2ED}" sibTransId="{AF0D772C-8D73-4352-89F7-4F06688C5FA2}"/>
    <dgm:cxn modelId="{BBD74CBD-93E7-41EE-AC84-17DACC1E6318}" srcId="{1C6EE840-35AA-4B0C-A81E-D2E45FC981CC}" destId="{F2660BE9-5706-47D1-A448-274B8B3B3244}" srcOrd="2" destOrd="0" parTransId="{46BFC25C-7466-4308-A83D-4A397A8563B9}" sibTransId="{4DB45F05-B72D-4603-A7A6-B15EE0238281}"/>
    <dgm:cxn modelId="{F54067C0-C0E5-45FB-83F1-F27D1AF01F99}" type="presOf" srcId="{CBDE79F3-5035-4F72-A3AD-2EF17EE47A51}" destId="{62CED997-0920-499E-B4DC-6B5F01591976}" srcOrd="0" destOrd="1" presId="urn:microsoft.com/office/officeart/2005/8/layout/hList1"/>
    <dgm:cxn modelId="{228B4FCA-3F00-45A9-9FD9-F8456019FA97}" srcId="{4055FA6B-316C-4B54-975A-767E2C2C0D61}" destId="{29F32A27-8241-4A60-BFB7-F6DBAB585D91}" srcOrd="0" destOrd="0" parTransId="{6BEB3ACA-3F3A-4BA5-8691-808E06CC053B}" sibTransId="{D035AFB7-666B-4937-B46D-E5226484B267}"/>
    <dgm:cxn modelId="{2F53CDD0-CE24-44BE-82A3-D603DB0A27E3}" srcId="{F2660BE9-5706-47D1-A448-274B8B3B3244}" destId="{550929C2-BC1A-4AC8-ADF9-A924C92DE2F1}" srcOrd="4" destOrd="0" parTransId="{F7DA0F5E-50DE-44F1-803D-4D13D43AB94F}" sibTransId="{F61EC809-5683-41E3-B9B4-B788298B8375}"/>
    <dgm:cxn modelId="{4E5103D4-3698-4DBA-8067-2307AF125AD3}" type="presOf" srcId="{0B6677DF-7E63-41E6-A8A1-17083361F9ED}" destId="{1EDFEC32-EF67-4142-845C-17D4F02B9133}" srcOrd="0" destOrd="1" presId="urn:microsoft.com/office/officeart/2005/8/layout/hList1"/>
    <dgm:cxn modelId="{968134D9-BB92-4D82-A11D-B8C53E2A05CA}" type="presOf" srcId="{4055FA6B-316C-4B54-975A-767E2C2C0D61}" destId="{A4191890-6245-48ED-B971-97A1EF75BE34}" srcOrd="0" destOrd="0" presId="urn:microsoft.com/office/officeart/2005/8/layout/hList1"/>
    <dgm:cxn modelId="{2ECFADE2-5A19-43F4-83C9-DEB970B378F8}" srcId="{6A0C049F-A712-4CE1-BF6F-D16CC7400850}" destId="{EA179B2F-8772-4188-AAB1-F3063E9DF9AB}" srcOrd="3" destOrd="0" parTransId="{56342FBE-A87C-4F35-8B29-43D1C858CDA9}" sibTransId="{D7C01DD4-5B6B-45A0-8AA9-EB484A80854D}"/>
    <dgm:cxn modelId="{C2D194EE-4A91-43B9-8D7A-CA2D76C7C85E}" type="presOf" srcId="{C126A47C-8F24-4A89-98D7-5D883C7E047F}" destId="{2CA204F0-C11D-42B0-8DF4-F98434D7FAB7}" srcOrd="0" destOrd="2" presId="urn:microsoft.com/office/officeart/2005/8/layout/hList1"/>
    <dgm:cxn modelId="{F38E36F1-11D3-424B-9B3B-A79F1C9D0D9E}" srcId="{6A0C049F-A712-4CE1-BF6F-D16CC7400850}" destId="{1279DAD0-3C31-40E7-A192-3ACFB6DF2C7C}" srcOrd="2" destOrd="0" parTransId="{33EBE19C-9478-4EE4-B2EF-6A74ECEB1270}" sibTransId="{86A3EA72-4341-4EC1-8C94-6AE4B33621B9}"/>
    <dgm:cxn modelId="{F67E22F6-DCA9-4959-A401-EF01D342A5E4}" srcId="{1C6EE840-35AA-4B0C-A81E-D2E45FC981CC}" destId="{4055FA6B-316C-4B54-975A-767E2C2C0D61}" srcOrd="1" destOrd="0" parTransId="{97CB448E-28F0-46A2-A54F-7F3198742A0C}" sibTransId="{181F107C-1F86-4486-A53D-3430E6AA2289}"/>
    <dgm:cxn modelId="{604A22FC-CE8D-4B46-95CE-6055A787E0FF}" srcId="{F2660BE9-5706-47D1-A448-274B8B3B3244}" destId="{D3592445-36C9-4E0B-B50E-A1F3099F5367}" srcOrd="0" destOrd="0" parTransId="{E4CBEFC9-D4DB-4C88-BF1B-7B1CD1BE48AC}" sibTransId="{F3737EC6-79DC-4F3F-8BB8-F7C2E9938816}"/>
    <dgm:cxn modelId="{9A3CD743-7BD6-40AC-B757-AF05C344B16E}" type="presParOf" srcId="{2DCE99B1-7D4E-4185-A480-511D9DD2FDCF}" destId="{C1BCA4DC-AEE9-4E59-BCE0-CA0B04FF2F56}" srcOrd="0" destOrd="0" presId="urn:microsoft.com/office/officeart/2005/8/layout/hList1"/>
    <dgm:cxn modelId="{207DFBEA-654D-4069-93ED-EAB68F7DE850}" type="presParOf" srcId="{C1BCA4DC-AEE9-4E59-BCE0-CA0B04FF2F56}" destId="{33E252D2-4786-45CD-9EE5-D5580F217709}" srcOrd="0" destOrd="0" presId="urn:microsoft.com/office/officeart/2005/8/layout/hList1"/>
    <dgm:cxn modelId="{709D4C22-4B20-4D55-9CA9-6A5E331AF17A}" type="presParOf" srcId="{C1BCA4DC-AEE9-4E59-BCE0-CA0B04FF2F56}" destId="{1EDFEC32-EF67-4142-845C-17D4F02B9133}" srcOrd="1" destOrd="0" presId="urn:microsoft.com/office/officeart/2005/8/layout/hList1"/>
    <dgm:cxn modelId="{584D9F0C-A46E-4D42-9974-EA7364880BD2}" type="presParOf" srcId="{2DCE99B1-7D4E-4185-A480-511D9DD2FDCF}" destId="{106A4940-EFD1-49F4-B22B-EA6FCFE60167}" srcOrd="1" destOrd="0" presId="urn:microsoft.com/office/officeart/2005/8/layout/hList1"/>
    <dgm:cxn modelId="{832E8859-DB9D-48C6-B00B-196CB8B6F77F}" type="presParOf" srcId="{2DCE99B1-7D4E-4185-A480-511D9DD2FDCF}" destId="{BB43EFFA-E672-4B2D-B42A-BAE1EF4B1551}" srcOrd="2" destOrd="0" presId="urn:microsoft.com/office/officeart/2005/8/layout/hList1"/>
    <dgm:cxn modelId="{7556F8AA-96F8-4E40-AC9B-9EF87B40FD3C}" type="presParOf" srcId="{BB43EFFA-E672-4B2D-B42A-BAE1EF4B1551}" destId="{A4191890-6245-48ED-B971-97A1EF75BE34}" srcOrd="0" destOrd="0" presId="urn:microsoft.com/office/officeart/2005/8/layout/hList1"/>
    <dgm:cxn modelId="{3358972B-9885-49AA-8E29-A528C00F3711}" type="presParOf" srcId="{BB43EFFA-E672-4B2D-B42A-BAE1EF4B1551}" destId="{62CED997-0920-499E-B4DC-6B5F01591976}" srcOrd="1" destOrd="0" presId="urn:microsoft.com/office/officeart/2005/8/layout/hList1"/>
    <dgm:cxn modelId="{C6FD91F6-ED34-4842-A34A-D2121B67D40A}" type="presParOf" srcId="{2DCE99B1-7D4E-4185-A480-511D9DD2FDCF}" destId="{A0CA3EDD-F1AB-4018-B779-F70559978DA5}" srcOrd="3" destOrd="0" presId="urn:microsoft.com/office/officeart/2005/8/layout/hList1"/>
    <dgm:cxn modelId="{C91DC744-4BD4-4750-A20D-91DF3FF9A535}" type="presParOf" srcId="{2DCE99B1-7D4E-4185-A480-511D9DD2FDCF}" destId="{F178D81A-51A3-42E3-9D69-CEAF614C653D}" srcOrd="4" destOrd="0" presId="urn:microsoft.com/office/officeart/2005/8/layout/hList1"/>
    <dgm:cxn modelId="{F033F179-6C7B-46B6-A00A-EE85A82CCF29}" type="presParOf" srcId="{F178D81A-51A3-42E3-9D69-CEAF614C653D}" destId="{8869CD05-0235-4543-93A2-5B89983CB794}" srcOrd="0" destOrd="0" presId="urn:microsoft.com/office/officeart/2005/8/layout/hList1"/>
    <dgm:cxn modelId="{2B94C84A-4017-4E43-9D91-B7BD15BA7581}" type="presParOf" srcId="{F178D81A-51A3-42E3-9D69-CEAF614C653D}" destId="{2CA204F0-C11D-42B0-8DF4-F98434D7FAB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0C98DB-3D17-4A98-B391-BBCF1D2FDE29}">
      <dsp:nvSpPr>
        <dsp:cNvPr id="0" name=""/>
        <dsp:cNvSpPr/>
      </dsp:nvSpPr>
      <dsp:spPr>
        <a:xfrm>
          <a:off x="-4966121" y="-760929"/>
          <a:ext cx="5914470" cy="5914470"/>
        </a:xfrm>
        <a:prstGeom prst="blockArc">
          <a:avLst>
            <a:gd name="adj1" fmla="val 18900000"/>
            <a:gd name="adj2" fmla="val 2700000"/>
            <a:gd name="adj3" fmla="val 365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A24D63-3663-491C-A7FD-B9A60800AC89}">
      <dsp:nvSpPr>
        <dsp:cNvPr id="0" name=""/>
        <dsp:cNvSpPr/>
      </dsp:nvSpPr>
      <dsp:spPr>
        <a:xfrm>
          <a:off x="496606" y="337704"/>
          <a:ext cx="5167016" cy="6757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384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/>
            <a:t>Acurácia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kern="1200" dirty="0"/>
            <a:t>Algo que aproxime ao que ele deseja</a:t>
          </a:r>
        </a:p>
      </dsp:txBody>
      <dsp:txXfrm>
        <a:off x="496606" y="337704"/>
        <a:ext cx="5167016" cy="675759"/>
      </dsp:txXfrm>
    </dsp:sp>
    <dsp:sp modelId="{406A6ED0-E185-44F9-BC4F-06D82F7CB395}">
      <dsp:nvSpPr>
        <dsp:cNvPr id="0" name=""/>
        <dsp:cNvSpPr/>
      </dsp:nvSpPr>
      <dsp:spPr>
        <a:xfrm>
          <a:off x="74256" y="253234"/>
          <a:ext cx="844699" cy="84469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6F292B-0E19-46FE-BE0F-58978189F42E}">
      <dsp:nvSpPr>
        <dsp:cNvPr id="0" name=""/>
        <dsp:cNvSpPr/>
      </dsp:nvSpPr>
      <dsp:spPr>
        <a:xfrm>
          <a:off x="884034" y="1351518"/>
          <a:ext cx="4779588" cy="6757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384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/>
            <a:t>Novidade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kern="1200" dirty="0"/>
            <a:t>Algo que ele ainda não conheça ou tenha visto</a:t>
          </a:r>
        </a:p>
      </dsp:txBody>
      <dsp:txXfrm>
        <a:off x="884034" y="1351518"/>
        <a:ext cx="4779588" cy="675759"/>
      </dsp:txXfrm>
    </dsp:sp>
    <dsp:sp modelId="{BE18BB06-A723-4C7D-BEEC-363AAA08CF4C}">
      <dsp:nvSpPr>
        <dsp:cNvPr id="0" name=""/>
        <dsp:cNvSpPr/>
      </dsp:nvSpPr>
      <dsp:spPr>
        <a:xfrm>
          <a:off x="461685" y="1267048"/>
          <a:ext cx="844699" cy="84469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A474E2-E171-4FFD-8141-D7B25A67F2E5}">
      <dsp:nvSpPr>
        <dsp:cNvPr id="0" name=""/>
        <dsp:cNvSpPr/>
      </dsp:nvSpPr>
      <dsp:spPr>
        <a:xfrm>
          <a:off x="884034" y="2365333"/>
          <a:ext cx="4779588" cy="6757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384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/>
            <a:t>Diversidade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kern="1200" dirty="0"/>
            <a:t>Algo diferente de um usuário para outro</a:t>
          </a:r>
        </a:p>
      </dsp:txBody>
      <dsp:txXfrm>
        <a:off x="884034" y="2365333"/>
        <a:ext cx="4779588" cy="675759"/>
      </dsp:txXfrm>
    </dsp:sp>
    <dsp:sp modelId="{22091DCC-4B06-4A7B-B721-C9832B6BA69E}">
      <dsp:nvSpPr>
        <dsp:cNvPr id="0" name=""/>
        <dsp:cNvSpPr/>
      </dsp:nvSpPr>
      <dsp:spPr>
        <a:xfrm>
          <a:off x="461685" y="2280863"/>
          <a:ext cx="844699" cy="84469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453ADC-2D0C-4F2F-A7A2-5B1F2467034A}">
      <dsp:nvSpPr>
        <dsp:cNvPr id="0" name=""/>
        <dsp:cNvSpPr/>
      </dsp:nvSpPr>
      <dsp:spPr>
        <a:xfrm>
          <a:off x="496606" y="3379148"/>
          <a:ext cx="5167016" cy="6757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6384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 err="1"/>
            <a:t>Serendipidade</a:t>
          </a:r>
          <a:endParaRPr lang="pt-BR" sz="19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500" kern="1200" dirty="0"/>
            <a:t>Algo incrível que o surpreenda; uma feliz descoberta</a:t>
          </a:r>
        </a:p>
      </dsp:txBody>
      <dsp:txXfrm>
        <a:off x="496606" y="3379148"/>
        <a:ext cx="5167016" cy="675759"/>
      </dsp:txXfrm>
    </dsp:sp>
    <dsp:sp modelId="{902246D8-89A0-4397-B7AA-96601BB14267}">
      <dsp:nvSpPr>
        <dsp:cNvPr id="0" name=""/>
        <dsp:cNvSpPr/>
      </dsp:nvSpPr>
      <dsp:spPr>
        <a:xfrm>
          <a:off x="74256" y="3294678"/>
          <a:ext cx="844699" cy="84469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F56B7C-8806-46D7-8D2A-9649EFEEB185}">
      <dsp:nvSpPr>
        <dsp:cNvPr id="0" name=""/>
        <dsp:cNvSpPr/>
      </dsp:nvSpPr>
      <dsp:spPr>
        <a:xfrm>
          <a:off x="49" y="30033"/>
          <a:ext cx="4710234" cy="921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1" kern="1200" dirty="0"/>
            <a:t>Exemplos</a:t>
          </a:r>
          <a:endParaRPr lang="pt-BR" sz="3200" kern="1200" dirty="0"/>
        </a:p>
      </dsp:txBody>
      <dsp:txXfrm>
        <a:off x="49" y="30033"/>
        <a:ext cx="4710234" cy="921600"/>
      </dsp:txXfrm>
    </dsp:sp>
    <dsp:sp modelId="{21EBF6AC-B544-4541-AE26-515A6A290046}">
      <dsp:nvSpPr>
        <dsp:cNvPr id="0" name=""/>
        <dsp:cNvSpPr/>
      </dsp:nvSpPr>
      <dsp:spPr>
        <a:xfrm>
          <a:off x="49" y="951633"/>
          <a:ext cx="4710234" cy="33379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200" kern="1200" dirty="0"/>
            <a:t>“Mais vendidos da semana”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200" kern="1200" dirty="0"/>
            <a:t>“Top 10 filmes mais assistidos”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200" kern="1200" dirty="0"/>
            <a:t>“Cursos mais populares do semestre”</a:t>
          </a:r>
        </a:p>
      </dsp:txBody>
      <dsp:txXfrm>
        <a:off x="49" y="951633"/>
        <a:ext cx="4710234" cy="3337920"/>
      </dsp:txXfrm>
    </dsp:sp>
    <dsp:sp modelId="{D77A1A5D-F695-4BC7-AE5B-F8D8DFCE02C2}">
      <dsp:nvSpPr>
        <dsp:cNvPr id="0" name=""/>
        <dsp:cNvSpPr/>
      </dsp:nvSpPr>
      <dsp:spPr>
        <a:xfrm>
          <a:off x="5369716" y="30033"/>
          <a:ext cx="4710234" cy="921600"/>
        </a:xfrm>
        <a:prstGeom prst="rec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1" kern="1200" dirty="0"/>
            <a:t>Limitações</a:t>
          </a:r>
          <a:endParaRPr lang="pt-BR" sz="3200" kern="1200" dirty="0"/>
        </a:p>
      </dsp:txBody>
      <dsp:txXfrm>
        <a:off x="5369716" y="30033"/>
        <a:ext cx="4710234" cy="921600"/>
      </dsp:txXfrm>
    </dsp:sp>
    <dsp:sp modelId="{6A339C7F-265F-45A5-ADAB-CB98A150024E}">
      <dsp:nvSpPr>
        <dsp:cNvPr id="0" name=""/>
        <dsp:cNvSpPr/>
      </dsp:nvSpPr>
      <dsp:spPr>
        <a:xfrm>
          <a:off x="5369716" y="951633"/>
          <a:ext cx="4710234" cy="3337920"/>
        </a:xfrm>
        <a:prstGeom prst="rect">
          <a:avLst/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200" kern="1200" dirty="0"/>
            <a:t>Ignora preferências individuais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200" kern="1200" dirty="0"/>
            <a:t>Menor relevância percebida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3200" kern="1200" dirty="0"/>
            <a:t>Experiência genérica</a:t>
          </a:r>
        </a:p>
      </dsp:txBody>
      <dsp:txXfrm>
        <a:off x="5369716" y="951633"/>
        <a:ext cx="4710234" cy="33379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F56B7C-8806-46D7-8D2A-9649EFEEB185}">
      <dsp:nvSpPr>
        <dsp:cNvPr id="0" name=""/>
        <dsp:cNvSpPr/>
      </dsp:nvSpPr>
      <dsp:spPr>
        <a:xfrm>
          <a:off x="49" y="428710"/>
          <a:ext cx="4710234" cy="8352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b="1" kern="1200" dirty="0"/>
            <a:t>Exemplos</a:t>
          </a:r>
          <a:endParaRPr lang="pt-BR" sz="2900" kern="1200" dirty="0"/>
        </a:p>
      </dsp:txBody>
      <dsp:txXfrm>
        <a:off x="49" y="428710"/>
        <a:ext cx="4710234" cy="835200"/>
      </dsp:txXfrm>
    </dsp:sp>
    <dsp:sp modelId="{21EBF6AC-B544-4541-AE26-515A6A290046}">
      <dsp:nvSpPr>
        <dsp:cNvPr id="0" name=""/>
        <dsp:cNvSpPr/>
      </dsp:nvSpPr>
      <dsp:spPr>
        <a:xfrm>
          <a:off x="49" y="1263910"/>
          <a:ext cx="4710234" cy="262696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900" kern="1200" dirty="0"/>
            <a:t>“Recomendado para você”
“Usuários com perfil semelhante compraram…”
Trilhas de aprendizagem personalizadas</a:t>
          </a:r>
        </a:p>
      </dsp:txBody>
      <dsp:txXfrm>
        <a:off x="49" y="1263910"/>
        <a:ext cx="4710234" cy="2626965"/>
      </dsp:txXfrm>
    </dsp:sp>
    <dsp:sp modelId="{D77A1A5D-F695-4BC7-AE5B-F8D8DFCE02C2}">
      <dsp:nvSpPr>
        <dsp:cNvPr id="0" name=""/>
        <dsp:cNvSpPr/>
      </dsp:nvSpPr>
      <dsp:spPr>
        <a:xfrm>
          <a:off x="5369716" y="428710"/>
          <a:ext cx="4710234" cy="835200"/>
        </a:xfrm>
        <a:prstGeom prst="rec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b="1" kern="1200" dirty="0"/>
            <a:t>Benefícios</a:t>
          </a:r>
          <a:endParaRPr lang="pt-BR" sz="2900" kern="1200" dirty="0"/>
        </a:p>
      </dsp:txBody>
      <dsp:txXfrm>
        <a:off x="5369716" y="428710"/>
        <a:ext cx="4710234" cy="835200"/>
      </dsp:txXfrm>
    </dsp:sp>
    <dsp:sp modelId="{6A339C7F-265F-45A5-ADAB-CB98A150024E}">
      <dsp:nvSpPr>
        <dsp:cNvPr id="0" name=""/>
        <dsp:cNvSpPr/>
      </dsp:nvSpPr>
      <dsp:spPr>
        <a:xfrm>
          <a:off x="5369716" y="1263910"/>
          <a:ext cx="4710234" cy="2626965"/>
        </a:xfrm>
        <a:prstGeom prst="rect">
          <a:avLst/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900" kern="1200" dirty="0"/>
            <a:t>Alta relevância
Maior engajamento
Sensação de experiência individual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pt-BR" sz="2900" kern="1200" dirty="0"/>
        </a:p>
      </dsp:txBody>
      <dsp:txXfrm>
        <a:off x="5369716" y="1263910"/>
        <a:ext cx="4710234" cy="26269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E252D2-4786-45CD-9EE5-D5580F217709}">
      <dsp:nvSpPr>
        <dsp:cNvPr id="0" name=""/>
        <dsp:cNvSpPr/>
      </dsp:nvSpPr>
      <dsp:spPr>
        <a:xfrm>
          <a:off x="3150" y="212463"/>
          <a:ext cx="3071250" cy="633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/>
            <a:t>Dados Explícitos</a:t>
          </a:r>
          <a:endParaRPr lang="pt-BR" sz="2200" kern="1200" dirty="0"/>
        </a:p>
      </dsp:txBody>
      <dsp:txXfrm>
        <a:off x="3150" y="212463"/>
        <a:ext cx="3071250" cy="633600"/>
      </dsp:txXfrm>
    </dsp:sp>
    <dsp:sp modelId="{1EDFEC32-EF67-4142-845C-17D4F02B9133}">
      <dsp:nvSpPr>
        <dsp:cNvPr id="0" name=""/>
        <dsp:cNvSpPr/>
      </dsp:nvSpPr>
      <dsp:spPr>
        <a:xfrm>
          <a:off x="3150" y="846063"/>
          <a:ext cx="3071250" cy="32610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200" kern="1200" dirty="0"/>
            <a:t>Ratings fornecidos pelo usuário (1-5 estrelas)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200" kern="1200"/>
            <a:t>Likes/dislikes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200" kern="1200" dirty="0"/>
            <a:t>Reviews e comentários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200" kern="1200"/>
            <a:t>Listas de favoritos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200" kern="1200" dirty="0"/>
            <a:t>Preferências declaradas no perfil</a:t>
          </a:r>
        </a:p>
      </dsp:txBody>
      <dsp:txXfrm>
        <a:off x="3150" y="846063"/>
        <a:ext cx="3071250" cy="3261060"/>
      </dsp:txXfrm>
    </dsp:sp>
    <dsp:sp modelId="{A4191890-6245-48ED-B971-97A1EF75BE34}">
      <dsp:nvSpPr>
        <dsp:cNvPr id="0" name=""/>
        <dsp:cNvSpPr/>
      </dsp:nvSpPr>
      <dsp:spPr>
        <a:xfrm>
          <a:off x="3504375" y="212463"/>
          <a:ext cx="3071250" cy="633600"/>
        </a:xfrm>
        <a:prstGeom prst="rect">
          <a:avLst/>
        </a:prstGeom>
        <a:solidFill>
          <a:schemeClr val="accent2">
            <a:hueOff val="-419062"/>
            <a:satOff val="-4829"/>
            <a:lumOff val="1079"/>
            <a:alphaOff val="0"/>
          </a:schemeClr>
        </a:solidFill>
        <a:ln w="12700" cap="flat" cmpd="sng" algn="ctr">
          <a:solidFill>
            <a:schemeClr val="accent2">
              <a:hueOff val="-419062"/>
              <a:satOff val="-4829"/>
              <a:lumOff val="10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/>
            <a:t>Dados Implícitos</a:t>
          </a:r>
          <a:endParaRPr lang="pt-BR" sz="2200" kern="1200" dirty="0"/>
        </a:p>
      </dsp:txBody>
      <dsp:txXfrm>
        <a:off x="3504375" y="212463"/>
        <a:ext cx="3071250" cy="633600"/>
      </dsp:txXfrm>
    </dsp:sp>
    <dsp:sp modelId="{62CED997-0920-499E-B4DC-6B5F01591976}">
      <dsp:nvSpPr>
        <dsp:cNvPr id="0" name=""/>
        <dsp:cNvSpPr/>
      </dsp:nvSpPr>
      <dsp:spPr>
        <a:xfrm>
          <a:off x="3504375" y="846063"/>
          <a:ext cx="3071250" cy="3261060"/>
        </a:xfrm>
        <a:prstGeom prst="rect">
          <a:avLst/>
        </a:prstGeom>
        <a:solidFill>
          <a:schemeClr val="accent2">
            <a:tint val="40000"/>
            <a:alpha val="90000"/>
            <a:hueOff val="-726289"/>
            <a:satOff val="-67"/>
            <a:lumOff val="1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26289"/>
              <a:satOff val="-67"/>
              <a:lumOff val="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200" kern="1200" dirty="0"/>
            <a:t>Histórico de compras/visualizações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200" kern="1200" dirty="0"/>
            <a:t>Tempo de permanência em páginas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200" kern="1200" dirty="0"/>
            <a:t>Cliques e navegação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200" kern="1200"/>
            <a:t>Padrões de busca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200" kern="1200" dirty="0"/>
            <a:t>Adições ao carrinho (mesmo sem compra)</a:t>
          </a:r>
        </a:p>
      </dsp:txBody>
      <dsp:txXfrm>
        <a:off x="3504375" y="846063"/>
        <a:ext cx="3071250" cy="3261060"/>
      </dsp:txXfrm>
    </dsp:sp>
    <dsp:sp modelId="{8869CD05-0235-4543-93A2-5B89983CB794}">
      <dsp:nvSpPr>
        <dsp:cNvPr id="0" name=""/>
        <dsp:cNvSpPr/>
      </dsp:nvSpPr>
      <dsp:spPr>
        <a:xfrm>
          <a:off x="7005600" y="212463"/>
          <a:ext cx="3071250" cy="633600"/>
        </a:xfrm>
        <a:prstGeom prst="rec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 dirty="0"/>
            <a:t>Dados Contextuais</a:t>
          </a:r>
          <a:endParaRPr lang="pt-BR" sz="2200" kern="1200" dirty="0"/>
        </a:p>
      </dsp:txBody>
      <dsp:txXfrm>
        <a:off x="7005600" y="212463"/>
        <a:ext cx="3071250" cy="633600"/>
      </dsp:txXfrm>
    </dsp:sp>
    <dsp:sp modelId="{2CA204F0-C11D-42B0-8DF4-F98434D7FAB7}">
      <dsp:nvSpPr>
        <dsp:cNvPr id="0" name=""/>
        <dsp:cNvSpPr/>
      </dsp:nvSpPr>
      <dsp:spPr>
        <a:xfrm>
          <a:off x="7005600" y="846063"/>
          <a:ext cx="3071250" cy="3261060"/>
        </a:xfrm>
        <a:prstGeom prst="rect">
          <a:avLst/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200" kern="1200" dirty="0"/>
            <a:t>Localização geográfica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200" kern="1200" dirty="0"/>
            <a:t>Dispositivo utilizado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200" kern="1200" dirty="0"/>
            <a:t>Horário e dia da semana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200" kern="1200"/>
            <a:t>Condições climáticas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2200" kern="1200" dirty="0"/>
            <a:t>Eventos sociais</a:t>
          </a:r>
        </a:p>
      </dsp:txBody>
      <dsp:txXfrm>
        <a:off x="7005600" y="846063"/>
        <a:ext cx="3071250" cy="3261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19/01/2026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19/01/2026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19/01/2026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10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7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1" r:id="rId4"/>
    <p:sldLayoutId id="214748369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000" dirty="0"/>
              <a:t>Técnicas de recomendação pelo nível de personalização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sz="2700" dirty="0"/>
              <a:t>Definir e identificar os três níveis de personalização em sistemas de recomendação: não personalizada, </a:t>
            </a:r>
            <a:r>
              <a:rPr lang="pt-BR" sz="2700" dirty="0" err="1"/>
              <a:t>semi-personalizada</a:t>
            </a:r>
            <a:r>
              <a:rPr lang="pt-BR" sz="2700" dirty="0"/>
              <a:t> e personalizada</a:t>
            </a:r>
          </a:p>
          <a:p>
            <a:r>
              <a:rPr lang="pt-BR" sz="2700" dirty="0"/>
              <a:t>Diferenciar recomendações não personalizadas de personalizadas, comparando o uso de dados </a:t>
            </a:r>
            <a:r>
              <a:rPr lang="pt-BR" sz="2700" i="1" dirty="0"/>
              <a:t>versus</a:t>
            </a:r>
            <a:r>
              <a:rPr lang="pt-BR" sz="2700" dirty="0"/>
              <a:t> dados individuais</a:t>
            </a:r>
          </a:p>
          <a:p>
            <a:r>
              <a:rPr lang="pt-BR" sz="2700" dirty="0"/>
              <a:t>Explicar as métricas e critérios de ordenação utilizados em recomendações não personalizadas</a:t>
            </a:r>
          </a:p>
          <a:p>
            <a:r>
              <a:rPr lang="pt-BR" sz="2700" dirty="0"/>
              <a:t>Classificar tipos de recomendação com base no nível de segmentação aplicada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Recomendação</a:t>
            </a:r>
          </a:p>
        </p:txBody>
      </p:sp>
      <p:sp>
        <p:nvSpPr>
          <p:cNvPr id="6" name="Cubo 5"/>
          <p:cNvSpPr/>
          <p:nvPr/>
        </p:nvSpPr>
        <p:spPr>
          <a:xfrm>
            <a:off x="5087888" y="2996952"/>
            <a:ext cx="2016224" cy="1296144"/>
          </a:xfrm>
          <a:prstGeom prst="cub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de recomendação</a:t>
            </a:r>
          </a:p>
        </p:txBody>
      </p:sp>
      <p:pic>
        <p:nvPicPr>
          <p:cNvPr id="14340" name="Picture 4" descr="3 formas de gerenciar seus usuário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1772816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Livros clipart. Download grátis. | Creazill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4293096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de Seta Reta 4"/>
          <p:cNvCxnSpPr/>
          <p:nvPr/>
        </p:nvCxnSpPr>
        <p:spPr>
          <a:xfrm>
            <a:off x="2999656" y="2708920"/>
            <a:ext cx="2016224" cy="503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 flipV="1">
            <a:off x="2963572" y="4149080"/>
            <a:ext cx="1980300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3647728" y="2169650"/>
            <a:ext cx="1114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Dados de </a:t>
            </a:r>
            <a:br>
              <a:rPr lang="pt-BR" dirty="0"/>
            </a:br>
            <a:r>
              <a:rPr lang="pt-BR" dirty="0"/>
              <a:t>usuários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647728" y="4689930"/>
            <a:ext cx="1114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Dados de </a:t>
            </a:r>
            <a:br>
              <a:rPr lang="pt-BR" dirty="0"/>
            </a:br>
            <a:r>
              <a:rPr lang="pt-BR" dirty="0"/>
              <a:t>itens</a:t>
            </a:r>
          </a:p>
        </p:txBody>
      </p:sp>
      <p:pic>
        <p:nvPicPr>
          <p:cNvPr id="14346" name="Picture 10" descr="Livro verde clipart. Download grátis. | Creaz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80" y="2443978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8" name="Picture 12" descr="Livro fechado clipart. Download grátis. |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80" y="3212816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0" name="Picture 14" descr="Livro azul clipart. Download grátis. | Creazill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80" y="398165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de Seta Reta 12"/>
          <p:cNvCxnSpPr/>
          <p:nvPr/>
        </p:nvCxnSpPr>
        <p:spPr>
          <a:xfrm flipV="1">
            <a:off x="7320136" y="3572816"/>
            <a:ext cx="2160240" cy="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7510076" y="3741090"/>
            <a:ext cx="17803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Ranking de itens </a:t>
            </a:r>
            <a:br>
              <a:rPr lang="pt-BR" dirty="0"/>
            </a:br>
            <a:r>
              <a:rPr lang="pt-BR" dirty="0"/>
              <a:t>recomendados</a:t>
            </a:r>
            <a:br>
              <a:rPr lang="pt-BR" dirty="0"/>
            </a:br>
            <a:r>
              <a:rPr lang="pt-BR" dirty="0"/>
              <a:t>para um usuário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10560496" y="251960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0.985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10560495" y="331376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0.921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10560495" y="410843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0.852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03912" y="4385873"/>
            <a:ext cx="143968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2"/>
                </a:solidFill>
              </a:rPr>
              <a:t>Comportamento 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Relações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Similaridade 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Contexto</a:t>
            </a:r>
          </a:p>
          <a:p>
            <a:pPr algn="ctr"/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DBAFB52-1DAC-0647-8E07-528190C0AD24}"/>
              </a:ext>
            </a:extLst>
          </p:cNvPr>
          <p:cNvSpPr txBox="1"/>
          <p:nvPr/>
        </p:nvSpPr>
        <p:spPr>
          <a:xfrm>
            <a:off x="3576000" y="5997247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2167079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o usuário deseja?</a:t>
            </a:r>
          </a:p>
        </p:txBody>
      </p:sp>
      <p:graphicFrame>
        <p:nvGraphicFramePr>
          <p:cNvPr id="7" name="Espaço Reservado para Conteúdo 6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786497690"/>
              </p:ext>
            </p:extLst>
          </p:nvPr>
        </p:nvGraphicFramePr>
        <p:xfrm>
          <a:off x="5975469" y="1773238"/>
          <a:ext cx="5724000" cy="4392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CF2EDF96-254B-9B9F-E6AA-9684FA20049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906"/>
          <a:stretch/>
        </p:blipFill>
        <p:spPr>
          <a:xfrm>
            <a:off x="926523" y="1912260"/>
            <a:ext cx="4636466" cy="303348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28A702C-2B0B-4C13-A4A7-F8A6EF86CAA1}"/>
              </a:ext>
            </a:extLst>
          </p:cNvPr>
          <p:cNvSpPr txBox="1"/>
          <p:nvPr/>
        </p:nvSpPr>
        <p:spPr>
          <a:xfrm>
            <a:off x="1032755" y="5197028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407548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ítulo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por nível de personalização</a:t>
            </a:r>
          </a:p>
        </p:txBody>
      </p:sp>
      <p:cxnSp>
        <p:nvCxnSpPr>
          <p:cNvPr id="5" name="Conector de Seta Reta 4"/>
          <p:cNvCxnSpPr/>
          <p:nvPr/>
        </p:nvCxnSpPr>
        <p:spPr>
          <a:xfrm>
            <a:off x="1631504" y="3068960"/>
            <a:ext cx="871296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Agrupar 27"/>
          <p:cNvGrpSpPr/>
          <p:nvPr/>
        </p:nvGrpSpPr>
        <p:grpSpPr>
          <a:xfrm>
            <a:off x="1631504" y="3212976"/>
            <a:ext cx="2304256" cy="1722931"/>
            <a:chOff x="1631504" y="3212976"/>
            <a:chExt cx="2304256" cy="1722931"/>
          </a:xfrm>
        </p:grpSpPr>
        <p:sp>
          <p:nvSpPr>
            <p:cNvPr id="8" name="Retângulo Arredondado 7"/>
            <p:cNvSpPr/>
            <p:nvPr/>
          </p:nvSpPr>
          <p:spPr>
            <a:xfrm>
              <a:off x="1631504" y="3711771"/>
              <a:ext cx="2304256" cy="122413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/>
                <a:t>Top N itens </a:t>
              </a:r>
              <a:br>
                <a:rPr lang="pt-BR" dirty="0"/>
              </a:br>
              <a:r>
                <a:rPr lang="pt-BR" sz="1400" dirty="0"/>
                <a:t>(</a:t>
              </a:r>
              <a:r>
                <a:rPr lang="pt-BR" sz="1400" dirty="0" err="1"/>
                <a:t>ex</a:t>
              </a:r>
              <a:r>
                <a:rPr lang="pt-BR" sz="1400" dirty="0"/>
                <a:t>: mais populares ou melhor avaliados)</a:t>
              </a:r>
            </a:p>
          </p:txBody>
        </p:sp>
        <p:cxnSp>
          <p:nvCxnSpPr>
            <p:cNvPr id="10" name="Conector de Seta Reta 9"/>
            <p:cNvCxnSpPr>
              <a:stCxn id="8" idx="0"/>
            </p:cNvCxnSpPr>
            <p:nvPr/>
          </p:nvCxnSpPr>
          <p:spPr>
            <a:xfrm flipV="1">
              <a:off x="2783632" y="3212976"/>
              <a:ext cx="0" cy="4987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Agrupar 28"/>
          <p:cNvGrpSpPr/>
          <p:nvPr/>
        </p:nvGrpSpPr>
        <p:grpSpPr>
          <a:xfrm>
            <a:off x="4835860" y="3212976"/>
            <a:ext cx="2304256" cy="1722931"/>
            <a:chOff x="4835860" y="3212976"/>
            <a:chExt cx="2304256" cy="1722931"/>
          </a:xfrm>
        </p:grpSpPr>
        <p:sp>
          <p:nvSpPr>
            <p:cNvPr id="18" name="Retângulo Arredondado 17"/>
            <p:cNvSpPr/>
            <p:nvPr/>
          </p:nvSpPr>
          <p:spPr>
            <a:xfrm>
              <a:off x="4835860" y="3711771"/>
              <a:ext cx="2304256" cy="122413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/>
                <a:t>Segmentação</a:t>
              </a:r>
              <a:br>
                <a:rPr lang="pt-BR" dirty="0"/>
              </a:br>
              <a:r>
                <a:rPr lang="pt-BR" sz="1400" dirty="0"/>
                <a:t>(</a:t>
              </a:r>
              <a:r>
                <a:rPr lang="pt-BR" sz="1400" dirty="0" err="1"/>
                <a:t>ex</a:t>
              </a:r>
              <a:r>
                <a:rPr lang="pt-BR" sz="1400" dirty="0"/>
                <a:t>: idade, local, gênero)</a:t>
              </a:r>
              <a:endParaRPr lang="pt-BR" sz="1600" dirty="0"/>
            </a:p>
          </p:txBody>
        </p:sp>
        <p:cxnSp>
          <p:nvCxnSpPr>
            <p:cNvPr id="22" name="Conector de Seta Reta 21"/>
            <p:cNvCxnSpPr>
              <a:stCxn id="18" idx="0"/>
            </p:cNvCxnSpPr>
            <p:nvPr/>
          </p:nvCxnSpPr>
          <p:spPr>
            <a:xfrm flipV="1">
              <a:off x="5987988" y="3212976"/>
              <a:ext cx="0" cy="4987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Agrupar 29"/>
          <p:cNvGrpSpPr/>
          <p:nvPr/>
        </p:nvGrpSpPr>
        <p:grpSpPr>
          <a:xfrm>
            <a:off x="8040216" y="3212976"/>
            <a:ext cx="2304256" cy="1728058"/>
            <a:chOff x="8040216" y="3212976"/>
            <a:chExt cx="2304256" cy="1728058"/>
          </a:xfrm>
        </p:grpSpPr>
        <p:sp>
          <p:nvSpPr>
            <p:cNvPr id="19" name="Retângulo Arredondado 18"/>
            <p:cNvSpPr/>
            <p:nvPr/>
          </p:nvSpPr>
          <p:spPr>
            <a:xfrm>
              <a:off x="8040216" y="3716898"/>
              <a:ext cx="2304256" cy="1224136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000" dirty="0"/>
                <a:t>Personalização</a:t>
              </a:r>
              <a:endParaRPr lang="pt-BR" dirty="0"/>
            </a:p>
            <a:p>
              <a:pPr algn="ctr"/>
              <a:r>
                <a:rPr lang="pt-BR" sz="1400" dirty="0"/>
                <a:t>(</a:t>
              </a:r>
              <a:r>
                <a:rPr lang="pt-BR" sz="1400" dirty="0" err="1"/>
                <a:t>ex</a:t>
              </a:r>
              <a:r>
                <a:rPr lang="pt-BR" sz="1400" dirty="0"/>
                <a:t>: preferências, perfil, relações)</a:t>
              </a:r>
              <a:endParaRPr lang="pt-BR" sz="1600" dirty="0"/>
            </a:p>
          </p:txBody>
        </p:sp>
        <p:cxnSp>
          <p:nvCxnSpPr>
            <p:cNvPr id="24" name="Conector de Seta Reta 23"/>
            <p:cNvCxnSpPr>
              <a:stCxn id="19" idx="0"/>
            </p:cNvCxnSpPr>
            <p:nvPr/>
          </p:nvCxnSpPr>
          <p:spPr>
            <a:xfrm flipV="1">
              <a:off x="9192344" y="3212976"/>
              <a:ext cx="0" cy="5039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aixaDeTexto 24"/>
          <p:cNvSpPr txBox="1"/>
          <p:nvPr/>
        </p:nvSpPr>
        <p:spPr>
          <a:xfrm>
            <a:off x="1827183" y="2583794"/>
            <a:ext cx="1912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Não personalizada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984253" y="2583793"/>
            <a:ext cx="2007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 err="1"/>
              <a:t>Semi-personalizada</a:t>
            </a:r>
            <a:endParaRPr lang="pt-BR" dirty="0"/>
          </a:p>
        </p:txBody>
      </p:sp>
      <p:sp>
        <p:nvSpPr>
          <p:cNvPr id="27" name="CaixaDeTexto 26"/>
          <p:cNvSpPr txBox="1"/>
          <p:nvPr/>
        </p:nvSpPr>
        <p:spPr>
          <a:xfrm>
            <a:off x="8457014" y="2581230"/>
            <a:ext cx="1470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Personalizada</a:t>
            </a:r>
          </a:p>
        </p:txBody>
      </p:sp>
    </p:spTree>
    <p:extLst>
      <p:ext uri="{BB962C8B-B14F-4D97-AF65-F5344CB8AC3E}">
        <p14:creationId xmlns:p14="http://schemas.microsoft.com/office/powerpoint/2010/main" val="371540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B0B05664-B9E8-4645-A064-5C337769232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dirty="0"/>
              <a:t>Recomendação Não Personalizada</a:t>
            </a:r>
          </a:p>
          <a:p>
            <a:pPr lvl="1"/>
            <a:r>
              <a:rPr lang="pt-BR" dirty="0"/>
              <a:t>Mesmas sugestões para todos os usuários</a:t>
            </a:r>
          </a:p>
          <a:p>
            <a:pPr lvl="1"/>
            <a:r>
              <a:rPr lang="pt-BR" dirty="0"/>
              <a:t>Baseada em popularidade, tendências ou estatísticas globais</a:t>
            </a:r>
          </a:p>
          <a:p>
            <a:r>
              <a:rPr lang="pt-BR" dirty="0"/>
              <a:t>Recomendação Personalizada</a:t>
            </a:r>
          </a:p>
          <a:p>
            <a:pPr lvl="1"/>
            <a:r>
              <a:rPr lang="pt-BR" dirty="0"/>
              <a:t>Sugestões específicas para cada usuário</a:t>
            </a:r>
          </a:p>
          <a:p>
            <a:pPr lvl="1"/>
            <a:r>
              <a:rPr lang="pt-BR" dirty="0"/>
              <a:t>Baseada em perfil, histórico e comportamento individual</a:t>
            </a:r>
          </a:p>
          <a:p>
            <a:r>
              <a:rPr lang="pt-BR" dirty="0"/>
              <a:t>Recomendação </a:t>
            </a:r>
            <a:r>
              <a:rPr lang="pt-BR" dirty="0" err="1"/>
              <a:t>Semi-Personalizada</a:t>
            </a:r>
            <a:endParaRPr lang="pt-BR" dirty="0"/>
          </a:p>
          <a:p>
            <a:pPr lvl="1"/>
            <a:r>
              <a:rPr lang="pt-BR" dirty="0"/>
              <a:t>Sugestões com algum tipo de segmentação (geográfica, demográfica)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6731D5C-FB1A-DAA3-F825-E64012C37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Classificação por nível de personalização</a:t>
            </a:r>
          </a:p>
        </p:txBody>
      </p:sp>
    </p:spTree>
    <p:extLst>
      <p:ext uri="{BB962C8B-B14F-4D97-AF65-F5344CB8AC3E}">
        <p14:creationId xmlns:p14="http://schemas.microsoft.com/office/powerpoint/2010/main" val="1271621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E52537F-0486-379E-D1EF-3E85B437E74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A recomendação </a:t>
            </a:r>
            <a:r>
              <a:rPr lang="pt-BR" b="1" dirty="0"/>
              <a:t>não personalizada</a:t>
            </a:r>
            <a:r>
              <a:rPr lang="pt-BR" dirty="0"/>
              <a:t> oferece sugestões </a:t>
            </a:r>
            <a:r>
              <a:rPr lang="pt-BR" b="1" dirty="0"/>
              <a:t>iguais para todos os usuários</a:t>
            </a:r>
            <a:r>
              <a:rPr lang="pt-BR" dirty="0"/>
              <a:t>, sem considerar histórico, perfil ou contexto individual</a:t>
            </a:r>
          </a:p>
          <a:p>
            <a:r>
              <a:rPr lang="pt-BR" dirty="0"/>
              <a:t>Características</a:t>
            </a:r>
          </a:p>
          <a:p>
            <a:pPr lvl="1"/>
            <a:r>
              <a:rPr lang="pt-BR" dirty="0"/>
              <a:t>Baseada em </a:t>
            </a:r>
            <a:r>
              <a:rPr lang="pt-BR" b="1" dirty="0"/>
              <a:t>popularidade</a:t>
            </a:r>
            <a:r>
              <a:rPr lang="pt-BR" dirty="0"/>
              <a:t>, </a:t>
            </a:r>
            <a:r>
              <a:rPr lang="pt-BR" b="1" dirty="0"/>
              <a:t>tendências globais</a:t>
            </a:r>
            <a:r>
              <a:rPr lang="pt-BR" dirty="0"/>
              <a:t> ou </a:t>
            </a:r>
            <a:r>
              <a:rPr lang="pt-BR" b="1" dirty="0"/>
              <a:t>curadoria manual</a:t>
            </a:r>
            <a:endParaRPr lang="pt-BR" dirty="0"/>
          </a:p>
          <a:p>
            <a:pPr lvl="1"/>
            <a:r>
              <a:rPr lang="pt-BR" dirty="0"/>
              <a:t>Não utiliza dados individuais</a:t>
            </a:r>
          </a:p>
          <a:p>
            <a:pPr lvl="1"/>
            <a:r>
              <a:rPr lang="pt-BR" dirty="0"/>
              <a:t>Simples de implementar</a:t>
            </a:r>
          </a:p>
          <a:p>
            <a:pPr lvl="1"/>
            <a:r>
              <a:rPr lang="pt-BR" dirty="0"/>
              <a:t>Escalável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2DE4C22-161B-1DDE-BF2A-884AE7E8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Recomendação Não Personalizada</a:t>
            </a:r>
          </a:p>
        </p:txBody>
      </p:sp>
    </p:spTree>
    <p:extLst>
      <p:ext uri="{BB962C8B-B14F-4D97-AF65-F5344CB8AC3E}">
        <p14:creationId xmlns:p14="http://schemas.microsoft.com/office/powerpoint/2010/main" val="1518093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2DE4C22-161B-1DDE-BF2A-884AE7E8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Recomendação Não Personalizada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CC0D7268-5F64-0AD5-54FC-A21174EFE087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603983097"/>
              </p:ext>
            </p:extLst>
          </p:nvPr>
        </p:nvGraphicFramePr>
        <p:xfrm>
          <a:off x="1056000" y="1855788"/>
          <a:ext cx="10080000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0888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Recomendação Não Personalizada</a:t>
            </a:r>
          </a:p>
        </p:txBody>
      </p:sp>
      <p:sp>
        <p:nvSpPr>
          <p:cNvPr id="5" name="Balão de Fala: Oval 4">
            <a:extLst>
              <a:ext uri="{FF2B5EF4-FFF2-40B4-BE49-F238E27FC236}">
                <a16:creationId xmlns:a16="http://schemas.microsoft.com/office/drawing/2014/main" id="{3298EBAF-27C9-4C32-84C1-144798A3AB26}"/>
              </a:ext>
            </a:extLst>
          </p:cNvPr>
          <p:cNvSpPr/>
          <p:nvPr/>
        </p:nvSpPr>
        <p:spPr>
          <a:xfrm>
            <a:off x="447747" y="2756542"/>
            <a:ext cx="1656184" cy="942953"/>
          </a:xfrm>
          <a:prstGeom prst="wedgeEllipseCallout">
            <a:avLst>
              <a:gd name="adj1" fmla="val 77853"/>
              <a:gd name="adj2" fmla="val -607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dirty="0"/>
              <a:t>Com segmentação</a:t>
            </a:r>
          </a:p>
        </p:txBody>
      </p:sp>
      <p:sp>
        <p:nvSpPr>
          <p:cNvPr id="8" name="Balão de Fala: Oval 7">
            <a:extLst>
              <a:ext uri="{FF2B5EF4-FFF2-40B4-BE49-F238E27FC236}">
                <a16:creationId xmlns:a16="http://schemas.microsoft.com/office/drawing/2014/main" id="{7C88289E-E864-4BDF-94A9-E13F269E6C1F}"/>
              </a:ext>
            </a:extLst>
          </p:cNvPr>
          <p:cNvSpPr/>
          <p:nvPr/>
        </p:nvSpPr>
        <p:spPr>
          <a:xfrm>
            <a:off x="9600437" y="4288702"/>
            <a:ext cx="1656184" cy="942953"/>
          </a:xfrm>
          <a:prstGeom prst="wedgeEllipseCallout">
            <a:avLst>
              <a:gd name="adj1" fmla="val -70770"/>
              <a:gd name="adj2" fmla="val 4651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dirty="0"/>
              <a:t>Sem segmentação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DCD0D2C-0912-915A-3F9A-BCE0CD7BD5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714" b="26648"/>
          <a:stretch/>
        </p:blipFill>
        <p:spPr>
          <a:xfrm>
            <a:off x="2453269" y="1547769"/>
            <a:ext cx="9067335" cy="2160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971D9025-76A8-5473-2F39-0704171E12E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9875" b="24944"/>
          <a:stretch/>
        </p:blipFill>
        <p:spPr>
          <a:xfrm>
            <a:off x="574569" y="3966552"/>
            <a:ext cx="8757423" cy="2160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0115892-3C5F-84E3-9037-AB1D8B9EF8A6}"/>
              </a:ext>
            </a:extLst>
          </p:cNvPr>
          <p:cNvSpPr txBox="1"/>
          <p:nvPr/>
        </p:nvSpPr>
        <p:spPr>
          <a:xfrm>
            <a:off x="2741279" y="6104250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A4052B8-2319-24CD-BB21-8693F7F7888B}"/>
              </a:ext>
            </a:extLst>
          </p:cNvPr>
          <p:cNvSpPr txBox="1"/>
          <p:nvPr/>
        </p:nvSpPr>
        <p:spPr>
          <a:xfrm>
            <a:off x="4774935" y="3442798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159670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488D0D46-B34A-6326-4D01-17ED8F44E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06330"/>
            <a:ext cx="5276086" cy="3869473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08E181-50D3-4F37-8B49-BEDA2BFE262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2106330"/>
            <a:ext cx="4992325" cy="4069458"/>
          </a:xfrm>
        </p:spPr>
        <p:txBody>
          <a:bodyPr/>
          <a:lstStyle/>
          <a:p>
            <a:r>
              <a:rPr lang="pt-BR" dirty="0"/>
              <a:t>Recomendações de itens </a:t>
            </a:r>
            <a:r>
              <a:rPr lang="pt-BR" u="sng" dirty="0"/>
              <a:t>associados</a:t>
            </a:r>
            <a:r>
              <a:rPr lang="pt-BR" dirty="0"/>
              <a:t> a outro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4A914E-5A15-4AEC-8E04-88286F9D2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Recomendação Não Personalizada</a:t>
            </a:r>
          </a:p>
        </p:txBody>
      </p:sp>
      <p:sp>
        <p:nvSpPr>
          <p:cNvPr id="7" name="Balão de Fala: Oval 6">
            <a:extLst>
              <a:ext uri="{FF2B5EF4-FFF2-40B4-BE49-F238E27FC236}">
                <a16:creationId xmlns:a16="http://schemas.microsoft.com/office/drawing/2014/main" id="{3FFE8D50-A7B4-4FB2-A07C-EC1ECFBA0C66}"/>
              </a:ext>
            </a:extLst>
          </p:cNvPr>
          <p:cNvSpPr/>
          <p:nvPr/>
        </p:nvSpPr>
        <p:spPr>
          <a:xfrm>
            <a:off x="2885189" y="4141059"/>
            <a:ext cx="2567756" cy="942953"/>
          </a:xfrm>
          <a:prstGeom prst="wedgeEllipseCallout">
            <a:avLst>
              <a:gd name="adj1" fmla="val 80699"/>
              <a:gd name="adj2" fmla="val -877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dirty="0"/>
              <a:t>Itens comprados juntos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7F84431-87D1-AF3E-D609-414BDD81B834}"/>
              </a:ext>
            </a:extLst>
          </p:cNvPr>
          <p:cNvSpPr txBox="1"/>
          <p:nvPr/>
        </p:nvSpPr>
        <p:spPr>
          <a:xfrm>
            <a:off x="6522042" y="5997247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097544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E52537F-0486-379E-D1EF-3E85B437E74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A recomendação </a:t>
            </a:r>
            <a:r>
              <a:rPr lang="pt-BR" b="1" dirty="0"/>
              <a:t>personalizada</a:t>
            </a:r>
            <a:r>
              <a:rPr lang="pt-BR" dirty="0"/>
              <a:t> adapta os itens sugeridos </a:t>
            </a:r>
            <a:r>
              <a:rPr lang="pt-BR" b="1" dirty="0"/>
              <a:t>ao perfil, comportamento ou contexto do usuário</a:t>
            </a:r>
            <a:endParaRPr lang="pt-BR" dirty="0"/>
          </a:p>
          <a:p>
            <a:r>
              <a:rPr lang="pt-BR" dirty="0"/>
              <a:t>Características</a:t>
            </a:r>
          </a:p>
          <a:p>
            <a:pPr lvl="1"/>
            <a:r>
              <a:rPr lang="pt-BR" dirty="0"/>
              <a:t>Requer coleta e armazenamento de dados de usuários</a:t>
            </a:r>
          </a:p>
          <a:p>
            <a:pPr lvl="1"/>
            <a:r>
              <a:rPr lang="pt-BR" dirty="0"/>
              <a:t>Maior complexidade computacional</a:t>
            </a:r>
          </a:p>
          <a:p>
            <a:pPr lvl="1"/>
            <a:r>
              <a:rPr lang="pt-BR" dirty="0"/>
              <a:t>Cada usuário recebe sugestões únicas</a:t>
            </a:r>
          </a:p>
          <a:p>
            <a:pPr lvl="1"/>
            <a:r>
              <a:rPr lang="pt-BR" dirty="0"/>
              <a:t>Melhora com o tempo (aprendizado contínuo)</a:t>
            </a:r>
          </a:p>
          <a:p>
            <a:pPr lvl="1"/>
            <a:r>
              <a:rPr lang="pt-BR" dirty="0"/>
              <a:t>Maior relevância e engajamento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2DE4C22-161B-1DDE-BF2A-884AE7E8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Recomendação Personalizada</a:t>
            </a:r>
          </a:p>
        </p:txBody>
      </p:sp>
    </p:spTree>
    <p:extLst>
      <p:ext uri="{BB962C8B-B14F-4D97-AF65-F5344CB8AC3E}">
        <p14:creationId xmlns:p14="http://schemas.microsoft.com/office/powerpoint/2010/main" val="3504785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2DE4C22-161B-1DDE-BF2A-884AE7E8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Recomendação Personalizada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CC0D7268-5F64-0AD5-54FC-A21174EFE087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206510188"/>
              </p:ext>
            </p:extLst>
          </p:nvPr>
        </p:nvGraphicFramePr>
        <p:xfrm>
          <a:off x="1056000" y="1855788"/>
          <a:ext cx="10080000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45096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/>
          <p:cNvPicPr>
            <a:picLocks noChangeAspect="1"/>
          </p:cNvPicPr>
          <p:nvPr/>
        </p:nvPicPr>
        <p:blipFill rotWithShape="1">
          <a:blip r:embed="rId2"/>
          <a:srcRect t="5455" r="19485" b="8513"/>
          <a:stretch/>
        </p:blipFill>
        <p:spPr>
          <a:xfrm>
            <a:off x="776763" y="3510365"/>
            <a:ext cx="1273849" cy="85727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Recomendação Personalizada</a:t>
            </a:r>
          </a:p>
        </p:txBody>
      </p:sp>
      <p:sp>
        <p:nvSpPr>
          <p:cNvPr id="6" name="Cubo 5"/>
          <p:cNvSpPr/>
          <p:nvPr/>
        </p:nvSpPr>
        <p:spPr>
          <a:xfrm>
            <a:off x="5087888" y="3501008"/>
            <a:ext cx="2016224" cy="1296144"/>
          </a:xfrm>
          <a:prstGeom prst="cub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de recomendação</a:t>
            </a:r>
          </a:p>
        </p:txBody>
      </p:sp>
      <p:pic>
        <p:nvPicPr>
          <p:cNvPr id="13322" name="Picture 10" descr="Male Icon 1600*1600 transprent Png Free Download - Communication, Hearing,  Chin. - CleanPNG / KissP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156" y="3473319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9264352" y="3068960"/>
          <a:ext cx="19382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125">
                  <a:extLst>
                    <a:ext uri="{9D8B030D-6E8A-4147-A177-3AD203B41FA5}">
                      <a16:colId xmlns:a16="http://schemas.microsoft.com/office/drawing/2014/main" val="2209866978"/>
                    </a:ext>
                  </a:extLst>
                </a:gridCol>
                <a:gridCol w="969125">
                  <a:extLst>
                    <a:ext uri="{9D8B030D-6E8A-4147-A177-3AD203B41FA5}">
                      <a16:colId xmlns:a16="http://schemas.microsoft.com/office/drawing/2014/main" val="3395637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238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572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54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194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815230"/>
                  </a:ext>
                </a:extLst>
              </a:tr>
            </a:tbl>
          </a:graphicData>
        </a:graphic>
      </p:graphicFrame>
      <p:pic>
        <p:nvPicPr>
          <p:cNvPr id="15" name="Picture 10" descr="Livro verde clipart. Download grátis. | Creaz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49230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Livro fechado clipart. Download grátis. |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89829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Livro azul clipart. Download grátis. | Creazill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43033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eta para a Direita 8"/>
          <p:cNvSpPr/>
          <p:nvPr/>
        </p:nvSpPr>
        <p:spPr>
          <a:xfrm>
            <a:off x="7320136" y="3941680"/>
            <a:ext cx="1800199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343201" y="5057876"/>
            <a:ext cx="17805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/>
              <a:t>Lista de </a:t>
            </a:r>
            <a:br>
              <a:rPr lang="pt-BR" sz="2000" dirty="0"/>
            </a:br>
            <a:r>
              <a:rPr lang="pt-BR" sz="2000" dirty="0"/>
              <a:t>Recomendação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1718663" y="4377540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Preferências e </a:t>
            </a:r>
            <a:br>
              <a:rPr lang="pt-BR" sz="1200" dirty="0"/>
            </a:br>
            <a:r>
              <a:rPr lang="pt-BR" sz="1200" dirty="0"/>
              <a:t>perfil do usuário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4739268" y="1981021"/>
            <a:ext cx="6463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dirty="0"/>
              <a:t>Recomendações definidas de acordo com o comportamento, perfil e preferências do usuário</a:t>
            </a:r>
          </a:p>
        </p:txBody>
      </p:sp>
      <p:sp>
        <p:nvSpPr>
          <p:cNvPr id="19" name="Seta para a Direita 8">
            <a:extLst>
              <a:ext uri="{FF2B5EF4-FFF2-40B4-BE49-F238E27FC236}">
                <a16:creationId xmlns:a16="http://schemas.microsoft.com/office/drawing/2014/main" id="{0E63FC2D-5EA2-45C9-92B2-2DBE65BE5080}"/>
              </a:ext>
            </a:extLst>
          </p:cNvPr>
          <p:cNvSpPr/>
          <p:nvPr/>
        </p:nvSpPr>
        <p:spPr>
          <a:xfrm>
            <a:off x="3030422" y="3968960"/>
            <a:ext cx="1800199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4FC9AF9-92E6-9A0A-1643-E55D2F57DD62}"/>
              </a:ext>
            </a:extLst>
          </p:cNvPr>
          <p:cNvSpPr txBox="1"/>
          <p:nvPr/>
        </p:nvSpPr>
        <p:spPr>
          <a:xfrm>
            <a:off x="3576000" y="5997247"/>
            <a:ext cx="504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2415797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Recomendação Personalizada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ADAC04A-808B-2A89-FE89-D5E0985CE1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99"/>
          <a:stretch/>
        </p:blipFill>
        <p:spPr>
          <a:xfrm>
            <a:off x="1809489" y="1728483"/>
            <a:ext cx="8573020" cy="442265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30790C0-266B-5B6C-751C-50327D9AFA15}"/>
              </a:ext>
            </a:extLst>
          </p:cNvPr>
          <p:cNvSpPr txBox="1"/>
          <p:nvPr/>
        </p:nvSpPr>
        <p:spPr>
          <a:xfrm>
            <a:off x="3883998" y="6218647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635499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2DE4C22-161B-1DDE-BF2A-884AE7E82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Dados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CC0D7268-5F64-0AD5-54FC-A21174EFE087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066176526"/>
              </p:ext>
            </p:extLst>
          </p:nvPr>
        </p:nvGraphicFramePr>
        <p:xfrm>
          <a:off x="1056000" y="1855788"/>
          <a:ext cx="10080000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97100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2DC3206F-7B19-70E6-0D33-79C83E19C85F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802187112"/>
              </p:ext>
            </p:extLst>
          </p:nvPr>
        </p:nvGraphicFramePr>
        <p:xfrm>
          <a:off x="1056000" y="1855788"/>
          <a:ext cx="10080000" cy="3535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60000">
                  <a:extLst>
                    <a:ext uri="{9D8B030D-6E8A-4147-A177-3AD203B41FA5}">
                      <a16:colId xmlns:a16="http://schemas.microsoft.com/office/drawing/2014/main" val="1526696443"/>
                    </a:ext>
                  </a:extLst>
                </a:gridCol>
                <a:gridCol w="3360000">
                  <a:extLst>
                    <a:ext uri="{9D8B030D-6E8A-4147-A177-3AD203B41FA5}">
                      <a16:colId xmlns:a16="http://schemas.microsoft.com/office/drawing/2014/main" val="927567258"/>
                    </a:ext>
                  </a:extLst>
                </a:gridCol>
                <a:gridCol w="3360000">
                  <a:extLst>
                    <a:ext uri="{9D8B030D-6E8A-4147-A177-3AD203B41FA5}">
                      <a16:colId xmlns:a16="http://schemas.microsoft.com/office/drawing/2014/main" val="16524898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800"/>
                        <a:t>Critério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/>
                        <a:t>Não Personalizada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/>
                        <a:t>Personalizada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469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b="1" dirty="0"/>
                        <a:t>Dados do usuário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/>
                        <a:t>Não utiliza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/>
                        <a:t>Utiliza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2389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b="1" dirty="0"/>
                        <a:t>Complexidade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/>
                        <a:t>Baixa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/>
                        <a:t>Média/Alta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294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b="1" dirty="0"/>
                        <a:t>Relevância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/>
                        <a:t>Baixa a média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/>
                        <a:t>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074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b="1" dirty="0"/>
                        <a:t>Escalabilidade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/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Alta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7642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b="1" dirty="0"/>
                        <a:t>Experiência do usuário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/>
                        <a:t>Genérica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Individualizada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1691494"/>
                  </a:ext>
                </a:extLst>
              </a:tr>
            </a:tbl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01A3D0BF-2B88-ABB2-643E-9C3170073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Comparação</a:t>
            </a:r>
          </a:p>
        </p:txBody>
      </p:sp>
    </p:spTree>
    <p:extLst>
      <p:ext uri="{BB962C8B-B14F-4D97-AF65-F5344CB8AC3E}">
        <p14:creationId xmlns:p14="http://schemas.microsoft.com/office/powerpoint/2010/main" val="2914285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AF723D1-D19A-B782-308E-A3E8AF933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6EBC5B9-B125-EDC0-D071-5A73C1032EE3}"/>
              </a:ext>
            </a:extLst>
          </p:cNvPr>
          <p:cNvSpPr txBox="1"/>
          <p:nvPr/>
        </p:nvSpPr>
        <p:spPr>
          <a:xfrm>
            <a:off x="3884000" y="6104250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686063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10544</TotalTime>
  <Words>626</Words>
  <Application>Microsoft Office PowerPoint</Application>
  <PresentationFormat>Widescreen</PresentationFormat>
  <Paragraphs>138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18</vt:i4>
      </vt:variant>
    </vt:vector>
  </HeadingPairs>
  <TitlesOfParts>
    <vt:vector size="28" baseType="lpstr">
      <vt:lpstr>Wingdings</vt:lpstr>
      <vt:lpstr>Montserrat</vt:lpstr>
      <vt:lpstr>Cronos Pro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Técnicas de recomendação pelo nível de personalização</vt:lpstr>
      <vt:lpstr>Objetivos de Aprendizagem</vt:lpstr>
      <vt:lpstr>Sistemas de Recomendação</vt:lpstr>
      <vt:lpstr>O que o usuário deseja?</vt:lpstr>
      <vt:lpstr>Classificação por nível de personalização</vt:lpstr>
      <vt:lpstr>Classificação por nível de personalização</vt:lpstr>
      <vt:lpstr>Recomendação Não Personalizada</vt:lpstr>
      <vt:lpstr>Recomendação Não Personalizada</vt:lpstr>
      <vt:lpstr>Recomendação Não Personalizada</vt:lpstr>
      <vt:lpstr>Recomendação Não Personalizada</vt:lpstr>
      <vt:lpstr>Recomendação Personalizada</vt:lpstr>
      <vt:lpstr>Recomendação Personalizada</vt:lpstr>
      <vt:lpstr>Recomendação Personalizada</vt:lpstr>
      <vt:lpstr>Recomendação Personalizada</vt:lpstr>
      <vt:lpstr>Tipos de Dados</vt:lpstr>
      <vt:lpstr>Comparação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174</cp:revision>
  <dcterms:created xsi:type="dcterms:W3CDTF">2025-06-11T21:44:24Z</dcterms:created>
  <dcterms:modified xsi:type="dcterms:W3CDTF">2026-01-21T15:00:21Z</dcterms:modified>
</cp:coreProperties>
</file>