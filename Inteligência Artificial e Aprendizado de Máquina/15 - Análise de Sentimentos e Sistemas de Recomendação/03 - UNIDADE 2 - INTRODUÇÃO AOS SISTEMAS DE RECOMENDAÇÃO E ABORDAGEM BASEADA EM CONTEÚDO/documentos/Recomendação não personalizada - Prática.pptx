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9"/>
  </p:notesMasterIdLst>
  <p:sldIdLst>
    <p:sldId id="1173" r:id="rId5"/>
    <p:sldId id="1174" r:id="rId6"/>
    <p:sldId id="1181" r:id="rId7"/>
    <p:sldId id="264" r:id="rId8"/>
  </p:sldIdLst>
  <p:sldSz cx="12192000" cy="6858000"/>
  <p:notesSz cx="6858000" cy="9144000"/>
  <p:embeddedFontLst>
    <p:embeddedFont>
      <p:font typeface="Cronos Pro" panose="020C0502030403020304" charset="0"/>
      <p:regular r:id="rId10"/>
      <p:bold r:id="rId11"/>
      <p: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55" d="100"/>
          <a:sy n="55" d="100"/>
        </p:scale>
        <p:origin x="792" y="34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22/01/2026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A2FEC-4FEE-4F08-B8C2-0E6F8D9636F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826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22/01/2026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897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7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1" r:id="rId4"/>
    <p:sldLayoutId id="214748369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Prática de recomendação não personalizada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Implementar scripts em </a:t>
            </a:r>
            <a:r>
              <a:rPr lang="pt-BR" dirty="0" err="1"/>
              <a:t>python</a:t>
            </a:r>
            <a:r>
              <a:rPr lang="pt-BR" dirty="0"/>
              <a:t> para ilustrar a implementação de recomendação não personalizada</a:t>
            </a:r>
          </a:p>
          <a:p>
            <a:r>
              <a:rPr lang="pt-BR" dirty="0"/>
              <a:t>Analisar as diferenças entre cada implementação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2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E1FD66-7375-D02F-7DB4-645B826C3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Recomendação não personalizada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50F08FD-AD8E-0BBC-1A4F-1CB405A5B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878605"/>
            <a:ext cx="7010400" cy="422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7620</TotalTime>
  <Words>30</Words>
  <Application>Microsoft Office PowerPoint</Application>
  <PresentationFormat>Widescreen</PresentationFormat>
  <Paragraphs>6</Paragraphs>
  <Slides>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</vt:i4>
      </vt:variant>
    </vt:vector>
  </HeadingPairs>
  <TitlesOfParts>
    <vt:vector size="14" baseType="lpstr">
      <vt:lpstr>Wingdings</vt:lpstr>
      <vt:lpstr>Montserrat</vt:lpstr>
      <vt:lpstr>Cronos Pro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Prática de recomendação não personalizada</vt:lpstr>
      <vt:lpstr>Objetivos de Aprendizagem</vt:lpstr>
      <vt:lpstr>Recomendação não personalizada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169</cp:revision>
  <dcterms:created xsi:type="dcterms:W3CDTF">2025-06-11T21:44:24Z</dcterms:created>
  <dcterms:modified xsi:type="dcterms:W3CDTF">2026-01-22T15:34:06Z</dcterms:modified>
</cp:coreProperties>
</file>