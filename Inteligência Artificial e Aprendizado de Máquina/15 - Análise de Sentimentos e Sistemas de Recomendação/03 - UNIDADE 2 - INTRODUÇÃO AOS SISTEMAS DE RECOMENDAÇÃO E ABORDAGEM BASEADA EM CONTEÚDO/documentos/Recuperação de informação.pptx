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5"/>
  </p:notesMasterIdLst>
  <p:sldIdLst>
    <p:sldId id="1173" r:id="rId5"/>
    <p:sldId id="297" r:id="rId6"/>
    <p:sldId id="359" r:id="rId7"/>
    <p:sldId id="1184" r:id="rId8"/>
    <p:sldId id="1186" r:id="rId9"/>
    <p:sldId id="361" r:id="rId10"/>
    <p:sldId id="1187" r:id="rId11"/>
    <p:sldId id="362" r:id="rId12"/>
    <p:sldId id="1188" r:id="rId13"/>
    <p:sldId id="264" r:id="rId14"/>
  </p:sldIdLst>
  <p:sldSz cx="12192000" cy="6858000"/>
  <p:notesSz cx="6858000" cy="9144000"/>
  <p:embeddedFontLst>
    <p:embeddedFont>
      <p:font typeface="Cronos Pro" panose="020C0502030403020304" charset="0"/>
      <p:regular r:id="rId16"/>
      <p:bold r:id="rId17"/>
      <p: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0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756C79-D22E-4EDF-B719-89D57D6608CF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0EF57A01-19DF-4EB3-860F-26D77722F8D2}">
      <dgm:prSet phldrT="[Texto]"/>
      <dgm:spPr/>
      <dgm:t>
        <a:bodyPr/>
        <a:lstStyle/>
        <a:p>
          <a:r>
            <a:rPr lang="pt-BR" dirty="0"/>
            <a:t>Consulta do Usuário</a:t>
          </a:r>
        </a:p>
      </dgm:t>
    </dgm:pt>
    <dgm:pt modelId="{C3E02BAE-7749-4CD5-BBD4-727F46ABB642}" type="parTrans" cxnId="{BF82C87A-E522-4FCC-BAAF-CB9BF04D999D}">
      <dgm:prSet/>
      <dgm:spPr/>
      <dgm:t>
        <a:bodyPr/>
        <a:lstStyle/>
        <a:p>
          <a:endParaRPr lang="pt-BR"/>
        </a:p>
      </dgm:t>
    </dgm:pt>
    <dgm:pt modelId="{2822373C-E48C-49EE-88C2-10FE8B80421B}" type="sibTrans" cxnId="{BF82C87A-E522-4FCC-BAAF-CB9BF04D999D}">
      <dgm:prSet/>
      <dgm:spPr/>
      <dgm:t>
        <a:bodyPr/>
        <a:lstStyle/>
        <a:p>
          <a:endParaRPr lang="pt-BR"/>
        </a:p>
      </dgm:t>
    </dgm:pt>
    <dgm:pt modelId="{A9E71A52-634C-4A08-A224-6BAC82C321FD}">
      <dgm:prSet phldrT="[Texto]"/>
      <dgm:spPr/>
      <dgm:t>
        <a:bodyPr/>
        <a:lstStyle/>
        <a:p>
          <a:r>
            <a:rPr lang="pt-BR" dirty="0"/>
            <a:t>Processamento</a:t>
          </a:r>
        </a:p>
      </dgm:t>
    </dgm:pt>
    <dgm:pt modelId="{8C7F7152-70CC-4B5B-BF10-80B137E9B08B}" type="parTrans" cxnId="{571ED9AF-DC7B-45AC-93F0-3AEA389CDCB0}">
      <dgm:prSet/>
      <dgm:spPr/>
      <dgm:t>
        <a:bodyPr/>
        <a:lstStyle/>
        <a:p>
          <a:endParaRPr lang="pt-BR"/>
        </a:p>
      </dgm:t>
    </dgm:pt>
    <dgm:pt modelId="{48696E65-6293-4ACC-BCCC-503ED2E5607F}" type="sibTrans" cxnId="{571ED9AF-DC7B-45AC-93F0-3AEA389CDCB0}">
      <dgm:prSet/>
      <dgm:spPr/>
      <dgm:t>
        <a:bodyPr/>
        <a:lstStyle/>
        <a:p>
          <a:endParaRPr lang="pt-BR"/>
        </a:p>
      </dgm:t>
    </dgm:pt>
    <dgm:pt modelId="{A7061353-19E3-419C-9C1A-D556EC012C62}">
      <dgm:prSet phldrT="[Texto]"/>
      <dgm:spPr/>
      <dgm:t>
        <a:bodyPr/>
        <a:lstStyle/>
        <a:p>
          <a:r>
            <a:rPr lang="pt-BR" dirty="0"/>
            <a:t>Busca no índice</a:t>
          </a:r>
        </a:p>
      </dgm:t>
    </dgm:pt>
    <dgm:pt modelId="{E08A47E7-955A-47DB-B473-5BE5E4C90560}" type="parTrans" cxnId="{AA4D39C1-C3FA-4C8F-837D-5CC0CA32AF82}">
      <dgm:prSet/>
      <dgm:spPr/>
      <dgm:t>
        <a:bodyPr/>
        <a:lstStyle/>
        <a:p>
          <a:endParaRPr lang="pt-BR"/>
        </a:p>
      </dgm:t>
    </dgm:pt>
    <dgm:pt modelId="{383E798F-4DEA-478B-827B-05A8D4B0EB2F}" type="sibTrans" cxnId="{AA4D39C1-C3FA-4C8F-837D-5CC0CA32AF82}">
      <dgm:prSet/>
      <dgm:spPr/>
      <dgm:t>
        <a:bodyPr/>
        <a:lstStyle/>
        <a:p>
          <a:endParaRPr lang="pt-BR"/>
        </a:p>
      </dgm:t>
    </dgm:pt>
    <dgm:pt modelId="{E8BB209E-F614-411D-89E3-D7279B2B1C5A}">
      <dgm:prSet phldrT="[Texto]"/>
      <dgm:spPr/>
      <dgm:t>
        <a:bodyPr/>
        <a:lstStyle/>
        <a:p>
          <a:r>
            <a:rPr lang="pt-BR" dirty="0"/>
            <a:t>Ranqueamento</a:t>
          </a:r>
        </a:p>
      </dgm:t>
    </dgm:pt>
    <dgm:pt modelId="{7CEADB0A-F711-422F-BD35-745260D524B1}" type="parTrans" cxnId="{E9C28376-306E-40A8-BEB8-73DD16E6224D}">
      <dgm:prSet/>
      <dgm:spPr/>
      <dgm:t>
        <a:bodyPr/>
        <a:lstStyle/>
        <a:p>
          <a:endParaRPr lang="pt-BR"/>
        </a:p>
      </dgm:t>
    </dgm:pt>
    <dgm:pt modelId="{734319C9-BE38-4919-9B83-0BE73179BEAA}" type="sibTrans" cxnId="{E9C28376-306E-40A8-BEB8-73DD16E6224D}">
      <dgm:prSet/>
      <dgm:spPr/>
      <dgm:t>
        <a:bodyPr/>
        <a:lstStyle/>
        <a:p>
          <a:endParaRPr lang="pt-BR"/>
        </a:p>
      </dgm:t>
    </dgm:pt>
    <dgm:pt modelId="{17D87ABB-3990-4495-8B7C-9FEDEE1E7999}">
      <dgm:prSet phldrT="[Texto]"/>
      <dgm:spPr/>
      <dgm:t>
        <a:bodyPr/>
        <a:lstStyle/>
        <a:p>
          <a:r>
            <a:rPr lang="pt-BR" dirty="0"/>
            <a:t>Apresentação dos resultados</a:t>
          </a:r>
        </a:p>
      </dgm:t>
    </dgm:pt>
    <dgm:pt modelId="{3862B787-015E-4CA0-97CE-02D776649443}" type="parTrans" cxnId="{064BF087-D89B-44BB-8138-33ECABA20AC2}">
      <dgm:prSet/>
      <dgm:spPr/>
      <dgm:t>
        <a:bodyPr/>
        <a:lstStyle/>
        <a:p>
          <a:endParaRPr lang="pt-BR"/>
        </a:p>
      </dgm:t>
    </dgm:pt>
    <dgm:pt modelId="{222D3902-A880-494A-842A-F5008B61BB0D}" type="sibTrans" cxnId="{064BF087-D89B-44BB-8138-33ECABA20AC2}">
      <dgm:prSet/>
      <dgm:spPr/>
      <dgm:t>
        <a:bodyPr/>
        <a:lstStyle/>
        <a:p>
          <a:endParaRPr lang="pt-BR"/>
        </a:p>
      </dgm:t>
    </dgm:pt>
    <dgm:pt modelId="{7490588A-B1AD-485D-A01E-9D59665FBC61}" type="pres">
      <dgm:prSet presAssocID="{F4756C79-D22E-4EDF-B719-89D57D6608CF}" presName="Name0" presStyleCnt="0">
        <dgm:presLayoutVars>
          <dgm:dir/>
          <dgm:animLvl val="lvl"/>
          <dgm:resizeHandles val="exact"/>
        </dgm:presLayoutVars>
      </dgm:prSet>
      <dgm:spPr/>
    </dgm:pt>
    <dgm:pt modelId="{B8FAC983-8399-4FCE-841A-9302540AC5BB}" type="pres">
      <dgm:prSet presAssocID="{0EF57A01-19DF-4EB3-860F-26D77722F8D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E9AFFD-4A17-40BD-9A9E-B7ED91905AE0}" type="pres">
      <dgm:prSet presAssocID="{2822373C-E48C-49EE-88C2-10FE8B80421B}" presName="parTxOnlySpace" presStyleCnt="0"/>
      <dgm:spPr/>
    </dgm:pt>
    <dgm:pt modelId="{ECC8A7A2-7531-40F5-B3C7-BD4B4EE1046F}" type="pres">
      <dgm:prSet presAssocID="{A9E71A52-634C-4A08-A224-6BAC82C3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23FEBAF-6D5B-4268-B18D-9E39A54F0D37}" type="pres">
      <dgm:prSet presAssocID="{48696E65-6293-4ACC-BCCC-503ED2E5607F}" presName="parTxOnlySpace" presStyleCnt="0"/>
      <dgm:spPr/>
    </dgm:pt>
    <dgm:pt modelId="{1F1D21B2-F141-4ABB-8430-6E40FC3F9776}" type="pres">
      <dgm:prSet presAssocID="{A7061353-19E3-419C-9C1A-D556EC012C6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4CF5951E-B25A-4A94-B843-8A4DF9454169}" type="pres">
      <dgm:prSet presAssocID="{383E798F-4DEA-478B-827B-05A8D4B0EB2F}" presName="parTxOnlySpace" presStyleCnt="0"/>
      <dgm:spPr/>
    </dgm:pt>
    <dgm:pt modelId="{C8B4D783-1670-449F-92D7-BD8370CA90AA}" type="pres">
      <dgm:prSet presAssocID="{E8BB209E-F614-411D-89E3-D7279B2B1C5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3B02179-3B47-4488-BF9A-C2190C305E86}" type="pres">
      <dgm:prSet presAssocID="{734319C9-BE38-4919-9B83-0BE73179BEAA}" presName="parTxOnlySpace" presStyleCnt="0"/>
      <dgm:spPr/>
    </dgm:pt>
    <dgm:pt modelId="{CCF97E70-BB2C-4502-B952-9D2D695FDC76}" type="pres">
      <dgm:prSet presAssocID="{17D87ABB-3990-4495-8B7C-9FEDEE1E799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C209B00-E1DB-4F99-A82F-C33A33D9B524}" type="presOf" srcId="{A7061353-19E3-419C-9C1A-D556EC012C62}" destId="{1F1D21B2-F141-4ABB-8430-6E40FC3F9776}" srcOrd="0" destOrd="0" presId="urn:microsoft.com/office/officeart/2005/8/layout/chevron1"/>
    <dgm:cxn modelId="{730FFA3F-FDC1-4E58-AEE8-884CA7797C7B}" type="presOf" srcId="{0EF57A01-19DF-4EB3-860F-26D77722F8D2}" destId="{B8FAC983-8399-4FCE-841A-9302540AC5BB}" srcOrd="0" destOrd="0" presId="urn:microsoft.com/office/officeart/2005/8/layout/chevron1"/>
    <dgm:cxn modelId="{E9C28376-306E-40A8-BEB8-73DD16E6224D}" srcId="{F4756C79-D22E-4EDF-B719-89D57D6608CF}" destId="{E8BB209E-F614-411D-89E3-D7279B2B1C5A}" srcOrd="3" destOrd="0" parTransId="{7CEADB0A-F711-422F-BD35-745260D524B1}" sibTransId="{734319C9-BE38-4919-9B83-0BE73179BEAA}"/>
    <dgm:cxn modelId="{E617CF57-2A24-4B67-9B86-57124CF5D399}" type="presOf" srcId="{17D87ABB-3990-4495-8B7C-9FEDEE1E7999}" destId="{CCF97E70-BB2C-4502-B952-9D2D695FDC76}" srcOrd="0" destOrd="0" presId="urn:microsoft.com/office/officeart/2005/8/layout/chevron1"/>
    <dgm:cxn modelId="{BF82C87A-E522-4FCC-BAAF-CB9BF04D999D}" srcId="{F4756C79-D22E-4EDF-B719-89D57D6608CF}" destId="{0EF57A01-19DF-4EB3-860F-26D77722F8D2}" srcOrd="0" destOrd="0" parTransId="{C3E02BAE-7749-4CD5-BBD4-727F46ABB642}" sibTransId="{2822373C-E48C-49EE-88C2-10FE8B80421B}"/>
    <dgm:cxn modelId="{77AA7A7C-546B-41C2-B036-46207A439109}" type="presOf" srcId="{E8BB209E-F614-411D-89E3-D7279B2B1C5A}" destId="{C8B4D783-1670-449F-92D7-BD8370CA90AA}" srcOrd="0" destOrd="0" presId="urn:microsoft.com/office/officeart/2005/8/layout/chevron1"/>
    <dgm:cxn modelId="{064BF087-D89B-44BB-8138-33ECABA20AC2}" srcId="{F4756C79-D22E-4EDF-B719-89D57D6608CF}" destId="{17D87ABB-3990-4495-8B7C-9FEDEE1E7999}" srcOrd="4" destOrd="0" parTransId="{3862B787-015E-4CA0-97CE-02D776649443}" sibTransId="{222D3902-A880-494A-842A-F5008B61BB0D}"/>
    <dgm:cxn modelId="{C54AC1A3-A0A4-474F-B93B-592661990776}" type="presOf" srcId="{F4756C79-D22E-4EDF-B719-89D57D6608CF}" destId="{7490588A-B1AD-485D-A01E-9D59665FBC61}" srcOrd="0" destOrd="0" presId="urn:microsoft.com/office/officeart/2005/8/layout/chevron1"/>
    <dgm:cxn modelId="{571ED9AF-DC7B-45AC-93F0-3AEA389CDCB0}" srcId="{F4756C79-D22E-4EDF-B719-89D57D6608CF}" destId="{A9E71A52-634C-4A08-A224-6BAC82C321FD}" srcOrd="1" destOrd="0" parTransId="{8C7F7152-70CC-4B5B-BF10-80B137E9B08B}" sibTransId="{48696E65-6293-4ACC-BCCC-503ED2E5607F}"/>
    <dgm:cxn modelId="{611889BB-C4CF-468A-96C9-37CD0A5B39A9}" type="presOf" srcId="{A9E71A52-634C-4A08-A224-6BAC82C321FD}" destId="{ECC8A7A2-7531-40F5-B3C7-BD4B4EE1046F}" srcOrd="0" destOrd="0" presId="urn:microsoft.com/office/officeart/2005/8/layout/chevron1"/>
    <dgm:cxn modelId="{AA4D39C1-C3FA-4C8F-837D-5CC0CA32AF82}" srcId="{F4756C79-D22E-4EDF-B719-89D57D6608CF}" destId="{A7061353-19E3-419C-9C1A-D556EC012C62}" srcOrd="2" destOrd="0" parTransId="{E08A47E7-955A-47DB-B473-5BE5E4C90560}" sibTransId="{383E798F-4DEA-478B-827B-05A8D4B0EB2F}"/>
    <dgm:cxn modelId="{5CD71E18-3CF7-4428-87F0-29251B59A97D}" type="presParOf" srcId="{7490588A-B1AD-485D-A01E-9D59665FBC61}" destId="{B8FAC983-8399-4FCE-841A-9302540AC5BB}" srcOrd="0" destOrd="0" presId="urn:microsoft.com/office/officeart/2005/8/layout/chevron1"/>
    <dgm:cxn modelId="{7DA1BBD1-2895-41C0-8A7E-038B56EC0025}" type="presParOf" srcId="{7490588A-B1AD-485D-A01E-9D59665FBC61}" destId="{06E9AFFD-4A17-40BD-9A9E-B7ED91905AE0}" srcOrd="1" destOrd="0" presId="urn:microsoft.com/office/officeart/2005/8/layout/chevron1"/>
    <dgm:cxn modelId="{57A7B0AE-EEDB-46EB-B439-ACDADA1826FD}" type="presParOf" srcId="{7490588A-B1AD-485D-A01E-9D59665FBC61}" destId="{ECC8A7A2-7531-40F5-B3C7-BD4B4EE1046F}" srcOrd="2" destOrd="0" presId="urn:microsoft.com/office/officeart/2005/8/layout/chevron1"/>
    <dgm:cxn modelId="{47493CC3-BC48-4B64-AB1B-A1F8E855BFF0}" type="presParOf" srcId="{7490588A-B1AD-485D-A01E-9D59665FBC61}" destId="{A23FEBAF-6D5B-4268-B18D-9E39A54F0D37}" srcOrd="3" destOrd="0" presId="urn:microsoft.com/office/officeart/2005/8/layout/chevron1"/>
    <dgm:cxn modelId="{23A95541-B0B2-4801-BD5F-845D222AFF5C}" type="presParOf" srcId="{7490588A-B1AD-485D-A01E-9D59665FBC61}" destId="{1F1D21B2-F141-4ABB-8430-6E40FC3F9776}" srcOrd="4" destOrd="0" presId="urn:microsoft.com/office/officeart/2005/8/layout/chevron1"/>
    <dgm:cxn modelId="{4DD90875-5CEB-4381-A059-BB849E135363}" type="presParOf" srcId="{7490588A-B1AD-485D-A01E-9D59665FBC61}" destId="{4CF5951E-B25A-4A94-B843-8A4DF9454169}" srcOrd="5" destOrd="0" presId="urn:microsoft.com/office/officeart/2005/8/layout/chevron1"/>
    <dgm:cxn modelId="{565A982F-3DCD-4403-95F7-C1021B764C49}" type="presParOf" srcId="{7490588A-B1AD-485D-A01E-9D59665FBC61}" destId="{C8B4D783-1670-449F-92D7-BD8370CA90AA}" srcOrd="6" destOrd="0" presId="urn:microsoft.com/office/officeart/2005/8/layout/chevron1"/>
    <dgm:cxn modelId="{5C80DA33-3D50-4F3A-862C-11188FD6B234}" type="presParOf" srcId="{7490588A-B1AD-485D-A01E-9D59665FBC61}" destId="{83B02179-3B47-4488-BF9A-C2190C305E86}" srcOrd="7" destOrd="0" presId="urn:microsoft.com/office/officeart/2005/8/layout/chevron1"/>
    <dgm:cxn modelId="{BDC8F8A0-194F-4888-9D42-27A5E0B9E0C2}" type="presParOf" srcId="{7490588A-B1AD-485D-A01E-9D59665FBC61}" destId="{CCF97E70-BB2C-4502-B952-9D2D695FDC76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AC983-8399-4FCE-841A-9302540AC5BB}">
      <dsp:nvSpPr>
        <dsp:cNvPr id="0" name=""/>
        <dsp:cNvSpPr/>
      </dsp:nvSpPr>
      <dsp:spPr>
        <a:xfrm>
          <a:off x="2461" y="282343"/>
          <a:ext cx="2190464" cy="87618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Consulta do Usuário</a:t>
          </a:r>
        </a:p>
      </dsp:txBody>
      <dsp:txXfrm>
        <a:off x="440554" y="282343"/>
        <a:ext cx="1314279" cy="876185"/>
      </dsp:txXfrm>
    </dsp:sp>
    <dsp:sp modelId="{ECC8A7A2-7531-40F5-B3C7-BD4B4EE1046F}">
      <dsp:nvSpPr>
        <dsp:cNvPr id="0" name=""/>
        <dsp:cNvSpPr/>
      </dsp:nvSpPr>
      <dsp:spPr>
        <a:xfrm>
          <a:off x="1973879" y="282343"/>
          <a:ext cx="2190464" cy="87618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Processamento</a:t>
          </a:r>
        </a:p>
      </dsp:txBody>
      <dsp:txXfrm>
        <a:off x="2411972" y="282343"/>
        <a:ext cx="1314279" cy="876185"/>
      </dsp:txXfrm>
    </dsp:sp>
    <dsp:sp modelId="{1F1D21B2-F141-4ABB-8430-6E40FC3F9776}">
      <dsp:nvSpPr>
        <dsp:cNvPr id="0" name=""/>
        <dsp:cNvSpPr/>
      </dsp:nvSpPr>
      <dsp:spPr>
        <a:xfrm>
          <a:off x="3945296" y="282343"/>
          <a:ext cx="2190464" cy="87618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Busca no índice</a:t>
          </a:r>
        </a:p>
      </dsp:txBody>
      <dsp:txXfrm>
        <a:off x="4383389" y="282343"/>
        <a:ext cx="1314279" cy="876185"/>
      </dsp:txXfrm>
    </dsp:sp>
    <dsp:sp modelId="{C8B4D783-1670-449F-92D7-BD8370CA90AA}">
      <dsp:nvSpPr>
        <dsp:cNvPr id="0" name=""/>
        <dsp:cNvSpPr/>
      </dsp:nvSpPr>
      <dsp:spPr>
        <a:xfrm>
          <a:off x="5916714" y="282343"/>
          <a:ext cx="2190464" cy="876185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Ranqueamento</a:t>
          </a:r>
        </a:p>
      </dsp:txBody>
      <dsp:txXfrm>
        <a:off x="6354807" y="282343"/>
        <a:ext cx="1314279" cy="876185"/>
      </dsp:txXfrm>
    </dsp:sp>
    <dsp:sp modelId="{CCF97E70-BB2C-4502-B952-9D2D695FDC76}">
      <dsp:nvSpPr>
        <dsp:cNvPr id="0" name=""/>
        <dsp:cNvSpPr/>
      </dsp:nvSpPr>
      <dsp:spPr>
        <a:xfrm>
          <a:off x="7888132" y="282343"/>
          <a:ext cx="2190464" cy="876185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Apresentação dos resultados</a:t>
          </a:r>
        </a:p>
      </dsp:txBody>
      <dsp:txXfrm>
        <a:off x="8326225" y="282343"/>
        <a:ext cx="1314279" cy="876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Recuperação de informação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Definir o conceito de um Sistema de Recuperação de Informação (SRI) e seu papel recuperar informação relevante para uma necessidade do usuário</a:t>
            </a:r>
          </a:p>
          <a:p>
            <a:r>
              <a:rPr lang="pt-BR" dirty="0"/>
              <a:t>Descrever o fluxo básico de um mecanismo de busca, compreendendo as etapas, desde a consulta do usuário até o retorno de um ranking de itens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Seja pesquisando o título de um filme ou os produtos que você procura, a </a:t>
            </a:r>
            <a:r>
              <a:rPr lang="pt-BR" b="1" dirty="0">
                <a:solidFill>
                  <a:srgbClr val="0070C0"/>
                </a:solidFill>
              </a:rPr>
              <a:t>busca</a:t>
            </a:r>
            <a:r>
              <a:rPr lang="pt-BR" dirty="0"/>
              <a:t> é uma ferramenta importante para se encontrar os itens desejados</a:t>
            </a:r>
          </a:p>
          <a:p>
            <a:endParaRPr lang="pt-BR" dirty="0"/>
          </a:p>
          <a:p>
            <a:r>
              <a:rPr lang="pt-BR" dirty="0"/>
              <a:t>Como então criar um </a:t>
            </a:r>
            <a:r>
              <a:rPr lang="pt-BR" sz="4000" b="1" dirty="0">
                <a:solidFill>
                  <a:srgbClr val="0070C0"/>
                </a:solidFill>
              </a:rPr>
              <a:t>mecanismo de busca</a:t>
            </a:r>
            <a:r>
              <a:rPr lang="pt-BR" sz="4000" dirty="0">
                <a:solidFill>
                  <a:srgbClr val="0070C0"/>
                </a:solidFill>
              </a:rPr>
              <a:t> </a:t>
            </a:r>
            <a:r>
              <a:rPr lang="pt-BR" dirty="0"/>
              <a:t>capaz de encontrar os itens procurados?</a:t>
            </a:r>
          </a:p>
          <a:p>
            <a:pPr lvl="1"/>
            <a:r>
              <a:rPr lang="pt-BR" dirty="0"/>
              <a:t>Usando um sistema de recuperação de informação!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Pesquisando itens</a:t>
            </a:r>
          </a:p>
        </p:txBody>
      </p:sp>
    </p:spTree>
    <p:extLst>
      <p:ext uri="{BB962C8B-B14F-4D97-AF65-F5344CB8AC3E}">
        <p14:creationId xmlns:p14="http://schemas.microsoft.com/office/powerpoint/2010/main" val="89494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Pesquisando itens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21AE38-6438-CAB9-9C26-2CEE3BAA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91" y="1762692"/>
            <a:ext cx="7675418" cy="41899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6F5A5F8-346F-04A0-1F56-CED9C46DAF4A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605037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 sistema de recuperação de informação?</a:t>
            </a:r>
          </a:p>
          <a:p>
            <a:pPr lvl="1"/>
            <a:r>
              <a:rPr lang="pt-BR" dirty="0"/>
              <a:t>Sistema responsável por conectar a necessidade de informação do usuário com os dados mais relevantes disponíveis em uma grande coleção</a:t>
            </a:r>
          </a:p>
          <a:p>
            <a:endParaRPr lang="pt-BR" dirty="0"/>
          </a:p>
          <a:p>
            <a:r>
              <a:rPr lang="pt-BR" dirty="0"/>
              <a:t>Um SRI precisa entender o que o usuário busca e recuperar o conteúdo disponível mais </a:t>
            </a:r>
            <a:r>
              <a:rPr lang="pt-BR" b="1" dirty="0">
                <a:solidFill>
                  <a:srgbClr val="0070C0"/>
                </a:solidFill>
              </a:rPr>
              <a:t>relevante</a:t>
            </a:r>
            <a:r>
              <a:rPr lang="pt-BR" dirty="0"/>
              <a:t> para a consulta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Recuperação de Informação</a:t>
            </a:r>
          </a:p>
        </p:txBody>
      </p:sp>
    </p:spTree>
    <p:extLst>
      <p:ext uri="{BB962C8B-B14F-4D97-AF65-F5344CB8AC3E}">
        <p14:creationId xmlns:p14="http://schemas.microsoft.com/office/powerpoint/2010/main" val="418278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dirty="0">
                <a:solidFill>
                  <a:srgbClr val="0070C0"/>
                </a:solidFill>
              </a:rPr>
              <a:t>mecanismo de busca</a:t>
            </a:r>
            <a:r>
              <a:rPr lang="pt-BR" b="1" dirty="0">
                <a:solidFill>
                  <a:schemeClr val="tx2"/>
                </a:solidFill>
              </a:rPr>
              <a:t> </a:t>
            </a:r>
            <a:r>
              <a:rPr lang="pt-BR" dirty="0"/>
              <a:t>tem como principal objetivo a recuperação de itens, que são relevantes a uma determinada consulta do usuário</a:t>
            </a:r>
          </a:p>
          <a:p>
            <a:endParaRPr lang="pt-BR" dirty="0"/>
          </a:p>
          <a:p>
            <a:r>
              <a:rPr lang="pt-BR" dirty="0"/>
              <a:t>O mecanismo recupera de um repositório </a:t>
            </a:r>
            <a:r>
              <a:rPr lang="pt-BR" b="1" dirty="0">
                <a:solidFill>
                  <a:srgbClr val="0070C0"/>
                </a:solidFill>
              </a:rPr>
              <a:t>indexado</a:t>
            </a:r>
            <a:r>
              <a:rPr lang="pt-BR" dirty="0"/>
              <a:t>, os itens que satisfazem a necessidade de informação do usuário, retornando um </a:t>
            </a:r>
            <a:r>
              <a:rPr lang="pt-BR" b="1" i="1" dirty="0">
                <a:solidFill>
                  <a:srgbClr val="0070C0"/>
                </a:solidFill>
              </a:rPr>
              <a:t>ranking</a:t>
            </a:r>
            <a:r>
              <a:rPr lang="pt-BR" b="1" i="1" dirty="0"/>
              <a:t> </a:t>
            </a:r>
            <a:r>
              <a:rPr lang="pt-BR" dirty="0"/>
              <a:t>destes itens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Recuperação de Informação</a:t>
            </a:r>
          </a:p>
        </p:txBody>
      </p:sp>
    </p:spTree>
    <p:extLst>
      <p:ext uri="{BB962C8B-B14F-4D97-AF65-F5344CB8AC3E}">
        <p14:creationId xmlns:p14="http://schemas.microsoft.com/office/powerpoint/2010/main" val="402715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expressa sua necessidade sob a forma de uma </a:t>
            </a:r>
            <a:r>
              <a:rPr lang="pt-BR" b="1" dirty="0">
                <a:solidFill>
                  <a:srgbClr val="0070C0"/>
                </a:solidFill>
              </a:rPr>
              <a:t>consulta</a:t>
            </a:r>
            <a:r>
              <a:rPr lang="pt-BR" dirty="0"/>
              <a:t>, geralmente com palavras-chaves</a:t>
            </a:r>
          </a:p>
          <a:p>
            <a:endParaRPr lang="pt-BR" dirty="0"/>
          </a:p>
          <a:p>
            <a:r>
              <a:rPr lang="pt-BR" dirty="0"/>
              <a:t>Fluxo básico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Recuperação de Informação</a:t>
            </a:r>
            <a:endParaRPr lang="pt-BR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1A22ADA-214A-FB93-5A19-8F38A98ED1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60783"/>
              </p:ext>
            </p:extLst>
          </p:nvPr>
        </p:nvGraphicFramePr>
        <p:xfrm>
          <a:off x="1055471" y="4336473"/>
          <a:ext cx="10081058" cy="1440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68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F92DA98B-7E18-A90A-E81A-07699744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1403BBC5-D448-A06C-AD8C-184E583D31BE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01841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processar uma consulta expressa de forma textual?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filme de </a:t>
            </a:r>
            <a:r>
              <a:rPr lang="pt-BR" dirty="0" err="1"/>
              <a:t>sci-fi</a:t>
            </a:r>
            <a:r>
              <a:rPr lang="pt-BR" dirty="0"/>
              <a:t> anos 90</a:t>
            </a:r>
          </a:p>
          <a:p>
            <a:r>
              <a:rPr lang="pt-BR" dirty="0"/>
              <a:t>O Modelo Vetorial responde a esta pergunta</a:t>
            </a:r>
          </a:p>
          <a:p>
            <a:pPr lvl="1"/>
            <a:r>
              <a:rPr lang="pt-BR" dirty="0"/>
              <a:t>Permite representar cada item (filme, documento ou consulta) como um vetor numérico em um espaço multidimensional</a:t>
            </a:r>
          </a:p>
          <a:p>
            <a:pPr lvl="1"/>
            <a:r>
              <a:rPr lang="pt-BR" dirty="0"/>
              <a:t>Uma vez transformados em vetores, é possível realizar uma busca por similaridade </a:t>
            </a:r>
          </a:p>
          <a:p>
            <a:r>
              <a:rPr lang="pt-BR" dirty="0"/>
              <a:t>Transforma um problema linguístico em matemático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Recuperação de Informação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314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8897</TotalTime>
  <Words>330</Words>
  <Application>Microsoft Office PowerPoint</Application>
  <PresentationFormat>Widescreen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Recuperação de informação</vt:lpstr>
      <vt:lpstr>Objetivos de Aprendizagem</vt:lpstr>
      <vt:lpstr>Pesquisando itens</vt:lpstr>
      <vt:lpstr>Pesquisando itens</vt:lpstr>
      <vt:lpstr>Recuperação de Informação</vt:lpstr>
      <vt:lpstr>Recuperação de Informação</vt:lpstr>
      <vt:lpstr>Recuperação de Informação</vt:lpstr>
      <vt:lpstr>Apresentação do PowerPoint</vt:lpstr>
      <vt:lpstr>Recuperação de Informação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2026-01-27T19:47:54Z</dcterms:modified>
</cp:coreProperties>
</file>