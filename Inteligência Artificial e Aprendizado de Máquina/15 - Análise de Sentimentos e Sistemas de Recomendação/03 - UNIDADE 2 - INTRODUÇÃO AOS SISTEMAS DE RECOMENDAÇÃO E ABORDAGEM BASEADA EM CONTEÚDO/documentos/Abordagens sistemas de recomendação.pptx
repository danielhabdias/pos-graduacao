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6"/>
  </p:notesMasterIdLst>
  <p:sldIdLst>
    <p:sldId id="1173" r:id="rId5"/>
    <p:sldId id="297" r:id="rId6"/>
    <p:sldId id="325" r:id="rId7"/>
    <p:sldId id="363" r:id="rId8"/>
    <p:sldId id="331" r:id="rId9"/>
    <p:sldId id="1187" r:id="rId10"/>
    <p:sldId id="1188" r:id="rId11"/>
    <p:sldId id="1186" r:id="rId12"/>
    <p:sldId id="330" r:id="rId13"/>
    <p:sldId id="1184" r:id="rId14"/>
    <p:sldId id="1190" r:id="rId15"/>
    <p:sldId id="1189" r:id="rId16"/>
    <p:sldId id="329" r:id="rId17"/>
    <p:sldId id="1191" r:id="rId18"/>
    <p:sldId id="1192" r:id="rId19"/>
    <p:sldId id="1193" r:id="rId20"/>
    <p:sldId id="332" r:id="rId21"/>
    <p:sldId id="1194" r:id="rId22"/>
    <p:sldId id="1195" r:id="rId23"/>
    <p:sldId id="1196" r:id="rId24"/>
    <p:sldId id="264" r:id="rId25"/>
  </p:sldIdLst>
  <p:sldSz cx="12192000" cy="6858000"/>
  <p:notesSz cx="6858000" cy="9144000"/>
  <p:embeddedFontLst>
    <p:embeddedFont>
      <p:font typeface="Cronos Pro" panose="020C0502030403020304" charset="0"/>
      <p:regular r:id="rId27"/>
      <p:bold r:id="rId28"/>
      <p: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1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34AAD7-E2D9-4839-96F3-68904039695A}" type="doc">
      <dgm:prSet loTypeId="urn:microsoft.com/office/officeart/2005/8/layout/hierarchy6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6BA83E81-E51B-4524-9E78-18E8BB7C1384}">
      <dgm:prSet phldrT="[Texto]" custT="1"/>
      <dgm:spPr/>
      <dgm:t>
        <a:bodyPr/>
        <a:lstStyle/>
        <a:p>
          <a:r>
            <a:rPr lang="pt-BR" sz="2000" b="0" dirty="0">
              <a:latin typeface="+mn-lt"/>
            </a:rPr>
            <a:t>Sistemas de Recomendação</a:t>
          </a:r>
        </a:p>
      </dgm:t>
    </dgm:pt>
    <dgm:pt modelId="{7FE6BA20-E6F5-4BE6-868B-D866F9B983A4}" type="parTrans" cxnId="{9460E8D4-6A35-4236-BDC7-6CA86B3D25AC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CBCCAAFA-D7AE-4B9F-9CE0-9B57AE36A4D8}" type="sibTrans" cxnId="{9460E8D4-6A35-4236-BDC7-6CA86B3D25AC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40196CCE-4EF9-4B0F-B396-CD75F653966D}">
      <dgm:prSet phldrT="[Texto]" custT="1"/>
      <dgm:spPr/>
      <dgm:t>
        <a:bodyPr/>
        <a:lstStyle/>
        <a:p>
          <a:r>
            <a:rPr lang="pt-BR" sz="1700" dirty="0">
              <a:latin typeface="+mn-lt"/>
            </a:rPr>
            <a:t>Baseada em filtragem colaborativa</a:t>
          </a:r>
        </a:p>
      </dgm:t>
    </dgm:pt>
    <dgm:pt modelId="{AAF1B7AD-B6C5-49CE-A35F-0E0AEA2B5DA8}" type="parTrans" cxnId="{8862E148-F670-4B0A-91ED-6AEDA64A81F8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19AD21F9-C9AB-481A-97B6-0743CC12E7CD}" type="sibTrans" cxnId="{8862E148-F670-4B0A-91ED-6AEDA64A81F8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DE1C600A-271C-43A4-8354-FEEEA8A89558}">
      <dgm:prSet phldrT="[Texto]" custT="1"/>
      <dgm:spPr/>
      <dgm:t>
        <a:bodyPr/>
        <a:lstStyle/>
        <a:p>
          <a:r>
            <a:rPr lang="pt-BR" sz="1700" dirty="0">
              <a:latin typeface="+mn-lt"/>
            </a:rPr>
            <a:t>Abordagem  híbrida</a:t>
          </a:r>
        </a:p>
      </dgm:t>
    </dgm:pt>
    <dgm:pt modelId="{79AA413C-7152-473B-B5D5-3F91949F5C94}" type="parTrans" cxnId="{05A40FF3-10D7-4B0D-912F-A93BD8692FBF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906575DF-3202-403B-8994-AD1333887183}" type="sibTrans" cxnId="{05A40FF3-10D7-4B0D-912F-A93BD8692FBF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90DD73E7-A5AF-4EBE-A001-22D501346F35}">
      <dgm:prSet phldrT="[Texto]" custT="1"/>
      <dgm:spPr/>
      <dgm:t>
        <a:bodyPr/>
        <a:lstStyle/>
        <a:p>
          <a:r>
            <a:rPr lang="pt-BR" sz="1500" dirty="0">
              <a:latin typeface="+mn-lt"/>
            </a:rPr>
            <a:t>Baseada em memória (dados)</a:t>
          </a:r>
        </a:p>
      </dgm:t>
    </dgm:pt>
    <dgm:pt modelId="{1D2F101E-4123-485C-A2E9-F977670858B2}" type="parTrans" cxnId="{3BB97893-9BF5-42E5-8C41-545163217B8F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D27E92DA-E161-40C1-8BAA-D746930B80E8}" type="sibTrans" cxnId="{3BB97893-9BF5-42E5-8C41-545163217B8F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A931FF42-88E3-4C5C-9468-E34963854A6D}">
      <dgm:prSet phldrT="[Texto]" custT="1"/>
      <dgm:spPr/>
      <dgm:t>
        <a:bodyPr/>
        <a:lstStyle/>
        <a:p>
          <a:r>
            <a:rPr lang="pt-BR" sz="1500" dirty="0">
              <a:latin typeface="+mn-lt"/>
            </a:rPr>
            <a:t>Baseada em modelos (ML)</a:t>
          </a:r>
        </a:p>
      </dgm:t>
    </dgm:pt>
    <dgm:pt modelId="{15B80374-BAC7-4CE5-903A-DA0C76B699E4}" type="parTrans" cxnId="{B078E6D1-462F-46CD-AF4A-EA3A15BAAB29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6AAA9A6D-C3AF-4A04-BF88-EACC2BB88A47}" type="sibTrans" cxnId="{B078E6D1-462F-46CD-AF4A-EA3A15BAAB29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E3814710-9CF4-498D-9128-F6F2962EFB34}">
      <dgm:prSet phldrT="[Texto]" custT="1"/>
      <dgm:spPr/>
      <dgm:t>
        <a:bodyPr/>
        <a:lstStyle/>
        <a:p>
          <a:r>
            <a:rPr lang="pt-BR" sz="1500" dirty="0">
              <a:latin typeface="+mn-lt"/>
            </a:rPr>
            <a:t>Qualquer combinação</a:t>
          </a:r>
        </a:p>
      </dgm:t>
    </dgm:pt>
    <dgm:pt modelId="{B606CF0A-A4A1-4D5A-8A36-E9AE411084D0}" type="parTrans" cxnId="{4FD1DD4D-1ED3-4101-82F7-CA19FC3501B1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1A9DC371-2D77-4C15-B778-8AD6611A42BF}" type="sibTrans" cxnId="{4FD1DD4D-1ED3-4101-82F7-CA19FC3501B1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01AB3006-0784-4BF0-BC36-BDE94077B84D}">
      <dgm:prSet phldrT="[Texto]" custT="1"/>
      <dgm:spPr/>
      <dgm:t>
        <a:bodyPr/>
        <a:lstStyle/>
        <a:p>
          <a:r>
            <a:rPr lang="pt-BR" sz="1500" dirty="0" err="1">
              <a:latin typeface="+mn-lt"/>
            </a:rPr>
            <a:t>Metadados</a:t>
          </a:r>
          <a:r>
            <a:rPr lang="pt-BR" sz="1500" dirty="0">
              <a:latin typeface="+mn-lt"/>
            </a:rPr>
            <a:t> </a:t>
          </a:r>
          <a:br>
            <a:rPr lang="pt-BR" sz="1500" dirty="0">
              <a:latin typeface="+mn-lt"/>
            </a:rPr>
          </a:br>
          <a:r>
            <a:rPr lang="pt-BR" sz="1500" dirty="0">
              <a:latin typeface="+mn-lt"/>
            </a:rPr>
            <a:t>dos itens</a:t>
          </a:r>
        </a:p>
      </dgm:t>
    </dgm:pt>
    <dgm:pt modelId="{73AD46A9-2B2B-4AFF-B3C4-E8018E975099}" type="parTrans" cxnId="{251D5EF8-EC2F-43AA-9D55-66B23CBD30C6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C7D92A2D-EF2D-4C36-B2E7-91D301709FA6}" type="sibTrans" cxnId="{251D5EF8-EC2F-43AA-9D55-66B23CBD30C6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ED809E13-971A-4598-B4A1-099CCDD5C0F7}">
      <dgm:prSet phldrT="[Texto]" custT="1"/>
      <dgm:spPr/>
      <dgm:t>
        <a:bodyPr/>
        <a:lstStyle/>
        <a:p>
          <a:r>
            <a:rPr lang="pt-BR" sz="1500" dirty="0">
              <a:latin typeface="+mn-lt"/>
            </a:rPr>
            <a:t>Perfil do usuário</a:t>
          </a:r>
        </a:p>
      </dgm:t>
    </dgm:pt>
    <dgm:pt modelId="{2F62AAA3-E17F-41A0-9826-9E4585A73E44}" type="parTrans" cxnId="{753D0332-1B5E-49BB-BA72-214CEB4CEFD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B832F704-24DC-40A6-98F9-2B5CD7883B2C}" type="sibTrans" cxnId="{753D0332-1B5E-49BB-BA72-214CEB4CEFD2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EE997768-F6A7-4267-8CFD-86C6806E2356}">
      <dgm:prSet phldrT="[Texto]" custT="1"/>
      <dgm:spPr/>
      <dgm:t>
        <a:bodyPr/>
        <a:lstStyle/>
        <a:p>
          <a:r>
            <a:rPr lang="pt-BR" sz="1700" dirty="0">
              <a:latin typeface="+mn-lt"/>
            </a:rPr>
            <a:t>Baseada em conhecimento</a:t>
          </a:r>
        </a:p>
      </dgm:t>
    </dgm:pt>
    <dgm:pt modelId="{A9715AFF-F56C-4C74-914C-C504B1E16D74}" type="parTrans" cxnId="{192C33F0-C64D-4563-B6AA-8FB058F8E7E5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F30D5BF7-BCB9-4D0D-BA7F-6BDE259CAB0B}" type="sibTrans" cxnId="{192C33F0-C64D-4563-B6AA-8FB058F8E7E5}">
      <dgm:prSet/>
      <dgm:spPr/>
      <dgm:t>
        <a:bodyPr/>
        <a:lstStyle/>
        <a:p>
          <a:endParaRPr lang="pt-BR">
            <a:latin typeface="+mn-lt"/>
          </a:endParaRPr>
        </a:p>
      </dgm:t>
    </dgm:pt>
    <dgm:pt modelId="{A6407D0F-B663-44B5-AC68-F14B9A5CB2A8}">
      <dgm:prSet phldrT="[Texto]" custT="1"/>
      <dgm:spPr/>
      <dgm:t>
        <a:bodyPr/>
        <a:lstStyle/>
        <a:p>
          <a:r>
            <a:rPr lang="pt-BR" sz="1800" dirty="0">
              <a:latin typeface="+mn-lt"/>
            </a:rPr>
            <a:t>regras explícitas ou restrições</a:t>
          </a:r>
        </a:p>
      </dgm:t>
    </dgm:pt>
    <dgm:pt modelId="{C5265270-43A4-4091-8D8A-02F6C0CAFD1C}" type="parTrans" cxnId="{8A8BDBEF-A70B-4D81-9337-900697EB5AB8}">
      <dgm:prSet/>
      <dgm:spPr/>
      <dgm:t>
        <a:bodyPr/>
        <a:lstStyle/>
        <a:p>
          <a:endParaRPr lang="pt-BR"/>
        </a:p>
      </dgm:t>
    </dgm:pt>
    <dgm:pt modelId="{4A4F251F-8826-49F1-9CE5-1F1E266C5524}" type="sibTrans" cxnId="{8A8BDBEF-A70B-4D81-9337-900697EB5AB8}">
      <dgm:prSet/>
      <dgm:spPr/>
      <dgm:t>
        <a:bodyPr/>
        <a:lstStyle/>
        <a:p>
          <a:endParaRPr lang="pt-BR"/>
        </a:p>
      </dgm:t>
    </dgm:pt>
    <dgm:pt modelId="{B6DE25CF-4EAD-42FC-8AD0-9B04A606A00C}">
      <dgm:prSet phldrT="[Texto]" custT="1"/>
      <dgm:spPr/>
      <dgm:t>
        <a:bodyPr/>
        <a:lstStyle/>
        <a:p>
          <a:r>
            <a:rPr lang="pt-BR" sz="1700" dirty="0">
              <a:latin typeface="+mn-lt"/>
            </a:rPr>
            <a:t>Baseada em conteúdo</a:t>
          </a:r>
        </a:p>
      </dgm:t>
    </dgm:pt>
    <dgm:pt modelId="{A9C11A12-1E79-4115-B549-6AE976DD8A32}" type="parTrans" cxnId="{ACF1D5E7-DBB9-4FCC-8BDE-229C06FF69F6}">
      <dgm:prSet/>
      <dgm:spPr/>
      <dgm:t>
        <a:bodyPr/>
        <a:lstStyle/>
        <a:p>
          <a:endParaRPr lang="pt-BR"/>
        </a:p>
      </dgm:t>
    </dgm:pt>
    <dgm:pt modelId="{41CC460D-E03C-4A66-9ACE-870DA4D09085}" type="sibTrans" cxnId="{ACF1D5E7-DBB9-4FCC-8BDE-229C06FF69F6}">
      <dgm:prSet/>
      <dgm:spPr/>
      <dgm:t>
        <a:bodyPr/>
        <a:lstStyle/>
        <a:p>
          <a:endParaRPr lang="pt-BR"/>
        </a:p>
      </dgm:t>
    </dgm:pt>
    <dgm:pt modelId="{7547A770-7E54-4247-A49D-EBA50A9E9FED}" type="pres">
      <dgm:prSet presAssocID="{C934AAD7-E2D9-4839-96F3-68904039695A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835B18E-1D7C-49E3-A744-604B4D4E8CEC}" type="pres">
      <dgm:prSet presAssocID="{C934AAD7-E2D9-4839-96F3-68904039695A}" presName="hierFlow" presStyleCnt="0"/>
      <dgm:spPr/>
    </dgm:pt>
    <dgm:pt modelId="{83C62386-9C1F-4244-8C86-5CB299395C68}" type="pres">
      <dgm:prSet presAssocID="{C934AAD7-E2D9-4839-96F3-68904039695A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BBB37F7D-FCF1-40C8-9004-0AB257B909B6}" type="pres">
      <dgm:prSet presAssocID="{6BA83E81-E51B-4524-9E78-18E8BB7C1384}" presName="Name14" presStyleCnt="0"/>
      <dgm:spPr/>
    </dgm:pt>
    <dgm:pt modelId="{C4E88F60-4339-4094-A2E7-24DB337BD57D}" type="pres">
      <dgm:prSet presAssocID="{6BA83E81-E51B-4524-9E78-18E8BB7C1384}" presName="level1Shape" presStyleLbl="node0" presStyleIdx="0" presStyleCnt="1" custScaleX="178338" custScaleY="105139">
        <dgm:presLayoutVars>
          <dgm:chPref val="3"/>
        </dgm:presLayoutVars>
      </dgm:prSet>
      <dgm:spPr/>
    </dgm:pt>
    <dgm:pt modelId="{3D798E50-DA3C-4FBF-9BE8-319900F4DC49}" type="pres">
      <dgm:prSet presAssocID="{6BA83E81-E51B-4524-9E78-18E8BB7C1384}" presName="hierChild2" presStyleCnt="0"/>
      <dgm:spPr/>
    </dgm:pt>
    <dgm:pt modelId="{E3E698CC-1CA1-4568-957F-3BCEFF69448C}" type="pres">
      <dgm:prSet presAssocID="{A9715AFF-F56C-4C74-914C-C504B1E16D74}" presName="Name19" presStyleLbl="parChTrans1D2" presStyleIdx="0" presStyleCnt="4"/>
      <dgm:spPr/>
    </dgm:pt>
    <dgm:pt modelId="{F2838A1D-523B-4C2F-B629-B6DA00FA1CA9}" type="pres">
      <dgm:prSet presAssocID="{EE997768-F6A7-4267-8CFD-86C6806E2356}" presName="Name21" presStyleCnt="0"/>
      <dgm:spPr/>
    </dgm:pt>
    <dgm:pt modelId="{FC570479-2426-4DFB-9796-8411615E4A52}" type="pres">
      <dgm:prSet presAssocID="{EE997768-F6A7-4267-8CFD-86C6806E2356}" presName="level2Shape" presStyleLbl="node2" presStyleIdx="0" presStyleCnt="4" custScaleX="125422" custScaleY="91916"/>
      <dgm:spPr/>
    </dgm:pt>
    <dgm:pt modelId="{B995D4C9-A181-45DF-A57E-3FBBC9BAD3FA}" type="pres">
      <dgm:prSet presAssocID="{EE997768-F6A7-4267-8CFD-86C6806E2356}" presName="hierChild3" presStyleCnt="0"/>
      <dgm:spPr/>
    </dgm:pt>
    <dgm:pt modelId="{95813C26-03BF-486E-89D2-BE9631A840AB}" type="pres">
      <dgm:prSet presAssocID="{C5265270-43A4-4091-8D8A-02F6C0CAFD1C}" presName="Name19" presStyleLbl="parChTrans1D3" presStyleIdx="0" presStyleCnt="6"/>
      <dgm:spPr/>
    </dgm:pt>
    <dgm:pt modelId="{7A6C2FAC-4BCA-46C6-8D62-6639E1AB299F}" type="pres">
      <dgm:prSet presAssocID="{A6407D0F-B663-44B5-AC68-F14B9A5CB2A8}" presName="Name21" presStyleCnt="0"/>
      <dgm:spPr/>
    </dgm:pt>
    <dgm:pt modelId="{C72DEC01-626B-4CB2-BE8E-1A3521BA8343}" type="pres">
      <dgm:prSet presAssocID="{A6407D0F-B663-44B5-AC68-F14B9A5CB2A8}" presName="level2Shape" presStyleLbl="node3" presStyleIdx="0" presStyleCnt="6"/>
      <dgm:spPr/>
    </dgm:pt>
    <dgm:pt modelId="{A132A2C9-DFAC-47E2-952D-37F0C9E96ADE}" type="pres">
      <dgm:prSet presAssocID="{A6407D0F-B663-44B5-AC68-F14B9A5CB2A8}" presName="hierChild3" presStyleCnt="0"/>
      <dgm:spPr/>
    </dgm:pt>
    <dgm:pt modelId="{2D3D5801-A9B7-4E7C-8D8E-3AF560F6AC4C}" type="pres">
      <dgm:prSet presAssocID="{A9C11A12-1E79-4115-B549-6AE976DD8A32}" presName="Name19" presStyleLbl="parChTrans1D2" presStyleIdx="1" presStyleCnt="4"/>
      <dgm:spPr/>
    </dgm:pt>
    <dgm:pt modelId="{9F4E3BE3-3E29-45AD-8737-ACF8072CB183}" type="pres">
      <dgm:prSet presAssocID="{B6DE25CF-4EAD-42FC-8AD0-9B04A606A00C}" presName="Name21" presStyleCnt="0"/>
      <dgm:spPr/>
    </dgm:pt>
    <dgm:pt modelId="{4131DFFB-B07E-416A-BDDE-8C59C1AFAB34}" type="pres">
      <dgm:prSet presAssocID="{B6DE25CF-4EAD-42FC-8AD0-9B04A606A00C}" presName="level2Shape" presStyleLbl="node2" presStyleIdx="1" presStyleCnt="4" custScaleX="129469"/>
      <dgm:spPr/>
    </dgm:pt>
    <dgm:pt modelId="{9F67CA00-ABA1-4A31-9E53-B2FDE3E33EC2}" type="pres">
      <dgm:prSet presAssocID="{B6DE25CF-4EAD-42FC-8AD0-9B04A606A00C}" presName="hierChild3" presStyleCnt="0"/>
      <dgm:spPr/>
    </dgm:pt>
    <dgm:pt modelId="{59C2D6F1-8F1F-45E4-A536-4F55990CA69D}" type="pres">
      <dgm:prSet presAssocID="{73AD46A9-2B2B-4AFF-B3C4-E8018E975099}" presName="Name19" presStyleLbl="parChTrans1D3" presStyleIdx="1" presStyleCnt="6"/>
      <dgm:spPr/>
    </dgm:pt>
    <dgm:pt modelId="{D1E7C4E4-D5AF-4B0E-B153-EAA77079F57C}" type="pres">
      <dgm:prSet presAssocID="{01AB3006-0784-4BF0-BC36-BDE94077B84D}" presName="Name21" presStyleCnt="0"/>
      <dgm:spPr/>
    </dgm:pt>
    <dgm:pt modelId="{21517FBE-A171-4D61-AC54-F36822404065}" type="pres">
      <dgm:prSet presAssocID="{01AB3006-0784-4BF0-BC36-BDE94077B84D}" presName="level2Shape" presStyleLbl="node3" presStyleIdx="1" presStyleCnt="6" custScaleY="101762" custLinFactNeighborY="-2083"/>
      <dgm:spPr/>
    </dgm:pt>
    <dgm:pt modelId="{A4149516-104B-40DD-8ECF-0D01A1310D03}" type="pres">
      <dgm:prSet presAssocID="{01AB3006-0784-4BF0-BC36-BDE94077B84D}" presName="hierChild3" presStyleCnt="0"/>
      <dgm:spPr/>
    </dgm:pt>
    <dgm:pt modelId="{1E36382B-6471-4289-B5A4-4DC0CF457E78}" type="pres">
      <dgm:prSet presAssocID="{2F62AAA3-E17F-41A0-9826-9E4585A73E44}" presName="Name19" presStyleLbl="parChTrans1D3" presStyleIdx="2" presStyleCnt="6"/>
      <dgm:spPr/>
    </dgm:pt>
    <dgm:pt modelId="{04DD45CC-F319-4EE0-BD77-3A14E3DC0E17}" type="pres">
      <dgm:prSet presAssocID="{ED809E13-971A-4598-B4A1-099CCDD5C0F7}" presName="Name21" presStyleCnt="0"/>
      <dgm:spPr/>
    </dgm:pt>
    <dgm:pt modelId="{5DD583BE-FBAD-4344-BC84-BCA17BB286CE}" type="pres">
      <dgm:prSet presAssocID="{ED809E13-971A-4598-B4A1-099CCDD5C0F7}" presName="level2Shape" presStyleLbl="node3" presStyleIdx="2" presStyleCnt="6" custScaleY="101762" custLinFactNeighborY="-2083"/>
      <dgm:spPr/>
    </dgm:pt>
    <dgm:pt modelId="{0296AC8B-C8DD-4EDE-A815-65DC20CFD97F}" type="pres">
      <dgm:prSet presAssocID="{ED809E13-971A-4598-B4A1-099CCDD5C0F7}" presName="hierChild3" presStyleCnt="0"/>
      <dgm:spPr/>
    </dgm:pt>
    <dgm:pt modelId="{73C80066-A9E3-47B1-BEE9-CC388AA8D449}" type="pres">
      <dgm:prSet presAssocID="{AAF1B7AD-B6C5-49CE-A35F-0E0AEA2B5DA8}" presName="Name19" presStyleLbl="parChTrans1D2" presStyleIdx="2" presStyleCnt="4"/>
      <dgm:spPr/>
    </dgm:pt>
    <dgm:pt modelId="{75D0B4F9-B94D-4783-847E-1B98A2504B72}" type="pres">
      <dgm:prSet presAssocID="{40196CCE-4EF9-4B0F-B396-CD75F653966D}" presName="Name21" presStyleCnt="0"/>
      <dgm:spPr/>
    </dgm:pt>
    <dgm:pt modelId="{CDE37292-C041-4ABE-AAE0-8E7D57C244FE}" type="pres">
      <dgm:prSet presAssocID="{40196CCE-4EF9-4B0F-B396-CD75F653966D}" presName="level2Shape" presStyleLbl="node2" presStyleIdx="2" presStyleCnt="4" custScaleX="125422" custScaleY="91916"/>
      <dgm:spPr/>
    </dgm:pt>
    <dgm:pt modelId="{A7612BDE-1683-4812-BF5E-E87C4E5FF02B}" type="pres">
      <dgm:prSet presAssocID="{40196CCE-4EF9-4B0F-B396-CD75F653966D}" presName="hierChild3" presStyleCnt="0"/>
      <dgm:spPr/>
    </dgm:pt>
    <dgm:pt modelId="{FAEE929C-C57C-40DF-B399-309F1A9F9AEE}" type="pres">
      <dgm:prSet presAssocID="{1D2F101E-4123-485C-A2E9-F977670858B2}" presName="Name19" presStyleLbl="parChTrans1D3" presStyleIdx="3" presStyleCnt="6"/>
      <dgm:spPr/>
    </dgm:pt>
    <dgm:pt modelId="{DDD85321-1384-44ED-B8B8-FCDE5A96D0B1}" type="pres">
      <dgm:prSet presAssocID="{90DD73E7-A5AF-4EBE-A001-22D501346F35}" presName="Name21" presStyleCnt="0"/>
      <dgm:spPr/>
    </dgm:pt>
    <dgm:pt modelId="{DF22AC5C-8F6C-4470-AC2D-41ED31E7DC1B}" type="pres">
      <dgm:prSet presAssocID="{90DD73E7-A5AF-4EBE-A001-22D501346F35}" presName="level2Shape" presStyleLbl="node3" presStyleIdx="3" presStyleCnt="6" custScaleY="101762" custLinFactNeighborY="-2083"/>
      <dgm:spPr/>
    </dgm:pt>
    <dgm:pt modelId="{7AB9E1C9-A0CD-401D-9A0D-BB216B792998}" type="pres">
      <dgm:prSet presAssocID="{90DD73E7-A5AF-4EBE-A001-22D501346F35}" presName="hierChild3" presStyleCnt="0"/>
      <dgm:spPr/>
    </dgm:pt>
    <dgm:pt modelId="{662F375A-1487-410B-978B-1AE9F0BF5CCF}" type="pres">
      <dgm:prSet presAssocID="{15B80374-BAC7-4CE5-903A-DA0C76B699E4}" presName="Name19" presStyleLbl="parChTrans1D3" presStyleIdx="4" presStyleCnt="6"/>
      <dgm:spPr/>
    </dgm:pt>
    <dgm:pt modelId="{6750903F-24D5-4EDF-BC0A-6ED632DB9513}" type="pres">
      <dgm:prSet presAssocID="{A931FF42-88E3-4C5C-9468-E34963854A6D}" presName="Name21" presStyleCnt="0"/>
      <dgm:spPr/>
    </dgm:pt>
    <dgm:pt modelId="{E5600377-B149-496E-8C56-91FA2E308165}" type="pres">
      <dgm:prSet presAssocID="{A931FF42-88E3-4C5C-9468-E34963854A6D}" presName="level2Shape" presStyleLbl="node3" presStyleIdx="4" presStyleCnt="6" custScaleY="101762" custLinFactNeighborY="-2110"/>
      <dgm:spPr/>
    </dgm:pt>
    <dgm:pt modelId="{D848A5D6-8FE0-46B4-B62B-6C982F94A093}" type="pres">
      <dgm:prSet presAssocID="{A931FF42-88E3-4C5C-9468-E34963854A6D}" presName="hierChild3" presStyleCnt="0"/>
      <dgm:spPr/>
    </dgm:pt>
    <dgm:pt modelId="{8E924107-748D-4BEB-AF94-B8FF6FA6CE37}" type="pres">
      <dgm:prSet presAssocID="{79AA413C-7152-473B-B5D5-3F91949F5C94}" presName="Name19" presStyleLbl="parChTrans1D2" presStyleIdx="3" presStyleCnt="4"/>
      <dgm:spPr/>
    </dgm:pt>
    <dgm:pt modelId="{C523EE81-408D-451B-8B5A-537D68A7046B}" type="pres">
      <dgm:prSet presAssocID="{DE1C600A-271C-43A4-8354-FEEEA8A89558}" presName="Name21" presStyleCnt="0"/>
      <dgm:spPr/>
    </dgm:pt>
    <dgm:pt modelId="{AFF8FCAA-B411-4401-81D7-AC67A04C493C}" type="pres">
      <dgm:prSet presAssocID="{DE1C600A-271C-43A4-8354-FEEEA8A89558}" presName="level2Shape" presStyleLbl="node2" presStyleIdx="3" presStyleCnt="4" custScaleX="125422" custScaleY="91916"/>
      <dgm:spPr/>
    </dgm:pt>
    <dgm:pt modelId="{BB610827-76EA-4130-8756-10A58720A296}" type="pres">
      <dgm:prSet presAssocID="{DE1C600A-271C-43A4-8354-FEEEA8A89558}" presName="hierChild3" presStyleCnt="0"/>
      <dgm:spPr/>
    </dgm:pt>
    <dgm:pt modelId="{CB2A1575-2C80-4645-AEF0-90F0BE5EC46C}" type="pres">
      <dgm:prSet presAssocID="{B606CF0A-A4A1-4D5A-8A36-E9AE411084D0}" presName="Name19" presStyleLbl="parChTrans1D3" presStyleIdx="5" presStyleCnt="6"/>
      <dgm:spPr/>
    </dgm:pt>
    <dgm:pt modelId="{E36ABA5B-91C1-402D-B3B0-951BDE0F45B8}" type="pres">
      <dgm:prSet presAssocID="{E3814710-9CF4-498D-9128-F6F2962EFB34}" presName="Name21" presStyleCnt="0"/>
      <dgm:spPr/>
    </dgm:pt>
    <dgm:pt modelId="{3DD35572-C99B-46B7-A34E-75CDA7E08FBB}" type="pres">
      <dgm:prSet presAssocID="{E3814710-9CF4-498D-9128-F6F2962EFB34}" presName="level2Shape" presStyleLbl="node3" presStyleIdx="5" presStyleCnt="6" custScaleY="101762"/>
      <dgm:spPr/>
    </dgm:pt>
    <dgm:pt modelId="{B185F3EE-A8F3-49AF-8D61-2D963E266155}" type="pres">
      <dgm:prSet presAssocID="{E3814710-9CF4-498D-9128-F6F2962EFB34}" presName="hierChild3" presStyleCnt="0"/>
      <dgm:spPr/>
    </dgm:pt>
    <dgm:pt modelId="{B18200AE-CE7A-49AB-9B69-E8C44F53FAC4}" type="pres">
      <dgm:prSet presAssocID="{C934AAD7-E2D9-4839-96F3-68904039695A}" presName="bgShapesFlow" presStyleCnt="0"/>
      <dgm:spPr/>
    </dgm:pt>
  </dgm:ptLst>
  <dgm:cxnLst>
    <dgm:cxn modelId="{9DD05317-D8EE-44BD-B2A3-897D5AA9E092}" type="presOf" srcId="{B606CF0A-A4A1-4D5A-8A36-E9AE411084D0}" destId="{CB2A1575-2C80-4645-AEF0-90F0BE5EC46C}" srcOrd="0" destOrd="0" presId="urn:microsoft.com/office/officeart/2005/8/layout/hierarchy6"/>
    <dgm:cxn modelId="{993F031D-183D-47F9-96A2-08788358A0AB}" type="presOf" srcId="{B6DE25CF-4EAD-42FC-8AD0-9B04A606A00C}" destId="{4131DFFB-B07E-416A-BDDE-8C59C1AFAB34}" srcOrd="0" destOrd="0" presId="urn:microsoft.com/office/officeart/2005/8/layout/hierarchy6"/>
    <dgm:cxn modelId="{7D5FF42B-C64B-4469-8671-D34312728C4A}" type="presOf" srcId="{73AD46A9-2B2B-4AFF-B3C4-E8018E975099}" destId="{59C2D6F1-8F1F-45E4-A536-4F55990CA69D}" srcOrd="0" destOrd="0" presId="urn:microsoft.com/office/officeart/2005/8/layout/hierarchy6"/>
    <dgm:cxn modelId="{753D0332-1B5E-49BB-BA72-214CEB4CEFD2}" srcId="{B6DE25CF-4EAD-42FC-8AD0-9B04A606A00C}" destId="{ED809E13-971A-4598-B4A1-099CCDD5C0F7}" srcOrd="1" destOrd="0" parTransId="{2F62AAA3-E17F-41A0-9826-9E4585A73E44}" sibTransId="{B832F704-24DC-40A6-98F9-2B5CD7883B2C}"/>
    <dgm:cxn modelId="{EBFAA536-44EB-41E2-928B-5F06283B2529}" type="presOf" srcId="{C5265270-43A4-4091-8D8A-02F6C0CAFD1C}" destId="{95813C26-03BF-486E-89D2-BE9631A840AB}" srcOrd="0" destOrd="0" presId="urn:microsoft.com/office/officeart/2005/8/layout/hierarchy6"/>
    <dgm:cxn modelId="{8862E148-F670-4B0A-91ED-6AEDA64A81F8}" srcId="{6BA83E81-E51B-4524-9E78-18E8BB7C1384}" destId="{40196CCE-4EF9-4B0F-B396-CD75F653966D}" srcOrd="2" destOrd="0" parTransId="{AAF1B7AD-B6C5-49CE-A35F-0E0AEA2B5DA8}" sibTransId="{19AD21F9-C9AB-481A-97B6-0743CC12E7CD}"/>
    <dgm:cxn modelId="{0B82084C-25E3-4B0F-A4D9-71D8A5620CB6}" type="presOf" srcId="{A931FF42-88E3-4C5C-9468-E34963854A6D}" destId="{E5600377-B149-496E-8C56-91FA2E308165}" srcOrd="0" destOrd="0" presId="urn:microsoft.com/office/officeart/2005/8/layout/hierarchy6"/>
    <dgm:cxn modelId="{4FD1DD4D-1ED3-4101-82F7-CA19FC3501B1}" srcId="{DE1C600A-271C-43A4-8354-FEEEA8A89558}" destId="{E3814710-9CF4-498D-9128-F6F2962EFB34}" srcOrd="0" destOrd="0" parTransId="{B606CF0A-A4A1-4D5A-8A36-E9AE411084D0}" sibTransId="{1A9DC371-2D77-4C15-B778-8AD6611A42BF}"/>
    <dgm:cxn modelId="{3D1A9D4E-505E-4324-9B7E-54E2DB30583F}" type="presOf" srcId="{2F62AAA3-E17F-41A0-9826-9E4585A73E44}" destId="{1E36382B-6471-4289-B5A4-4DC0CF457E78}" srcOrd="0" destOrd="0" presId="urn:microsoft.com/office/officeart/2005/8/layout/hierarchy6"/>
    <dgm:cxn modelId="{B0D3DD6E-3E07-4CA2-91A2-E2CA1F8249F9}" type="presOf" srcId="{A9C11A12-1E79-4115-B549-6AE976DD8A32}" destId="{2D3D5801-A9B7-4E7C-8D8E-3AF560F6AC4C}" srcOrd="0" destOrd="0" presId="urn:microsoft.com/office/officeart/2005/8/layout/hierarchy6"/>
    <dgm:cxn modelId="{725C3D87-B24F-482B-8BA0-B3953A70E0F4}" type="presOf" srcId="{1D2F101E-4123-485C-A2E9-F977670858B2}" destId="{FAEE929C-C57C-40DF-B399-309F1A9F9AEE}" srcOrd="0" destOrd="0" presId="urn:microsoft.com/office/officeart/2005/8/layout/hierarchy6"/>
    <dgm:cxn modelId="{005B728D-85CC-4A23-A5C4-255286FB434F}" type="presOf" srcId="{AAF1B7AD-B6C5-49CE-A35F-0E0AEA2B5DA8}" destId="{73C80066-A9E3-47B1-BEE9-CC388AA8D449}" srcOrd="0" destOrd="0" presId="urn:microsoft.com/office/officeart/2005/8/layout/hierarchy6"/>
    <dgm:cxn modelId="{3BB97893-9BF5-42E5-8C41-545163217B8F}" srcId="{40196CCE-4EF9-4B0F-B396-CD75F653966D}" destId="{90DD73E7-A5AF-4EBE-A001-22D501346F35}" srcOrd="0" destOrd="0" parTransId="{1D2F101E-4123-485C-A2E9-F977670858B2}" sibTransId="{D27E92DA-E161-40C1-8BAA-D746930B80E8}"/>
    <dgm:cxn modelId="{E010A19E-FF18-4F8B-ACFA-0221C3A53A59}" type="presOf" srcId="{A9715AFF-F56C-4C74-914C-C504B1E16D74}" destId="{E3E698CC-1CA1-4568-957F-3BCEFF69448C}" srcOrd="0" destOrd="0" presId="urn:microsoft.com/office/officeart/2005/8/layout/hierarchy6"/>
    <dgm:cxn modelId="{B65514A1-5009-4731-B879-17F45A0DBBC2}" type="presOf" srcId="{ED809E13-971A-4598-B4A1-099CCDD5C0F7}" destId="{5DD583BE-FBAD-4344-BC84-BCA17BB286CE}" srcOrd="0" destOrd="0" presId="urn:microsoft.com/office/officeart/2005/8/layout/hierarchy6"/>
    <dgm:cxn modelId="{058086A2-A125-4398-84E6-536CC6B770AC}" type="presOf" srcId="{01AB3006-0784-4BF0-BC36-BDE94077B84D}" destId="{21517FBE-A171-4D61-AC54-F36822404065}" srcOrd="0" destOrd="0" presId="urn:microsoft.com/office/officeart/2005/8/layout/hierarchy6"/>
    <dgm:cxn modelId="{9F0122A4-B327-4941-9B14-2807D1D4B147}" type="presOf" srcId="{40196CCE-4EF9-4B0F-B396-CD75F653966D}" destId="{CDE37292-C041-4ABE-AAE0-8E7D57C244FE}" srcOrd="0" destOrd="0" presId="urn:microsoft.com/office/officeart/2005/8/layout/hierarchy6"/>
    <dgm:cxn modelId="{C19234AA-A3DC-478A-9A20-9E105A3D3E56}" type="presOf" srcId="{C934AAD7-E2D9-4839-96F3-68904039695A}" destId="{7547A770-7E54-4247-A49D-EBA50A9E9FED}" srcOrd="0" destOrd="0" presId="urn:microsoft.com/office/officeart/2005/8/layout/hierarchy6"/>
    <dgm:cxn modelId="{52F66AB4-070E-41BA-BDC4-A708E53A811E}" type="presOf" srcId="{A6407D0F-B663-44B5-AC68-F14B9A5CB2A8}" destId="{C72DEC01-626B-4CB2-BE8E-1A3521BA8343}" srcOrd="0" destOrd="0" presId="urn:microsoft.com/office/officeart/2005/8/layout/hierarchy6"/>
    <dgm:cxn modelId="{51A9E2CA-5268-404D-A903-3E63915B349F}" type="presOf" srcId="{EE997768-F6A7-4267-8CFD-86C6806E2356}" destId="{FC570479-2426-4DFB-9796-8411615E4A52}" srcOrd="0" destOrd="0" presId="urn:microsoft.com/office/officeart/2005/8/layout/hierarchy6"/>
    <dgm:cxn modelId="{855023CD-BD3A-41F8-8A02-B29FBB8C9BC5}" type="presOf" srcId="{15B80374-BAC7-4CE5-903A-DA0C76B699E4}" destId="{662F375A-1487-410B-978B-1AE9F0BF5CCF}" srcOrd="0" destOrd="0" presId="urn:microsoft.com/office/officeart/2005/8/layout/hierarchy6"/>
    <dgm:cxn modelId="{65C165D0-14BB-4CF2-BCC7-5E85A0F92F8C}" type="presOf" srcId="{6BA83E81-E51B-4524-9E78-18E8BB7C1384}" destId="{C4E88F60-4339-4094-A2E7-24DB337BD57D}" srcOrd="0" destOrd="0" presId="urn:microsoft.com/office/officeart/2005/8/layout/hierarchy6"/>
    <dgm:cxn modelId="{7B63FFD0-0E7B-41C6-ABB1-66DAEBAC3032}" type="presOf" srcId="{79AA413C-7152-473B-B5D5-3F91949F5C94}" destId="{8E924107-748D-4BEB-AF94-B8FF6FA6CE37}" srcOrd="0" destOrd="0" presId="urn:microsoft.com/office/officeart/2005/8/layout/hierarchy6"/>
    <dgm:cxn modelId="{B078E6D1-462F-46CD-AF4A-EA3A15BAAB29}" srcId="{40196CCE-4EF9-4B0F-B396-CD75F653966D}" destId="{A931FF42-88E3-4C5C-9468-E34963854A6D}" srcOrd="1" destOrd="0" parTransId="{15B80374-BAC7-4CE5-903A-DA0C76B699E4}" sibTransId="{6AAA9A6D-C3AF-4A04-BF88-EACC2BB88A47}"/>
    <dgm:cxn modelId="{7F3BF1D3-5D78-4C01-88AA-55F2A1F06FEE}" type="presOf" srcId="{DE1C600A-271C-43A4-8354-FEEEA8A89558}" destId="{AFF8FCAA-B411-4401-81D7-AC67A04C493C}" srcOrd="0" destOrd="0" presId="urn:microsoft.com/office/officeart/2005/8/layout/hierarchy6"/>
    <dgm:cxn modelId="{9460E8D4-6A35-4236-BDC7-6CA86B3D25AC}" srcId="{C934AAD7-E2D9-4839-96F3-68904039695A}" destId="{6BA83E81-E51B-4524-9E78-18E8BB7C1384}" srcOrd="0" destOrd="0" parTransId="{7FE6BA20-E6F5-4BE6-868B-D866F9B983A4}" sibTransId="{CBCCAAFA-D7AE-4B9F-9CE0-9B57AE36A4D8}"/>
    <dgm:cxn modelId="{8BF3FEE0-E5C1-48A9-A47E-34147057877E}" type="presOf" srcId="{E3814710-9CF4-498D-9128-F6F2962EFB34}" destId="{3DD35572-C99B-46B7-A34E-75CDA7E08FBB}" srcOrd="0" destOrd="0" presId="urn:microsoft.com/office/officeart/2005/8/layout/hierarchy6"/>
    <dgm:cxn modelId="{664070E2-6D0B-4F22-B077-873C0EC01A6D}" type="presOf" srcId="{90DD73E7-A5AF-4EBE-A001-22D501346F35}" destId="{DF22AC5C-8F6C-4470-AC2D-41ED31E7DC1B}" srcOrd="0" destOrd="0" presId="urn:microsoft.com/office/officeart/2005/8/layout/hierarchy6"/>
    <dgm:cxn modelId="{ACF1D5E7-DBB9-4FCC-8BDE-229C06FF69F6}" srcId="{6BA83E81-E51B-4524-9E78-18E8BB7C1384}" destId="{B6DE25CF-4EAD-42FC-8AD0-9B04A606A00C}" srcOrd="1" destOrd="0" parTransId="{A9C11A12-1E79-4115-B549-6AE976DD8A32}" sibTransId="{41CC460D-E03C-4A66-9ACE-870DA4D09085}"/>
    <dgm:cxn modelId="{8A8BDBEF-A70B-4D81-9337-900697EB5AB8}" srcId="{EE997768-F6A7-4267-8CFD-86C6806E2356}" destId="{A6407D0F-B663-44B5-AC68-F14B9A5CB2A8}" srcOrd="0" destOrd="0" parTransId="{C5265270-43A4-4091-8D8A-02F6C0CAFD1C}" sibTransId="{4A4F251F-8826-49F1-9CE5-1F1E266C5524}"/>
    <dgm:cxn modelId="{192C33F0-C64D-4563-B6AA-8FB058F8E7E5}" srcId="{6BA83E81-E51B-4524-9E78-18E8BB7C1384}" destId="{EE997768-F6A7-4267-8CFD-86C6806E2356}" srcOrd="0" destOrd="0" parTransId="{A9715AFF-F56C-4C74-914C-C504B1E16D74}" sibTransId="{F30D5BF7-BCB9-4D0D-BA7F-6BDE259CAB0B}"/>
    <dgm:cxn modelId="{05A40FF3-10D7-4B0D-912F-A93BD8692FBF}" srcId="{6BA83E81-E51B-4524-9E78-18E8BB7C1384}" destId="{DE1C600A-271C-43A4-8354-FEEEA8A89558}" srcOrd="3" destOrd="0" parTransId="{79AA413C-7152-473B-B5D5-3F91949F5C94}" sibTransId="{906575DF-3202-403B-8994-AD1333887183}"/>
    <dgm:cxn modelId="{251D5EF8-EC2F-43AA-9D55-66B23CBD30C6}" srcId="{B6DE25CF-4EAD-42FC-8AD0-9B04A606A00C}" destId="{01AB3006-0784-4BF0-BC36-BDE94077B84D}" srcOrd="0" destOrd="0" parTransId="{73AD46A9-2B2B-4AFF-B3C4-E8018E975099}" sibTransId="{C7D92A2D-EF2D-4C36-B2E7-91D301709FA6}"/>
    <dgm:cxn modelId="{0AC3EF4B-8CFE-425B-959A-CE84CC6F019C}" type="presParOf" srcId="{7547A770-7E54-4247-A49D-EBA50A9E9FED}" destId="{0835B18E-1D7C-49E3-A744-604B4D4E8CEC}" srcOrd="0" destOrd="0" presId="urn:microsoft.com/office/officeart/2005/8/layout/hierarchy6"/>
    <dgm:cxn modelId="{BA91CF7E-D307-4AED-85E1-12982221CB20}" type="presParOf" srcId="{0835B18E-1D7C-49E3-A744-604B4D4E8CEC}" destId="{83C62386-9C1F-4244-8C86-5CB299395C68}" srcOrd="0" destOrd="0" presId="urn:microsoft.com/office/officeart/2005/8/layout/hierarchy6"/>
    <dgm:cxn modelId="{6736D3AE-8E0C-41C2-8353-0977EA13544A}" type="presParOf" srcId="{83C62386-9C1F-4244-8C86-5CB299395C68}" destId="{BBB37F7D-FCF1-40C8-9004-0AB257B909B6}" srcOrd="0" destOrd="0" presId="urn:microsoft.com/office/officeart/2005/8/layout/hierarchy6"/>
    <dgm:cxn modelId="{BCAA5178-A5B5-41E1-88C8-FED3D73C3DCF}" type="presParOf" srcId="{BBB37F7D-FCF1-40C8-9004-0AB257B909B6}" destId="{C4E88F60-4339-4094-A2E7-24DB337BD57D}" srcOrd="0" destOrd="0" presId="urn:microsoft.com/office/officeart/2005/8/layout/hierarchy6"/>
    <dgm:cxn modelId="{593EF298-D332-4565-8E4B-91CCEF6E08F0}" type="presParOf" srcId="{BBB37F7D-FCF1-40C8-9004-0AB257B909B6}" destId="{3D798E50-DA3C-4FBF-9BE8-319900F4DC49}" srcOrd="1" destOrd="0" presId="urn:microsoft.com/office/officeart/2005/8/layout/hierarchy6"/>
    <dgm:cxn modelId="{DA339F3E-C23F-42FE-8401-135CACAC3F32}" type="presParOf" srcId="{3D798E50-DA3C-4FBF-9BE8-319900F4DC49}" destId="{E3E698CC-1CA1-4568-957F-3BCEFF69448C}" srcOrd="0" destOrd="0" presId="urn:microsoft.com/office/officeart/2005/8/layout/hierarchy6"/>
    <dgm:cxn modelId="{08F834C9-BA61-4970-AEFC-13FC06802869}" type="presParOf" srcId="{3D798E50-DA3C-4FBF-9BE8-319900F4DC49}" destId="{F2838A1D-523B-4C2F-B629-B6DA00FA1CA9}" srcOrd="1" destOrd="0" presId="urn:microsoft.com/office/officeart/2005/8/layout/hierarchy6"/>
    <dgm:cxn modelId="{352C6A98-B06A-4623-B7F7-F94585D5DB24}" type="presParOf" srcId="{F2838A1D-523B-4C2F-B629-B6DA00FA1CA9}" destId="{FC570479-2426-4DFB-9796-8411615E4A52}" srcOrd="0" destOrd="0" presId="urn:microsoft.com/office/officeart/2005/8/layout/hierarchy6"/>
    <dgm:cxn modelId="{8B59585A-FC6A-4A33-A5C3-EBCCB5A244E7}" type="presParOf" srcId="{F2838A1D-523B-4C2F-B629-B6DA00FA1CA9}" destId="{B995D4C9-A181-45DF-A57E-3FBBC9BAD3FA}" srcOrd="1" destOrd="0" presId="urn:microsoft.com/office/officeart/2005/8/layout/hierarchy6"/>
    <dgm:cxn modelId="{79E5989A-02F2-48E6-884E-B0CB71D17CBA}" type="presParOf" srcId="{B995D4C9-A181-45DF-A57E-3FBBC9BAD3FA}" destId="{95813C26-03BF-486E-89D2-BE9631A840AB}" srcOrd="0" destOrd="0" presId="urn:microsoft.com/office/officeart/2005/8/layout/hierarchy6"/>
    <dgm:cxn modelId="{579690F9-66A1-4693-9A93-3D2333EE42C6}" type="presParOf" srcId="{B995D4C9-A181-45DF-A57E-3FBBC9BAD3FA}" destId="{7A6C2FAC-4BCA-46C6-8D62-6639E1AB299F}" srcOrd="1" destOrd="0" presId="urn:microsoft.com/office/officeart/2005/8/layout/hierarchy6"/>
    <dgm:cxn modelId="{DE8763CC-98BB-4E7D-B988-B3008D1A6C02}" type="presParOf" srcId="{7A6C2FAC-4BCA-46C6-8D62-6639E1AB299F}" destId="{C72DEC01-626B-4CB2-BE8E-1A3521BA8343}" srcOrd="0" destOrd="0" presId="urn:microsoft.com/office/officeart/2005/8/layout/hierarchy6"/>
    <dgm:cxn modelId="{04F7D3D2-1C1B-4028-A091-7EA02C6788D2}" type="presParOf" srcId="{7A6C2FAC-4BCA-46C6-8D62-6639E1AB299F}" destId="{A132A2C9-DFAC-47E2-952D-37F0C9E96ADE}" srcOrd="1" destOrd="0" presId="urn:microsoft.com/office/officeart/2005/8/layout/hierarchy6"/>
    <dgm:cxn modelId="{124A69EB-78B1-4637-9F8E-7CEAA52D5D68}" type="presParOf" srcId="{3D798E50-DA3C-4FBF-9BE8-319900F4DC49}" destId="{2D3D5801-A9B7-4E7C-8D8E-3AF560F6AC4C}" srcOrd="2" destOrd="0" presId="urn:microsoft.com/office/officeart/2005/8/layout/hierarchy6"/>
    <dgm:cxn modelId="{45DBAAAC-FDA9-4307-8159-0CA98C122563}" type="presParOf" srcId="{3D798E50-DA3C-4FBF-9BE8-319900F4DC49}" destId="{9F4E3BE3-3E29-45AD-8737-ACF8072CB183}" srcOrd="3" destOrd="0" presId="urn:microsoft.com/office/officeart/2005/8/layout/hierarchy6"/>
    <dgm:cxn modelId="{8E4DDDA8-B847-432F-82A6-5BD07B927F32}" type="presParOf" srcId="{9F4E3BE3-3E29-45AD-8737-ACF8072CB183}" destId="{4131DFFB-B07E-416A-BDDE-8C59C1AFAB34}" srcOrd="0" destOrd="0" presId="urn:microsoft.com/office/officeart/2005/8/layout/hierarchy6"/>
    <dgm:cxn modelId="{9908D387-3694-4484-94F3-2078399345D0}" type="presParOf" srcId="{9F4E3BE3-3E29-45AD-8737-ACF8072CB183}" destId="{9F67CA00-ABA1-4A31-9E53-B2FDE3E33EC2}" srcOrd="1" destOrd="0" presId="urn:microsoft.com/office/officeart/2005/8/layout/hierarchy6"/>
    <dgm:cxn modelId="{2A3B1710-88D4-41B4-A2B7-172729C2D7B5}" type="presParOf" srcId="{9F67CA00-ABA1-4A31-9E53-B2FDE3E33EC2}" destId="{59C2D6F1-8F1F-45E4-A536-4F55990CA69D}" srcOrd="0" destOrd="0" presId="urn:microsoft.com/office/officeart/2005/8/layout/hierarchy6"/>
    <dgm:cxn modelId="{BED25CCE-7805-460A-92CB-1C55C9301B7C}" type="presParOf" srcId="{9F67CA00-ABA1-4A31-9E53-B2FDE3E33EC2}" destId="{D1E7C4E4-D5AF-4B0E-B153-EAA77079F57C}" srcOrd="1" destOrd="0" presId="urn:microsoft.com/office/officeart/2005/8/layout/hierarchy6"/>
    <dgm:cxn modelId="{B5D138E1-EB85-46EE-9FC8-C59311AF0146}" type="presParOf" srcId="{D1E7C4E4-D5AF-4B0E-B153-EAA77079F57C}" destId="{21517FBE-A171-4D61-AC54-F36822404065}" srcOrd="0" destOrd="0" presId="urn:microsoft.com/office/officeart/2005/8/layout/hierarchy6"/>
    <dgm:cxn modelId="{5246B088-5C5F-41C8-8E2F-447AA1E387F7}" type="presParOf" srcId="{D1E7C4E4-D5AF-4B0E-B153-EAA77079F57C}" destId="{A4149516-104B-40DD-8ECF-0D01A1310D03}" srcOrd="1" destOrd="0" presId="urn:microsoft.com/office/officeart/2005/8/layout/hierarchy6"/>
    <dgm:cxn modelId="{363145C1-D266-40B9-A894-53A30C49F734}" type="presParOf" srcId="{9F67CA00-ABA1-4A31-9E53-B2FDE3E33EC2}" destId="{1E36382B-6471-4289-B5A4-4DC0CF457E78}" srcOrd="2" destOrd="0" presId="urn:microsoft.com/office/officeart/2005/8/layout/hierarchy6"/>
    <dgm:cxn modelId="{38F40EB9-56AE-4691-93EF-C67A7FA549E8}" type="presParOf" srcId="{9F67CA00-ABA1-4A31-9E53-B2FDE3E33EC2}" destId="{04DD45CC-F319-4EE0-BD77-3A14E3DC0E17}" srcOrd="3" destOrd="0" presId="urn:microsoft.com/office/officeart/2005/8/layout/hierarchy6"/>
    <dgm:cxn modelId="{EB75F3AD-4ADF-4773-931B-8F07A94F8060}" type="presParOf" srcId="{04DD45CC-F319-4EE0-BD77-3A14E3DC0E17}" destId="{5DD583BE-FBAD-4344-BC84-BCA17BB286CE}" srcOrd="0" destOrd="0" presId="urn:microsoft.com/office/officeart/2005/8/layout/hierarchy6"/>
    <dgm:cxn modelId="{2DD078CE-FE96-412D-A6B2-44130A9A175E}" type="presParOf" srcId="{04DD45CC-F319-4EE0-BD77-3A14E3DC0E17}" destId="{0296AC8B-C8DD-4EDE-A815-65DC20CFD97F}" srcOrd="1" destOrd="0" presId="urn:microsoft.com/office/officeart/2005/8/layout/hierarchy6"/>
    <dgm:cxn modelId="{CA51380E-3F86-4C33-9109-5929899E943E}" type="presParOf" srcId="{3D798E50-DA3C-4FBF-9BE8-319900F4DC49}" destId="{73C80066-A9E3-47B1-BEE9-CC388AA8D449}" srcOrd="4" destOrd="0" presId="urn:microsoft.com/office/officeart/2005/8/layout/hierarchy6"/>
    <dgm:cxn modelId="{7E5A7945-ADA6-4BAF-A3B0-CB7EACA572FE}" type="presParOf" srcId="{3D798E50-DA3C-4FBF-9BE8-319900F4DC49}" destId="{75D0B4F9-B94D-4783-847E-1B98A2504B72}" srcOrd="5" destOrd="0" presId="urn:microsoft.com/office/officeart/2005/8/layout/hierarchy6"/>
    <dgm:cxn modelId="{2CB9A6C2-842C-4A2E-88BF-C155314CA7CA}" type="presParOf" srcId="{75D0B4F9-B94D-4783-847E-1B98A2504B72}" destId="{CDE37292-C041-4ABE-AAE0-8E7D57C244FE}" srcOrd="0" destOrd="0" presId="urn:microsoft.com/office/officeart/2005/8/layout/hierarchy6"/>
    <dgm:cxn modelId="{3A2CB31B-1597-4D83-A8C3-F3862D49F804}" type="presParOf" srcId="{75D0B4F9-B94D-4783-847E-1B98A2504B72}" destId="{A7612BDE-1683-4812-BF5E-E87C4E5FF02B}" srcOrd="1" destOrd="0" presId="urn:microsoft.com/office/officeart/2005/8/layout/hierarchy6"/>
    <dgm:cxn modelId="{AB639D73-2043-4268-8125-EE5406BFEB01}" type="presParOf" srcId="{A7612BDE-1683-4812-BF5E-E87C4E5FF02B}" destId="{FAEE929C-C57C-40DF-B399-309F1A9F9AEE}" srcOrd="0" destOrd="0" presId="urn:microsoft.com/office/officeart/2005/8/layout/hierarchy6"/>
    <dgm:cxn modelId="{02036F52-92AC-4A45-AFE6-8DF50DC3C6DE}" type="presParOf" srcId="{A7612BDE-1683-4812-BF5E-E87C4E5FF02B}" destId="{DDD85321-1384-44ED-B8B8-FCDE5A96D0B1}" srcOrd="1" destOrd="0" presId="urn:microsoft.com/office/officeart/2005/8/layout/hierarchy6"/>
    <dgm:cxn modelId="{5D18BF28-289E-4B41-989A-F6081C868AB3}" type="presParOf" srcId="{DDD85321-1384-44ED-B8B8-FCDE5A96D0B1}" destId="{DF22AC5C-8F6C-4470-AC2D-41ED31E7DC1B}" srcOrd="0" destOrd="0" presId="urn:microsoft.com/office/officeart/2005/8/layout/hierarchy6"/>
    <dgm:cxn modelId="{754BEA83-D6E1-404A-8333-91438CD8846B}" type="presParOf" srcId="{DDD85321-1384-44ED-B8B8-FCDE5A96D0B1}" destId="{7AB9E1C9-A0CD-401D-9A0D-BB216B792998}" srcOrd="1" destOrd="0" presId="urn:microsoft.com/office/officeart/2005/8/layout/hierarchy6"/>
    <dgm:cxn modelId="{B9F4416E-8C73-4F5F-A241-D551CA5306A3}" type="presParOf" srcId="{A7612BDE-1683-4812-BF5E-E87C4E5FF02B}" destId="{662F375A-1487-410B-978B-1AE9F0BF5CCF}" srcOrd="2" destOrd="0" presId="urn:microsoft.com/office/officeart/2005/8/layout/hierarchy6"/>
    <dgm:cxn modelId="{29AEEC6A-A34B-4C58-BB0A-972D4AA9127A}" type="presParOf" srcId="{A7612BDE-1683-4812-BF5E-E87C4E5FF02B}" destId="{6750903F-24D5-4EDF-BC0A-6ED632DB9513}" srcOrd="3" destOrd="0" presId="urn:microsoft.com/office/officeart/2005/8/layout/hierarchy6"/>
    <dgm:cxn modelId="{60CBDBA8-946F-4962-808C-3EB62D990B6A}" type="presParOf" srcId="{6750903F-24D5-4EDF-BC0A-6ED632DB9513}" destId="{E5600377-B149-496E-8C56-91FA2E308165}" srcOrd="0" destOrd="0" presId="urn:microsoft.com/office/officeart/2005/8/layout/hierarchy6"/>
    <dgm:cxn modelId="{2CBA132D-7456-4F67-B68A-C0BA331463EE}" type="presParOf" srcId="{6750903F-24D5-4EDF-BC0A-6ED632DB9513}" destId="{D848A5D6-8FE0-46B4-B62B-6C982F94A093}" srcOrd="1" destOrd="0" presId="urn:microsoft.com/office/officeart/2005/8/layout/hierarchy6"/>
    <dgm:cxn modelId="{4F8C7BD1-2E0B-489E-9CDA-E93EF40C957B}" type="presParOf" srcId="{3D798E50-DA3C-4FBF-9BE8-319900F4DC49}" destId="{8E924107-748D-4BEB-AF94-B8FF6FA6CE37}" srcOrd="6" destOrd="0" presId="urn:microsoft.com/office/officeart/2005/8/layout/hierarchy6"/>
    <dgm:cxn modelId="{CF2C44F8-45DC-4C62-ADFB-5347A9071DDC}" type="presParOf" srcId="{3D798E50-DA3C-4FBF-9BE8-319900F4DC49}" destId="{C523EE81-408D-451B-8B5A-537D68A7046B}" srcOrd="7" destOrd="0" presId="urn:microsoft.com/office/officeart/2005/8/layout/hierarchy6"/>
    <dgm:cxn modelId="{CE5C7D05-CDAE-4B20-B204-E7F0110A0CCF}" type="presParOf" srcId="{C523EE81-408D-451B-8B5A-537D68A7046B}" destId="{AFF8FCAA-B411-4401-81D7-AC67A04C493C}" srcOrd="0" destOrd="0" presId="urn:microsoft.com/office/officeart/2005/8/layout/hierarchy6"/>
    <dgm:cxn modelId="{4A4B6C3A-AB0F-49C5-879E-8FC77AB11361}" type="presParOf" srcId="{C523EE81-408D-451B-8B5A-537D68A7046B}" destId="{BB610827-76EA-4130-8756-10A58720A296}" srcOrd="1" destOrd="0" presId="urn:microsoft.com/office/officeart/2005/8/layout/hierarchy6"/>
    <dgm:cxn modelId="{FEFE4E5D-311D-4BCF-B813-8AF93E9C86D1}" type="presParOf" srcId="{BB610827-76EA-4130-8756-10A58720A296}" destId="{CB2A1575-2C80-4645-AEF0-90F0BE5EC46C}" srcOrd="0" destOrd="0" presId="urn:microsoft.com/office/officeart/2005/8/layout/hierarchy6"/>
    <dgm:cxn modelId="{D890AC22-7941-420E-B56D-91B1E5E39DDC}" type="presParOf" srcId="{BB610827-76EA-4130-8756-10A58720A296}" destId="{E36ABA5B-91C1-402D-B3B0-951BDE0F45B8}" srcOrd="1" destOrd="0" presId="urn:microsoft.com/office/officeart/2005/8/layout/hierarchy6"/>
    <dgm:cxn modelId="{FB7E41E2-FD2E-4D4D-B341-455FC731F031}" type="presParOf" srcId="{E36ABA5B-91C1-402D-B3B0-951BDE0F45B8}" destId="{3DD35572-C99B-46B7-A34E-75CDA7E08FBB}" srcOrd="0" destOrd="0" presId="urn:microsoft.com/office/officeart/2005/8/layout/hierarchy6"/>
    <dgm:cxn modelId="{D95414EB-010B-4ADB-B805-58057EFCB4EC}" type="presParOf" srcId="{E36ABA5B-91C1-402D-B3B0-951BDE0F45B8}" destId="{B185F3EE-A8F3-49AF-8D61-2D963E266155}" srcOrd="1" destOrd="0" presId="urn:microsoft.com/office/officeart/2005/8/layout/hierarchy6"/>
    <dgm:cxn modelId="{483C7207-727D-4461-AAD4-40A8168146CD}" type="presParOf" srcId="{7547A770-7E54-4247-A49D-EBA50A9E9FED}" destId="{B18200AE-CE7A-49AB-9B69-E8C44F53FAC4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9D28C9-1E52-4C16-91C2-C3627145402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9CC8A726-E56E-4494-8E72-13481A344A8F}">
      <dgm:prSet/>
      <dgm:spPr/>
      <dgm:t>
        <a:bodyPr/>
        <a:lstStyle/>
        <a:p>
          <a:r>
            <a:rPr lang="pt-BR" b="1"/>
            <a:t>Vantagens</a:t>
          </a:r>
        </a:p>
      </dgm:t>
    </dgm:pt>
    <dgm:pt modelId="{33803823-5A58-4420-BB08-E5D03D7E56EA}" type="parTrans" cxnId="{2F7D7669-D3D7-4A2E-9D27-30A07C00C458}">
      <dgm:prSet/>
      <dgm:spPr/>
      <dgm:t>
        <a:bodyPr/>
        <a:lstStyle/>
        <a:p>
          <a:endParaRPr lang="pt-BR"/>
        </a:p>
      </dgm:t>
    </dgm:pt>
    <dgm:pt modelId="{C1195CE0-A428-4E67-829B-3509A5E00D7E}" type="sibTrans" cxnId="{2F7D7669-D3D7-4A2E-9D27-30A07C00C458}">
      <dgm:prSet/>
      <dgm:spPr/>
      <dgm:t>
        <a:bodyPr/>
        <a:lstStyle/>
        <a:p>
          <a:endParaRPr lang="pt-BR"/>
        </a:p>
      </dgm:t>
    </dgm:pt>
    <dgm:pt modelId="{A2F68FA3-D29D-42F4-95EB-5E2B49AE022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Evita </a:t>
          </a:r>
          <a:r>
            <a:rPr lang="pt-BR" i="1" dirty="0"/>
            <a:t>cold start</a:t>
          </a:r>
        </a:p>
      </dgm:t>
    </dgm:pt>
    <dgm:pt modelId="{A1AC2081-CB29-48FF-A13B-B9E398981AD9}" type="parTrans" cxnId="{824B71E6-1920-4483-8AB7-191527FE266C}">
      <dgm:prSet/>
      <dgm:spPr/>
      <dgm:t>
        <a:bodyPr/>
        <a:lstStyle/>
        <a:p>
          <a:endParaRPr lang="pt-BR"/>
        </a:p>
      </dgm:t>
    </dgm:pt>
    <dgm:pt modelId="{CAE9BD8F-A77B-456F-8572-CCA5D11E932B}" type="sibTrans" cxnId="{824B71E6-1920-4483-8AB7-191527FE266C}">
      <dgm:prSet/>
      <dgm:spPr/>
      <dgm:t>
        <a:bodyPr/>
        <a:lstStyle/>
        <a:p>
          <a:endParaRPr lang="pt-BR"/>
        </a:p>
      </dgm:t>
    </dgm:pt>
    <dgm:pt modelId="{1E78FE6F-C2C4-4121-9AC7-2498293BBD4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Alta precisão em domínios críticos</a:t>
          </a:r>
        </a:p>
      </dgm:t>
    </dgm:pt>
    <dgm:pt modelId="{739B023F-AB4A-4B1C-9EBE-30DBF362A86E}" type="parTrans" cxnId="{0477BC79-C05A-45B7-B220-2DAFDB492021}">
      <dgm:prSet/>
      <dgm:spPr/>
      <dgm:t>
        <a:bodyPr/>
        <a:lstStyle/>
        <a:p>
          <a:endParaRPr lang="pt-BR"/>
        </a:p>
      </dgm:t>
    </dgm:pt>
    <dgm:pt modelId="{6CBFE998-CCDA-4868-8626-E23F6F5B6C40}" type="sibTrans" cxnId="{0477BC79-C05A-45B7-B220-2DAFDB492021}">
      <dgm:prSet/>
      <dgm:spPr/>
      <dgm:t>
        <a:bodyPr/>
        <a:lstStyle/>
        <a:p>
          <a:endParaRPr lang="pt-BR"/>
        </a:p>
      </dgm:t>
    </dgm:pt>
    <dgm:pt modelId="{FE7176B1-70F3-4887-96B5-8AC1888BC2BA}">
      <dgm:prSet/>
      <dgm:spPr/>
      <dgm:t>
        <a:bodyPr/>
        <a:lstStyle/>
        <a:p>
          <a:r>
            <a:rPr lang="pt-BR" b="1" dirty="0"/>
            <a:t>Desafios</a:t>
          </a:r>
        </a:p>
      </dgm:t>
    </dgm:pt>
    <dgm:pt modelId="{30FBE711-BE3D-4413-A7BE-B7A7668402BF}" type="parTrans" cxnId="{84D8A365-0F2F-44B3-ABAC-4EA2B1AA63E2}">
      <dgm:prSet/>
      <dgm:spPr/>
      <dgm:t>
        <a:bodyPr/>
        <a:lstStyle/>
        <a:p>
          <a:endParaRPr lang="pt-BR"/>
        </a:p>
      </dgm:t>
    </dgm:pt>
    <dgm:pt modelId="{1823EB55-5619-4B22-B440-70493CA42AB4}" type="sibTrans" cxnId="{84D8A365-0F2F-44B3-ABAC-4EA2B1AA63E2}">
      <dgm:prSet/>
      <dgm:spPr/>
      <dgm:t>
        <a:bodyPr/>
        <a:lstStyle/>
        <a:p>
          <a:endParaRPr lang="pt-BR"/>
        </a:p>
      </dgm:t>
    </dgm:pt>
    <dgm:pt modelId="{515B70B9-DFB0-4A3C-B8E2-0D7F2C0CA60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Alto custo de modelagem</a:t>
          </a:r>
        </a:p>
      </dgm:t>
    </dgm:pt>
    <dgm:pt modelId="{B0E8184C-0778-403F-AF42-6D723BAC12BB}" type="parTrans" cxnId="{84317CC1-781F-4EAA-8236-19E1F7A234DD}">
      <dgm:prSet/>
      <dgm:spPr/>
      <dgm:t>
        <a:bodyPr/>
        <a:lstStyle/>
        <a:p>
          <a:endParaRPr lang="pt-BR"/>
        </a:p>
      </dgm:t>
    </dgm:pt>
    <dgm:pt modelId="{7933B22E-A922-4837-A2FA-140FA79BAE61}" type="sibTrans" cxnId="{84317CC1-781F-4EAA-8236-19E1F7A234DD}">
      <dgm:prSet/>
      <dgm:spPr/>
      <dgm:t>
        <a:bodyPr/>
        <a:lstStyle/>
        <a:p>
          <a:endParaRPr lang="pt-BR"/>
        </a:p>
      </dgm:t>
    </dgm:pt>
    <dgm:pt modelId="{F67BB2B7-B9B2-4BB2-9C24-D767167B8A6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Pouca adaptabilidade automática</a:t>
          </a:r>
        </a:p>
      </dgm:t>
    </dgm:pt>
    <dgm:pt modelId="{AFD9F277-BCC6-4266-8767-F44EB9026104}" type="parTrans" cxnId="{E67D83CA-2092-45B7-A940-0C98EABFE96D}">
      <dgm:prSet/>
      <dgm:spPr/>
      <dgm:t>
        <a:bodyPr/>
        <a:lstStyle/>
        <a:p>
          <a:endParaRPr lang="pt-BR"/>
        </a:p>
      </dgm:t>
    </dgm:pt>
    <dgm:pt modelId="{595DDECC-306C-45F2-A3A7-6865B39233D0}" type="sibTrans" cxnId="{E67D83CA-2092-45B7-A940-0C98EABFE96D}">
      <dgm:prSet/>
      <dgm:spPr/>
      <dgm:t>
        <a:bodyPr/>
        <a:lstStyle/>
        <a:p>
          <a:endParaRPr lang="pt-BR"/>
        </a:p>
      </dgm:t>
    </dgm:pt>
    <dgm:pt modelId="{07DBFF90-0A09-47F4-882C-18D75C6595BC}" type="pres">
      <dgm:prSet presAssocID="{A89D28C9-1E52-4C16-91C2-C3627145402C}" presName="Name0" presStyleCnt="0">
        <dgm:presLayoutVars>
          <dgm:dir/>
          <dgm:animLvl val="lvl"/>
          <dgm:resizeHandles val="exact"/>
        </dgm:presLayoutVars>
      </dgm:prSet>
      <dgm:spPr/>
    </dgm:pt>
    <dgm:pt modelId="{67467C69-B34D-4807-BF99-C0A6B3338E37}" type="pres">
      <dgm:prSet presAssocID="{9CC8A726-E56E-4494-8E72-13481A344A8F}" presName="composite" presStyleCnt="0"/>
      <dgm:spPr/>
    </dgm:pt>
    <dgm:pt modelId="{005C02B5-0F55-4B75-8C1E-947A79F0BB82}" type="pres">
      <dgm:prSet presAssocID="{9CC8A726-E56E-4494-8E72-13481A344A8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67633C3-74D7-4DDB-A717-B3F5D1805653}" type="pres">
      <dgm:prSet presAssocID="{9CC8A726-E56E-4494-8E72-13481A344A8F}" presName="desTx" presStyleLbl="alignAccFollowNode1" presStyleIdx="0" presStyleCnt="2">
        <dgm:presLayoutVars>
          <dgm:bulletEnabled val="1"/>
        </dgm:presLayoutVars>
      </dgm:prSet>
      <dgm:spPr/>
    </dgm:pt>
    <dgm:pt modelId="{2E18EAD0-C5A1-494F-AA00-4388259226EB}" type="pres">
      <dgm:prSet presAssocID="{C1195CE0-A428-4E67-829B-3509A5E00D7E}" presName="space" presStyleCnt="0"/>
      <dgm:spPr/>
    </dgm:pt>
    <dgm:pt modelId="{ED5309E1-EB8B-4F33-92A1-FBA317C8C383}" type="pres">
      <dgm:prSet presAssocID="{FE7176B1-70F3-4887-96B5-8AC1888BC2BA}" presName="composite" presStyleCnt="0"/>
      <dgm:spPr/>
    </dgm:pt>
    <dgm:pt modelId="{21459FB0-008E-4031-BAA5-585508A64237}" type="pres">
      <dgm:prSet presAssocID="{FE7176B1-70F3-4887-96B5-8AC1888BC2B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435896D-080B-4745-B158-BFD01BB79665}" type="pres">
      <dgm:prSet presAssocID="{FE7176B1-70F3-4887-96B5-8AC1888BC2B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EA94E01-C4CB-4A81-8F24-148A75EC1806}" type="presOf" srcId="{A89D28C9-1E52-4C16-91C2-C3627145402C}" destId="{07DBFF90-0A09-47F4-882C-18D75C6595BC}" srcOrd="0" destOrd="0" presId="urn:microsoft.com/office/officeart/2005/8/layout/hList1"/>
    <dgm:cxn modelId="{87B56E43-DEF0-4CD0-B359-BA7FC89BF52E}" type="presOf" srcId="{FE7176B1-70F3-4887-96B5-8AC1888BC2BA}" destId="{21459FB0-008E-4031-BAA5-585508A64237}" srcOrd="0" destOrd="0" presId="urn:microsoft.com/office/officeart/2005/8/layout/hList1"/>
    <dgm:cxn modelId="{84D8A365-0F2F-44B3-ABAC-4EA2B1AA63E2}" srcId="{A89D28C9-1E52-4C16-91C2-C3627145402C}" destId="{FE7176B1-70F3-4887-96B5-8AC1888BC2BA}" srcOrd="1" destOrd="0" parTransId="{30FBE711-BE3D-4413-A7BE-B7A7668402BF}" sibTransId="{1823EB55-5619-4B22-B440-70493CA42AB4}"/>
    <dgm:cxn modelId="{2F7D7669-D3D7-4A2E-9D27-30A07C00C458}" srcId="{A89D28C9-1E52-4C16-91C2-C3627145402C}" destId="{9CC8A726-E56E-4494-8E72-13481A344A8F}" srcOrd="0" destOrd="0" parTransId="{33803823-5A58-4420-BB08-E5D03D7E56EA}" sibTransId="{C1195CE0-A428-4E67-829B-3509A5E00D7E}"/>
    <dgm:cxn modelId="{0477BC79-C05A-45B7-B220-2DAFDB492021}" srcId="{9CC8A726-E56E-4494-8E72-13481A344A8F}" destId="{1E78FE6F-C2C4-4121-9AC7-2498293BBD44}" srcOrd="1" destOrd="0" parTransId="{739B023F-AB4A-4B1C-9EBE-30DBF362A86E}" sibTransId="{6CBFE998-CCDA-4868-8626-E23F6F5B6C40}"/>
    <dgm:cxn modelId="{3998E17B-996D-4A3B-91E8-5E2DDAE803C2}" type="presOf" srcId="{9CC8A726-E56E-4494-8E72-13481A344A8F}" destId="{005C02B5-0F55-4B75-8C1E-947A79F0BB82}" srcOrd="0" destOrd="0" presId="urn:microsoft.com/office/officeart/2005/8/layout/hList1"/>
    <dgm:cxn modelId="{EA78A685-1B77-48EC-AFBD-E3DD30EE8C12}" type="presOf" srcId="{F67BB2B7-B9B2-4BB2-9C24-D767167B8A65}" destId="{5435896D-080B-4745-B158-BFD01BB79665}" srcOrd="0" destOrd="1" presId="urn:microsoft.com/office/officeart/2005/8/layout/hList1"/>
    <dgm:cxn modelId="{84317CC1-781F-4EAA-8236-19E1F7A234DD}" srcId="{FE7176B1-70F3-4887-96B5-8AC1888BC2BA}" destId="{515B70B9-DFB0-4A3C-B8E2-0D7F2C0CA608}" srcOrd="0" destOrd="0" parTransId="{B0E8184C-0778-403F-AF42-6D723BAC12BB}" sibTransId="{7933B22E-A922-4837-A2FA-140FA79BAE61}"/>
    <dgm:cxn modelId="{CF696EC6-FE96-49A6-BC4E-BBE9E879C373}" type="presOf" srcId="{515B70B9-DFB0-4A3C-B8E2-0D7F2C0CA608}" destId="{5435896D-080B-4745-B158-BFD01BB79665}" srcOrd="0" destOrd="0" presId="urn:microsoft.com/office/officeart/2005/8/layout/hList1"/>
    <dgm:cxn modelId="{E67D83CA-2092-45B7-A940-0C98EABFE96D}" srcId="{FE7176B1-70F3-4887-96B5-8AC1888BC2BA}" destId="{F67BB2B7-B9B2-4BB2-9C24-D767167B8A65}" srcOrd="1" destOrd="0" parTransId="{AFD9F277-BCC6-4266-8767-F44EB9026104}" sibTransId="{595DDECC-306C-45F2-A3A7-6865B39233D0}"/>
    <dgm:cxn modelId="{1D054CE2-7CA8-48C3-A723-875197D89A06}" type="presOf" srcId="{1E78FE6F-C2C4-4121-9AC7-2498293BBD44}" destId="{B67633C3-74D7-4DDB-A717-B3F5D1805653}" srcOrd="0" destOrd="1" presId="urn:microsoft.com/office/officeart/2005/8/layout/hList1"/>
    <dgm:cxn modelId="{824B71E6-1920-4483-8AB7-191527FE266C}" srcId="{9CC8A726-E56E-4494-8E72-13481A344A8F}" destId="{A2F68FA3-D29D-42F4-95EB-5E2B49AE022B}" srcOrd="0" destOrd="0" parTransId="{A1AC2081-CB29-48FF-A13B-B9E398981AD9}" sibTransId="{CAE9BD8F-A77B-456F-8572-CCA5D11E932B}"/>
    <dgm:cxn modelId="{AAE152F5-217A-4B4B-96DD-C277DE97038F}" type="presOf" srcId="{A2F68FA3-D29D-42F4-95EB-5E2B49AE022B}" destId="{B67633C3-74D7-4DDB-A717-B3F5D1805653}" srcOrd="0" destOrd="0" presId="urn:microsoft.com/office/officeart/2005/8/layout/hList1"/>
    <dgm:cxn modelId="{21CF78E7-C0A0-4DBD-8018-DEDA67813097}" type="presParOf" srcId="{07DBFF90-0A09-47F4-882C-18D75C6595BC}" destId="{67467C69-B34D-4807-BF99-C0A6B3338E37}" srcOrd="0" destOrd="0" presId="urn:microsoft.com/office/officeart/2005/8/layout/hList1"/>
    <dgm:cxn modelId="{8C9FC5F7-989E-48AD-896E-C33517F9D471}" type="presParOf" srcId="{67467C69-B34D-4807-BF99-C0A6B3338E37}" destId="{005C02B5-0F55-4B75-8C1E-947A79F0BB82}" srcOrd="0" destOrd="0" presId="urn:microsoft.com/office/officeart/2005/8/layout/hList1"/>
    <dgm:cxn modelId="{04A12777-1238-4A30-B228-C49DDB273CFF}" type="presParOf" srcId="{67467C69-B34D-4807-BF99-C0A6B3338E37}" destId="{B67633C3-74D7-4DDB-A717-B3F5D1805653}" srcOrd="1" destOrd="0" presId="urn:microsoft.com/office/officeart/2005/8/layout/hList1"/>
    <dgm:cxn modelId="{366AB2FA-2694-4293-A9AF-15CD39A65AE2}" type="presParOf" srcId="{07DBFF90-0A09-47F4-882C-18D75C6595BC}" destId="{2E18EAD0-C5A1-494F-AA00-4388259226EB}" srcOrd="1" destOrd="0" presId="urn:microsoft.com/office/officeart/2005/8/layout/hList1"/>
    <dgm:cxn modelId="{7F98AD14-D0DC-4E32-9F18-D3298FE09C1A}" type="presParOf" srcId="{07DBFF90-0A09-47F4-882C-18D75C6595BC}" destId="{ED5309E1-EB8B-4F33-92A1-FBA317C8C383}" srcOrd="2" destOrd="0" presId="urn:microsoft.com/office/officeart/2005/8/layout/hList1"/>
    <dgm:cxn modelId="{E9812CA6-0A6B-4454-9EB7-D82C00BB85E1}" type="presParOf" srcId="{ED5309E1-EB8B-4F33-92A1-FBA317C8C383}" destId="{21459FB0-008E-4031-BAA5-585508A64237}" srcOrd="0" destOrd="0" presId="urn:microsoft.com/office/officeart/2005/8/layout/hList1"/>
    <dgm:cxn modelId="{F9121594-A1AD-4EFE-9C96-0344680F1882}" type="presParOf" srcId="{ED5309E1-EB8B-4F33-92A1-FBA317C8C383}" destId="{5435896D-080B-4745-B158-BFD01BB796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9D28C9-1E52-4C16-91C2-C3627145402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136BE43F-1E04-43FD-AB03-257305F71CD3}">
      <dgm:prSet/>
      <dgm:spPr/>
      <dgm:t>
        <a:bodyPr/>
        <a:lstStyle/>
        <a:p>
          <a:r>
            <a:rPr lang="pt-BR" dirty="0"/>
            <a:t>Não depende de outros usuários</a:t>
          </a:r>
        </a:p>
      </dgm:t>
    </dgm:pt>
    <dgm:pt modelId="{AF1A409A-D906-4E36-A353-C7F53BCF93FC}" type="parTrans" cxnId="{7FA4B9F1-61CF-4223-AFE0-FF29CFA0BE7B}">
      <dgm:prSet/>
      <dgm:spPr/>
      <dgm:t>
        <a:bodyPr/>
        <a:lstStyle/>
        <a:p>
          <a:endParaRPr lang="pt-BR"/>
        </a:p>
      </dgm:t>
    </dgm:pt>
    <dgm:pt modelId="{83DD871D-B82D-417F-8837-FB0404DDCBBB}" type="sibTrans" cxnId="{7FA4B9F1-61CF-4223-AFE0-FF29CFA0BE7B}">
      <dgm:prSet/>
      <dgm:spPr/>
      <dgm:t>
        <a:bodyPr/>
        <a:lstStyle/>
        <a:p>
          <a:endParaRPr lang="pt-BR"/>
        </a:p>
      </dgm:t>
    </dgm:pt>
    <dgm:pt modelId="{FC0C3AA6-8EF2-4452-910B-1812CFFDCD67}">
      <dgm:prSet/>
      <dgm:spPr/>
      <dgm:t>
        <a:bodyPr/>
        <a:lstStyle/>
        <a:p>
          <a:r>
            <a:rPr lang="pt-BR" dirty="0"/>
            <a:t>Transparente</a:t>
          </a:r>
        </a:p>
      </dgm:t>
    </dgm:pt>
    <dgm:pt modelId="{4DD63080-5F90-4E2C-AB39-45740DAAE55B}" type="parTrans" cxnId="{37E1DBB3-3C1F-454C-B2AD-77B6E105C51C}">
      <dgm:prSet/>
      <dgm:spPr/>
      <dgm:t>
        <a:bodyPr/>
        <a:lstStyle/>
        <a:p>
          <a:endParaRPr lang="pt-BR"/>
        </a:p>
      </dgm:t>
    </dgm:pt>
    <dgm:pt modelId="{E6EFE57B-54A8-4ADF-9652-25EC7B64788A}" type="sibTrans" cxnId="{37E1DBB3-3C1F-454C-B2AD-77B6E105C51C}">
      <dgm:prSet/>
      <dgm:spPr/>
      <dgm:t>
        <a:bodyPr/>
        <a:lstStyle/>
        <a:p>
          <a:endParaRPr lang="pt-BR"/>
        </a:p>
      </dgm:t>
    </dgm:pt>
    <dgm:pt modelId="{D0212980-6267-4191-B8F7-539A462DE6D4}">
      <dgm:prSet/>
      <dgm:spPr/>
      <dgm:t>
        <a:bodyPr/>
        <a:lstStyle/>
        <a:p>
          <a:r>
            <a:rPr lang="pt-BR" dirty="0"/>
            <a:t>Funciona bem com poucos usuários</a:t>
          </a:r>
        </a:p>
      </dgm:t>
    </dgm:pt>
    <dgm:pt modelId="{DF5B230B-575E-465A-A30E-590588277A36}" type="parTrans" cxnId="{C1755A75-8DA9-4D42-BC24-D388573445EB}">
      <dgm:prSet/>
      <dgm:spPr/>
      <dgm:t>
        <a:bodyPr/>
        <a:lstStyle/>
        <a:p>
          <a:endParaRPr lang="pt-BR"/>
        </a:p>
      </dgm:t>
    </dgm:pt>
    <dgm:pt modelId="{E9299C88-F3F0-4FAE-89F0-F80BC902F2F8}" type="sibTrans" cxnId="{C1755A75-8DA9-4D42-BC24-D388573445EB}">
      <dgm:prSet/>
      <dgm:spPr/>
      <dgm:t>
        <a:bodyPr/>
        <a:lstStyle/>
        <a:p>
          <a:endParaRPr lang="pt-BR"/>
        </a:p>
      </dgm:t>
    </dgm:pt>
    <dgm:pt modelId="{BD95A87B-E169-4B5D-81BD-520EDCAF9903}">
      <dgm:prSet/>
      <dgm:spPr/>
      <dgm:t>
        <a:bodyPr/>
        <a:lstStyle/>
        <a:p>
          <a:r>
            <a:rPr lang="pt-BR" dirty="0"/>
            <a:t>Desafios</a:t>
          </a:r>
        </a:p>
      </dgm:t>
    </dgm:pt>
    <dgm:pt modelId="{90286E8C-6158-474B-A7CC-54922629D5F5}" type="parTrans" cxnId="{E932E333-999B-41E7-9FF7-1A586346DED9}">
      <dgm:prSet/>
      <dgm:spPr/>
      <dgm:t>
        <a:bodyPr/>
        <a:lstStyle/>
        <a:p>
          <a:endParaRPr lang="pt-BR"/>
        </a:p>
      </dgm:t>
    </dgm:pt>
    <dgm:pt modelId="{29E80E39-5439-4841-9A24-CEFF1DFA0AE5}" type="sibTrans" cxnId="{E932E333-999B-41E7-9FF7-1A586346DED9}">
      <dgm:prSet/>
      <dgm:spPr/>
      <dgm:t>
        <a:bodyPr/>
        <a:lstStyle/>
        <a:p>
          <a:endParaRPr lang="pt-BR"/>
        </a:p>
      </dgm:t>
    </dgm:pt>
    <dgm:pt modelId="{40AF390A-9A18-4C19-AE6F-CAEE30FE58DD}">
      <dgm:prSet/>
      <dgm:spPr/>
      <dgm:t>
        <a:bodyPr/>
        <a:lstStyle/>
        <a:p>
          <a:r>
            <a:rPr lang="pt-BR" dirty="0"/>
            <a:t>Pouca diversidade</a:t>
          </a:r>
        </a:p>
      </dgm:t>
    </dgm:pt>
    <dgm:pt modelId="{C664E32E-C89C-417E-922F-B01509006A8A}" type="parTrans" cxnId="{887BF7AA-650F-493A-9F98-8FA806A10578}">
      <dgm:prSet/>
      <dgm:spPr/>
      <dgm:t>
        <a:bodyPr/>
        <a:lstStyle/>
        <a:p>
          <a:endParaRPr lang="pt-BR"/>
        </a:p>
      </dgm:t>
    </dgm:pt>
    <dgm:pt modelId="{55A493AA-CDD2-49FE-9194-3A56E0AF1018}" type="sibTrans" cxnId="{887BF7AA-650F-493A-9F98-8FA806A10578}">
      <dgm:prSet/>
      <dgm:spPr/>
      <dgm:t>
        <a:bodyPr/>
        <a:lstStyle/>
        <a:p>
          <a:endParaRPr lang="pt-BR"/>
        </a:p>
      </dgm:t>
    </dgm:pt>
    <dgm:pt modelId="{0AD7406B-A70F-42AE-A08C-9DDFB853C29C}">
      <dgm:prSet/>
      <dgm:spPr/>
      <dgm:t>
        <a:bodyPr/>
        <a:lstStyle/>
        <a:p>
          <a:r>
            <a:rPr lang="pt-BR" dirty="0"/>
            <a:t>Efeito “bolha de filtro”</a:t>
          </a:r>
        </a:p>
      </dgm:t>
    </dgm:pt>
    <dgm:pt modelId="{5E8A7414-128D-4D51-8C12-1DCA7B3F4E88}" type="parTrans" cxnId="{04486DE4-34F5-4FB9-9310-C1C9D23246E0}">
      <dgm:prSet/>
      <dgm:spPr/>
      <dgm:t>
        <a:bodyPr/>
        <a:lstStyle/>
        <a:p>
          <a:endParaRPr lang="pt-BR"/>
        </a:p>
      </dgm:t>
    </dgm:pt>
    <dgm:pt modelId="{0BCBCD01-2339-4AC3-BB6B-89B0A76A4D52}" type="sibTrans" cxnId="{04486DE4-34F5-4FB9-9310-C1C9D23246E0}">
      <dgm:prSet/>
      <dgm:spPr/>
      <dgm:t>
        <a:bodyPr/>
        <a:lstStyle/>
        <a:p>
          <a:endParaRPr lang="pt-BR"/>
        </a:p>
      </dgm:t>
    </dgm:pt>
    <dgm:pt modelId="{A37118F8-CAAB-4346-A22B-3B3C0118E29D}">
      <dgm:prSet/>
      <dgm:spPr/>
      <dgm:t>
        <a:bodyPr/>
        <a:lstStyle/>
        <a:p>
          <a:r>
            <a:rPr lang="pt-BR" dirty="0"/>
            <a:t>Exige boa descrição dos itens</a:t>
          </a:r>
        </a:p>
      </dgm:t>
    </dgm:pt>
    <dgm:pt modelId="{3466E472-404C-4148-BF60-C9548F775D9C}" type="parTrans" cxnId="{456F04FC-9594-4172-A651-8B865ACAB76B}">
      <dgm:prSet/>
      <dgm:spPr/>
      <dgm:t>
        <a:bodyPr/>
        <a:lstStyle/>
        <a:p>
          <a:endParaRPr lang="pt-BR"/>
        </a:p>
      </dgm:t>
    </dgm:pt>
    <dgm:pt modelId="{99A1280D-C3C5-459D-90D9-3CB5327AF75B}" type="sibTrans" cxnId="{456F04FC-9594-4172-A651-8B865ACAB76B}">
      <dgm:prSet/>
      <dgm:spPr/>
      <dgm:t>
        <a:bodyPr/>
        <a:lstStyle/>
        <a:p>
          <a:endParaRPr lang="pt-BR"/>
        </a:p>
      </dgm:t>
    </dgm:pt>
    <dgm:pt modelId="{F4ACC185-5D9A-4CBA-956D-1451E8B9DC8C}">
      <dgm:prSet/>
      <dgm:spPr/>
      <dgm:t>
        <a:bodyPr/>
        <a:lstStyle/>
        <a:p>
          <a:r>
            <a:rPr lang="pt-BR" dirty="0"/>
            <a:t>conteúdos cada vez mais semelhantes entre si</a:t>
          </a:r>
        </a:p>
      </dgm:t>
    </dgm:pt>
    <dgm:pt modelId="{D4A86756-C991-451D-8CD7-A07393776583}" type="parTrans" cxnId="{C6597C03-573C-4EC0-B198-386A20EB722E}">
      <dgm:prSet/>
      <dgm:spPr/>
      <dgm:t>
        <a:bodyPr/>
        <a:lstStyle/>
        <a:p>
          <a:endParaRPr lang="pt-BR"/>
        </a:p>
      </dgm:t>
    </dgm:pt>
    <dgm:pt modelId="{A0854FC3-D937-433E-91A1-C7CB537FB58F}" type="sibTrans" cxnId="{C6597C03-573C-4EC0-B198-386A20EB722E}">
      <dgm:prSet/>
      <dgm:spPr/>
      <dgm:t>
        <a:bodyPr/>
        <a:lstStyle/>
        <a:p>
          <a:endParaRPr lang="pt-BR"/>
        </a:p>
      </dgm:t>
    </dgm:pt>
    <dgm:pt modelId="{2151B6B9-8451-414B-A15B-5EC416982685}">
      <dgm:prSet phldrT="[Texto]"/>
      <dgm:spPr/>
      <dgm:t>
        <a:bodyPr/>
        <a:lstStyle/>
        <a:p>
          <a:r>
            <a:rPr lang="pt-BR"/>
            <a:t>Vantagens</a:t>
          </a:r>
          <a:endParaRPr lang="pt-BR" dirty="0"/>
        </a:p>
      </dgm:t>
    </dgm:pt>
    <dgm:pt modelId="{412C19A1-E0AC-4A52-9AEA-BF059453C7EA}" type="parTrans" cxnId="{7C31CB7D-66CC-4187-B93E-23B8D367BEAB}">
      <dgm:prSet/>
      <dgm:spPr/>
      <dgm:t>
        <a:bodyPr/>
        <a:lstStyle/>
        <a:p>
          <a:endParaRPr lang="pt-BR"/>
        </a:p>
      </dgm:t>
    </dgm:pt>
    <dgm:pt modelId="{8F4896C2-EF57-433C-BEB2-A38F1F17F71C}" type="sibTrans" cxnId="{7C31CB7D-66CC-4187-B93E-23B8D367BEAB}">
      <dgm:prSet/>
      <dgm:spPr/>
      <dgm:t>
        <a:bodyPr/>
        <a:lstStyle/>
        <a:p>
          <a:endParaRPr lang="pt-BR"/>
        </a:p>
      </dgm:t>
    </dgm:pt>
    <dgm:pt modelId="{07DBFF90-0A09-47F4-882C-18D75C6595BC}" type="pres">
      <dgm:prSet presAssocID="{A89D28C9-1E52-4C16-91C2-C3627145402C}" presName="Name0" presStyleCnt="0">
        <dgm:presLayoutVars>
          <dgm:dir/>
          <dgm:animLvl val="lvl"/>
          <dgm:resizeHandles val="exact"/>
        </dgm:presLayoutVars>
      </dgm:prSet>
      <dgm:spPr/>
    </dgm:pt>
    <dgm:pt modelId="{4A3ECC2F-D86E-4820-8367-659D7DE13FDB}" type="pres">
      <dgm:prSet presAssocID="{2151B6B9-8451-414B-A15B-5EC416982685}" presName="composite" presStyleCnt="0"/>
      <dgm:spPr/>
    </dgm:pt>
    <dgm:pt modelId="{BD4899C4-7C74-4AC1-9DDC-D0AD232349EE}" type="pres">
      <dgm:prSet presAssocID="{2151B6B9-8451-414B-A15B-5EC41698268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65F8819-DEB8-4004-A381-0C0B6D457601}" type="pres">
      <dgm:prSet presAssocID="{2151B6B9-8451-414B-A15B-5EC416982685}" presName="desTx" presStyleLbl="alignAccFollowNode1" presStyleIdx="0" presStyleCnt="2">
        <dgm:presLayoutVars>
          <dgm:bulletEnabled val="1"/>
        </dgm:presLayoutVars>
      </dgm:prSet>
      <dgm:spPr/>
    </dgm:pt>
    <dgm:pt modelId="{554E750D-ED25-43DE-AE07-86940429C68A}" type="pres">
      <dgm:prSet presAssocID="{8F4896C2-EF57-433C-BEB2-A38F1F17F71C}" presName="space" presStyleCnt="0"/>
      <dgm:spPr/>
    </dgm:pt>
    <dgm:pt modelId="{A71E9820-BE42-4737-A3F0-AAA916A36A92}" type="pres">
      <dgm:prSet presAssocID="{BD95A87B-E169-4B5D-81BD-520EDCAF9903}" presName="composite" presStyleCnt="0"/>
      <dgm:spPr/>
    </dgm:pt>
    <dgm:pt modelId="{E08C766D-441C-4EA7-8EDC-0D36C3D750AB}" type="pres">
      <dgm:prSet presAssocID="{BD95A87B-E169-4B5D-81BD-520EDCAF990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19461F1-E5BC-472D-8EDB-A2844216E398}" type="pres">
      <dgm:prSet presAssocID="{BD95A87B-E169-4B5D-81BD-520EDCAF990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EA94E01-C4CB-4A81-8F24-148A75EC1806}" type="presOf" srcId="{A89D28C9-1E52-4C16-91C2-C3627145402C}" destId="{07DBFF90-0A09-47F4-882C-18D75C6595BC}" srcOrd="0" destOrd="0" presId="urn:microsoft.com/office/officeart/2005/8/layout/hList1"/>
    <dgm:cxn modelId="{C6597C03-573C-4EC0-B198-386A20EB722E}" srcId="{0AD7406B-A70F-42AE-A08C-9DDFB853C29C}" destId="{F4ACC185-5D9A-4CBA-956D-1451E8B9DC8C}" srcOrd="0" destOrd="0" parTransId="{D4A86756-C991-451D-8CD7-A07393776583}" sibTransId="{A0854FC3-D937-433E-91A1-C7CB537FB58F}"/>
    <dgm:cxn modelId="{13FC040E-4D4A-4F87-AB45-8B42C8F76B2D}" type="presOf" srcId="{A37118F8-CAAB-4346-A22B-3B3C0118E29D}" destId="{819461F1-E5BC-472D-8EDB-A2844216E398}" srcOrd="0" destOrd="3" presId="urn:microsoft.com/office/officeart/2005/8/layout/hList1"/>
    <dgm:cxn modelId="{E932E333-999B-41E7-9FF7-1A586346DED9}" srcId="{A89D28C9-1E52-4C16-91C2-C3627145402C}" destId="{BD95A87B-E169-4B5D-81BD-520EDCAF9903}" srcOrd="1" destOrd="0" parTransId="{90286E8C-6158-474B-A7CC-54922629D5F5}" sibTransId="{29E80E39-5439-4841-9A24-CEFF1DFA0AE5}"/>
    <dgm:cxn modelId="{C2DAE734-959C-43E0-AC15-7BF910F78B02}" type="presOf" srcId="{136BE43F-1E04-43FD-AB03-257305F71CD3}" destId="{D65F8819-DEB8-4004-A381-0C0B6D457601}" srcOrd="0" destOrd="0" presId="urn:microsoft.com/office/officeart/2005/8/layout/hList1"/>
    <dgm:cxn modelId="{AA349C3F-145E-4A65-9C17-B02EB52ED65D}" type="presOf" srcId="{FC0C3AA6-8EF2-4452-910B-1812CFFDCD67}" destId="{D65F8819-DEB8-4004-A381-0C0B6D457601}" srcOrd="0" destOrd="1" presId="urn:microsoft.com/office/officeart/2005/8/layout/hList1"/>
    <dgm:cxn modelId="{A6610D74-51DC-4F8C-8276-B2A2E4760F63}" type="presOf" srcId="{0AD7406B-A70F-42AE-A08C-9DDFB853C29C}" destId="{819461F1-E5BC-472D-8EDB-A2844216E398}" srcOrd="0" destOrd="1" presId="urn:microsoft.com/office/officeart/2005/8/layout/hList1"/>
    <dgm:cxn modelId="{C1755A75-8DA9-4D42-BC24-D388573445EB}" srcId="{2151B6B9-8451-414B-A15B-5EC416982685}" destId="{D0212980-6267-4191-B8F7-539A462DE6D4}" srcOrd="2" destOrd="0" parTransId="{DF5B230B-575E-465A-A30E-590588277A36}" sibTransId="{E9299C88-F3F0-4FAE-89F0-F80BC902F2F8}"/>
    <dgm:cxn modelId="{99C4547B-768D-4AE6-AF0F-BF0BC41EA041}" type="presOf" srcId="{2151B6B9-8451-414B-A15B-5EC416982685}" destId="{BD4899C4-7C74-4AC1-9DDC-D0AD232349EE}" srcOrd="0" destOrd="0" presId="urn:microsoft.com/office/officeart/2005/8/layout/hList1"/>
    <dgm:cxn modelId="{7C31CB7D-66CC-4187-B93E-23B8D367BEAB}" srcId="{A89D28C9-1E52-4C16-91C2-C3627145402C}" destId="{2151B6B9-8451-414B-A15B-5EC416982685}" srcOrd="0" destOrd="0" parTransId="{412C19A1-E0AC-4A52-9AEA-BF059453C7EA}" sibTransId="{8F4896C2-EF57-433C-BEB2-A38F1F17F71C}"/>
    <dgm:cxn modelId="{E5E78094-374F-42EE-8753-797AEDDE15F0}" type="presOf" srcId="{40AF390A-9A18-4C19-AE6F-CAEE30FE58DD}" destId="{819461F1-E5BC-472D-8EDB-A2844216E398}" srcOrd="0" destOrd="0" presId="urn:microsoft.com/office/officeart/2005/8/layout/hList1"/>
    <dgm:cxn modelId="{887BF7AA-650F-493A-9F98-8FA806A10578}" srcId="{BD95A87B-E169-4B5D-81BD-520EDCAF9903}" destId="{40AF390A-9A18-4C19-AE6F-CAEE30FE58DD}" srcOrd="0" destOrd="0" parTransId="{C664E32E-C89C-417E-922F-B01509006A8A}" sibTransId="{55A493AA-CDD2-49FE-9194-3A56E0AF1018}"/>
    <dgm:cxn modelId="{EA3047B2-8E94-4BC1-8D50-E75E4069AFC6}" type="presOf" srcId="{BD95A87B-E169-4B5D-81BD-520EDCAF9903}" destId="{E08C766D-441C-4EA7-8EDC-0D36C3D750AB}" srcOrd="0" destOrd="0" presId="urn:microsoft.com/office/officeart/2005/8/layout/hList1"/>
    <dgm:cxn modelId="{37E1DBB3-3C1F-454C-B2AD-77B6E105C51C}" srcId="{2151B6B9-8451-414B-A15B-5EC416982685}" destId="{FC0C3AA6-8EF2-4452-910B-1812CFFDCD67}" srcOrd="1" destOrd="0" parTransId="{4DD63080-5F90-4E2C-AB39-45740DAAE55B}" sibTransId="{E6EFE57B-54A8-4ADF-9652-25EC7B64788A}"/>
    <dgm:cxn modelId="{6F8BAEBA-F586-4E3D-9922-D930A044C283}" type="presOf" srcId="{F4ACC185-5D9A-4CBA-956D-1451E8B9DC8C}" destId="{819461F1-E5BC-472D-8EDB-A2844216E398}" srcOrd="0" destOrd="2" presId="urn:microsoft.com/office/officeart/2005/8/layout/hList1"/>
    <dgm:cxn modelId="{ECD1C0D0-73A6-4772-96FB-11E15B5077DB}" type="presOf" srcId="{D0212980-6267-4191-B8F7-539A462DE6D4}" destId="{D65F8819-DEB8-4004-A381-0C0B6D457601}" srcOrd="0" destOrd="2" presId="urn:microsoft.com/office/officeart/2005/8/layout/hList1"/>
    <dgm:cxn modelId="{04486DE4-34F5-4FB9-9310-C1C9D23246E0}" srcId="{BD95A87B-E169-4B5D-81BD-520EDCAF9903}" destId="{0AD7406B-A70F-42AE-A08C-9DDFB853C29C}" srcOrd="1" destOrd="0" parTransId="{5E8A7414-128D-4D51-8C12-1DCA7B3F4E88}" sibTransId="{0BCBCD01-2339-4AC3-BB6B-89B0A76A4D52}"/>
    <dgm:cxn modelId="{7FA4B9F1-61CF-4223-AFE0-FF29CFA0BE7B}" srcId="{2151B6B9-8451-414B-A15B-5EC416982685}" destId="{136BE43F-1E04-43FD-AB03-257305F71CD3}" srcOrd="0" destOrd="0" parTransId="{AF1A409A-D906-4E36-A353-C7F53BCF93FC}" sibTransId="{83DD871D-B82D-417F-8837-FB0404DDCBBB}"/>
    <dgm:cxn modelId="{456F04FC-9594-4172-A651-8B865ACAB76B}" srcId="{BD95A87B-E169-4B5D-81BD-520EDCAF9903}" destId="{A37118F8-CAAB-4346-A22B-3B3C0118E29D}" srcOrd="2" destOrd="0" parTransId="{3466E472-404C-4148-BF60-C9548F775D9C}" sibTransId="{99A1280D-C3C5-459D-90D9-3CB5327AF75B}"/>
    <dgm:cxn modelId="{305B9D8F-ABF1-4619-A8B5-0E8E7354ED4C}" type="presParOf" srcId="{07DBFF90-0A09-47F4-882C-18D75C6595BC}" destId="{4A3ECC2F-D86E-4820-8367-659D7DE13FDB}" srcOrd="0" destOrd="0" presId="urn:microsoft.com/office/officeart/2005/8/layout/hList1"/>
    <dgm:cxn modelId="{B257135D-E53D-4764-83D0-0ACD6D25AC51}" type="presParOf" srcId="{4A3ECC2F-D86E-4820-8367-659D7DE13FDB}" destId="{BD4899C4-7C74-4AC1-9DDC-D0AD232349EE}" srcOrd="0" destOrd="0" presId="urn:microsoft.com/office/officeart/2005/8/layout/hList1"/>
    <dgm:cxn modelId="{2DB2D2B3-5F43-4ED7-A8E7-CC0430627800}" type="presParOf" srcId="{4A3ECC2F-D86E-4820-8367-659D7DE13FDB}" destId="{D65F8819-DEB8-4004-A381-0C0B6D457601}" srcOrd="1" destOrd="0" presId="urn:microsoft.com/office/officeart/2005/8/layout/hList1"/>
    <dgm:cxn modelId="{CFDCC3F8-0526-4DDA-B840-E17496D476CE}" type="presParOf" srcId="{07DBFF90-0A09-47F4-882C-18D75C6595BC}" destId="{554E750D-ED25-43DE-AE07-86940429C68A}" srcOrd="1" destOrd="0" presId="urn:microsoft.com/office/officeart/2005/8/layout/hList1"/>
    <dgm:cxn modelId="{12352A4A-7F8E-463D-8518-6DAF5F047781}" type="presParOf" srcId="{07DBFF90-0A09-47F4-882C-18D75C6595BC}" destId="{A71E9820-BE42-4737-A3F0-AAA916A36A92}" srcOrd="2" destOrd="0" presId="urn:microsoft.com/office/officeart/2005/8/layout/hList1"/>
    <dgm:cxn modelId="{5EB087B3-813F-46D9-9140-313FBA08F684}" type="presParOf" srcId="{A71E9820-BE42-4737-A3F0-AAA916A36A92}" destId="{E08C766D-441C-4EA7-8EDC-0D36C3D750AB}" srcOrd="0" destOrd="0" presId="urn:microsoft.com/office/officeart/2005/8/layout/hList1"/>
    <dgm:cxn modelId="{EBAFA83D-04C7-4CA6-A4B5-19BD532002A9}" type="presParOf" srcId="{A71E9820-BE42-4737-A3F0-AAA916A36A92}" destId="{819461F1-E5BC-472D-8EDB-A2844216E39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9D28C9-1E52-4C16-91C2-C3627145402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2151B6B9-8451-414B-A15B-5EC416982685}">
      <dgm:prSet phldrT="[Texto]"/>
      <dgm:spPr/>
      <dgm:t>
        <a:bodyPr/>
        <a:lstStyle/>
        <a:p>
          <a:r>
            <a:rPr lang="pt-BR" b="1"/>
            <a:t>Vantagens</a:t>
          </a:r>
          <a:endParaRPr lang="pt-BR" dirty="0"/>
        </a:p>
      </dgm:t>
    </dgm:pt>
    <dgm:pt modelId="{412C19A1-E0AC-4A52-9AEA-BF059453C7EA}" type="parTrans" cxnId="{7C31CB7D-66CC-4187-B93E-23B8D367BEAB}">
      <dgm:prSet/>
      <dgm:spPr/>
      <dgm:t>
        <a:bodyPr/>
        <a:lstStyle/>
        <a:p>
          <a:endParaRPr lang="pt-BR"/>
        </a:p>
      </dgm:t>
    </dgm:pt>
    <dgm:pt modelId="{8F4896C2-EF57-433C-BEB2-A38F1F17F71C}" type="sibTrans" cxnId="{7C31CB7D-66CC-4187-B93E-23B8D367BEAB}">
      <dgm:prSet/>
      <dgm:spPr/>
      <dgm:t>
        <a:bodyPr/>
        <a:lstStyle/>
        <a:p>
          <a:endParaRPr lang="pt-BR"/>
        </a:p>
      </dgm:t>
    </dgm:pt>
    <dgm:pt modelId="{14A2DFE1-2838-4550-9C1E-202533DAC86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Descobre padrões complexos</a:t>
          </a:r>
        </a:p>
      </dgm:t>
    </dgm:pt>
    <dgm:pt modelId="{49CB2F5A-2893-440A-9192-E2349A77CA90}" type="parTrans" cxnId="{8EA37C74-B1FE-48CB-841D-0727898A176D}">
      <dgm:prSet/>
      <dgm:spPr/>
      <dgm:t>
        <a:bodyPr/>
        <a:lstStyle/>
        <a:p>
          <a:endParaRPr lang="pt-BR"/>
        </a:p>
      </dgm:t>
    </dgm:pt>
    <dgm:pt modelId="{760B98ED-BBC9-4DF8-AE82-D9DE6B4C7304}" type="sibTrans" cxnId="{8EA37C74-B1FE-48CB-841D-0727898A176D}">
      <dgm:prSet/>
      <dgm:spPr/>
      <dgm:t>
        <a:bodyPr/>
        <a:lstStyle/>
        <a:p>
          <a:endParaRPr lang="pt-BR"/>
        </a:p>
      </dgm:t>
    </dgm:pt>
    <dgm:pt modelId="{544A1C6E-EB79-45D2-A612-D4FBDA8D1B2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Alta diversidade</a:t>
          </a:r>
        </a:p>
      </dgm:t>
    </dgm:pt>
    <dgm:pt modelId="{FE0626D5-DAC2-4CD4-9F32-1A8BD7BEB348}" type="parTrans" cxnId="{6739E254-7864-4A4C-A280-11A40BD7B9A4}">
      <dgm:prSet/>
      <dgm:spPr/>
      <dgm:t>
        <a:bodyPr/>
        <a:lstStyle/>
        <a:p>
          <a:endParaRPr lang="pt-BR"/>
        </a:p>
      </dgm:t>
    </dgm:pt>
    <dgm:pt modelId="{CA9F6088-881A-4403-BD80-A49D2E9E883E}" type="sibTrans" cxnId="{6739E254-7864-4A4C-A280-11A40BD7B9A4}">
      <dgm:prSet/>
      <dgm:spPr/>
      <dgm:t>
        <a:bodyPr/>
        <a:lstStyle/>
        <a:p>
          <a:endParaRPr lang="pt-BR"/>
        </a:p>
      </dgm:t>
    </dgm:pt>
    <dgm:pt modelId="{80EFCC0B-06FB-43A5-919B-B68F06F6534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Independente da descrição dos itens</a:t>
          </a:r>
        </a:p>
      </dgm:t>
    </dgm:pt>
    <dgm:pt modelId="{7489AD2D-DEDE-4AC5-B048-3FA9CAF978FB}" type="parTrans" cxnId="{C1D50211-1168-4F40-A9F0-FEC987C90754}">
      <dgm:prSet/>
      <dgm:spPr/>
      <dgm:t>
        <a:bodyPr/>
        <a:lstStyle/>
        <a:p>
          <a:endParaRPr lang="pt-BR"/>
        </a:p>
      </dgm:t>
    </dgm:pt>
    <dgm:pt modelId="{FCE55B4D-9F2F-413E-ADB8-862120295F32}" type="sibTrans" cxnId="{C1D50211-1168-4F40-A9F0-FEC987C90754}">
      <dgm:prSet/>
      <dgm:spPr/>
      <dgm:t>
        <a:bodyPr/>
        <a:lstStyle/>
        <a:p>
          <a:endParaRPr lang="pt-BR"/>
        </a:p>
      </dgm:t>
    </dgm:pt>
    <dgm:pt modelId="{D33ED653-E7CC-4174-A71B-B43D3ED38E49}">
      <dgm:prSet/>
      <dgm:spPr/>
      <dgm:t>
        <a:bodyPr/>
        <a:lstStyle/>
        <a:p>
          <a:r>
            <a:rPr lang="pt-BR" b="1" dirty="0"/>
            <a:t>Desafios</a:t>
          </a:r>
        </a:p>
      </dgm:t>
    </dgm:pt>
    <dgm:pt modelId="{6A91E4FD-8D99-41E5-94AF-3A3580AFD712}" type="parTrans" cxnId="{5291AE5F-E745-4346-9F24-10F393AF35D0}">
      <dgm:prSet/>
      <dgm:spPr/>
      <dgm:t>
        <a:bodyPr/>
        <a:lstStyle/>
        <a:p>
          <a:endParaRPr lang="pt-BR"/>
        </a:p>
      </dgm:t>
    </dgm:pt>
    <dgm:pt modelId="{613AB145-AED1-4908-A88D-AF4C0455715C}" type="sibTrans" cxnId="{5291AE5F-E745-4346-9F24-10F393AF35D0}">
      <dgm:prSet/>
      <dgm:spPr/>
      <dgm:t>
        <a:bodyPr/>
        <a:lstStyle/>
        <a:p>
          <a:endParaRPr lang="pt-BR"/>
        </a:p>
      </dgm:t>
    </dgm:pt>
    <dgm:pt modelId="{BBB51461-0F5E-489E-A256-18E793D8489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i="1" dirty="0"/>
            <a:t>Cold start </a:t>
          </a:r>
          <a:r>
            <a:rPr lang="pt-BR" dirty="0"/>
            <a:t>(usuário/itens novos)</a:t>
          </a:r>
        </a:p>
      </dgm:t>
    </dgm:pt>
    <dgm:pt modelId="{DC01A11B-93D8-48D8-A184-B1FCC6155794}" type="parTrans" cxnId="{DBD48C70-380D-4F70-B81F-80AF61EA53F5}">
      <dgm:prSet/>
      <dgm:spPr/>
      <dgm:t>
        <a:bodyPr/>
        <a:lstStyle/>
        <a:p>
          <a:endParaRPr lang="pt-BR"/>
        </a:p>
      </dgm:t>
    </dgm:pt>
    <dgm:pt modelId="{A42D3064-009D-4C8E-B59E-B43DE50988D2}" type="sibTrans" cxnId="{DBD48C70-380D-4F70-B81F-80AF61EA53F5}">
      <dgm:prSet/>
      <dgm:spPr/>
      <dgm:t>
        <a:bodyPr/>
        <a:lstStyle/>
        <a:p>
          <a:endParaRPr lang="pt-BR"/>
        </a:p>
      </dgm:t>
    </dgm:pt>
    <dgm:pt modelId="{8AB9CBD0-3E9F-40EC-ABB5-50A7D44D248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Escalabilidade</a:t>
          </a:r>
        </a:p>
      </dgm:t>
    </dgm:pt>
    <dgm:pt modelId="{43AD0081-9C8E-4362-92E3-E8DEB02B4A4E}" type="parTrans" cxnId="{778F1A3A-09B2-46D9-BCA8-F9A3953DF6BD}">
      <dgm:prSet/>
      <dgm:spPr/>
      <dgm:t>
        <a:bodyPr/>
        <a:lstStyle/>
        <a:p>
          <a:endParaRPr lang="pt-BR"/>
        </a:p>
      </dgm:t>
    </dgm:pt>
    <dgm:pt modelId="{DAE991C0-4802-46FF-9BA5-5D53D994CAF4}" type="sibTrans" cxnId="{778F1A3A-09B2-46D9-BCA8-F9A3953DF6BD}">
      <dgm:prSet/>
      <dgm:spPr/>
      <dgm:t>
        <a:bodyPr/>
        <a:lstStyle/>
        <a:p>
          <a:endParaRPr lang="pt-BR"/>
        </a:p>
      </dgm:t>
    </dgm:pt>
    <dgm:pt modelId="{A27DAEEB-6ADC-4F71-9072-71C89E0B9C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 err="1"/>
            <a:t>Esparsidade</a:t>
          </a:r>
          <a:r>
            <a:rPr lang="pt-BR" dirty="0"/>
            <a:t> de dados</a:t>
          </a:r>
        </a:p>
      </dgm:t>
    </dgm:pt>
    <dgm:pt modelId="{EB93CE0C-EFA9-4748-B378-984042A627CD}" type="parTrans" cxnId="{4CEE3EF0-064D-4D23-AB5B-57CECE914D76}">
      <dgm:prSet/>
      <dgm:spPr/>
      <dgm:t>
        <a:bodyPr/>
        <a:lstStyle/>
        <a:p>
          <a:endParaRPr lang="pt-BR"/>
        </a:p>
      </dgm:t>
    </dgm:pt>
    <dgm:pt modelId="{0D6700A9-FD9A-4FC5-B49F-90340FB92239}" type="sibTrans" cxnId="{4CEE3EF0-064D-4D23-AB5B-57CECE914D76}">
      <dgm:prSet/>
      <dgm:spPr/>
      <dgm:t>
        <a:bodyPr/>
        <a:lstStyle/>
        <a:p>
          <a:endParaRPr lang="pt-BR"/>
        </a:p>
      </dgm:t>
    </dgm:pt>
    <dgm:pt modelId="{07DBFF90-0A09-47F4-882C-18D75C6595BC}" type="pres">
      <dgm:prSet presAssocID="{A89D28C9-1E52-4C16-91C2-C3627145402C}" presName="Name0" presStyleCnt="0">
        <dgm:presLayoutVars>
          <dgm:dir/>
          <dgm:animLvl val="lvl"/>
          <dgm:resizeHandles val="exact"/>
        </dgm:presLayoutVars>
      </dgm:prSet>
      <dgm:spPr/>
    </dgm:pt>
    <dgm:pt modelId="{4A3ECC2F-D86E-4820-8367-659D7DE13FDB}" type="pres">
      <dgm:prSet presAssocID="{2151B6B9-8451-414B-A15B-5EC416982685}" presName="composite" presStyleCnt="0"/>
      <dgm:spPr/>
    </dgm:pt>
    <dgm:pt modelId="{BD4899C4-7C74-4AC1-9DDC-D0AD232349EE}" type="pres">
      <dgm:prSet presAssocID="{2151B6B9-8451-414B-A15B-5EC41698268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65F8819-DEB8-4004-A381-0C0B6D457601}" type="pres">
      <dgm:prSet presAssocID="{2151B6B9-8451-414B-A15B-5EC416982685}" presName="desTx" presStyleLbl="alignAccFollowNode1" presStyleIdx="0" presStyleCnt="2">
        <dgm:presLayoutVars>
          <dgm:bulletEnabled val="1"/>
        </dgm:presLayoutVars>
      </dgm:prSet>
      <dgm:spPr/>
    </dgm:pt>
    <dgm:pt modelId="{554E750D-ED25-43DE-AE07-86940429C68A}" type="pres">
      <dgm:prSet presAssocID="{8F4896C2-EF57-433C-BEB2-A38F1F17F71C}" presName="space" presStyleCnt="0"/>
      <dgm:spPr/>
    </dgm:pt>
    <dgm:pt modelId="{A58D4520-F024-4589-A790-5E33C3A6D261}" type="pres">
      <dgm:prSet presAssocID="{D33ED653-E7CC-4174-A71B-B43D3ED38E49}" presName="composite" presStyleCnt="0"/>
      <dgm:spPr/>
    </dgm:pt>
    <dgm:pt modelId="{ABDDA62A-C6E2-4419-AC91-DBDB186E5B8E}" type="pres">
      <dgm:prSet presAssocID="{D33ED653-E7CC-4174-A71B-B43D3ED38E4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0344170-C1E3-41BE-89F4-DBFEB9CC66D5}" type="pres">
      <dgm:prSet presAssocID="{D33ED653-E7CC-4174-A71B-B43D3ED38E4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EA94E01-C4CB-4A81-8F24-148A75EC1806}" type="presOf" srcId="{A89D28C9-1E52-4C16-91C2-C3627145402C}" destId="{07DBFF90-0A09-47F4-882C-18D75C6595BC}" srcOrd="0" destOrd="0" presId="urn:microsoft.com/office/officeart/2005/8/layout/hList1"/>
    <dgm:cxn modelId="{C1D50211-1168-4F40-A9F0-FEC987C90754}" srcId="{2151B6B9-8451-414B-A15B-5EC416982685}" destId="{80EFCC0B-06FB-43A5-919B-B68F06F6534C}" srcOrd="2" destOrd="0" parTransId="{7489AD2D-DEDE-4AC5-B048-3FA9CAF978FB}" sibTransId="{FCE55B4D-9F2F-413E-ADB8-862120295F32}"/>
    <dgm:cxn modelId="{778F1A3A-09B2-46D9-BCA8-F9A3953DF6BD}" srcId="{D33ED653-E7CC-4174-A71B-B43D3ED38E49}" destId="{8AB9CBD0-3E9F-40EC-ABB5-50A7D44D2481}" srcOrd="1" destOrd="0" parTransId="{43AD0081-9C8E-4362-92E3-E8DEB02B4A4E}" sibTransId="{DAE991C0-4802-46FF-9BA5-5D53D994CAF4}"/>
    <dgm:cxn modelId="{5291AE5F-E745-4346-9F24-10F393AF35D0}" srcId="{A89D28C9-1E52-4C16-91C2-C3627145402C}" destId="{D33ED653-E7CC-4174-A71B-B43D3ED38E49}" srcOrd="1" destOrd="0" parTransId="{6A91E4FD-8D99-41E5-94AF-3A3580AFD712}" sibTransId="{613AB145-AED1-4908-A88D-AF4C0455715C}"/>
    <dgm:cxn modelId="{10094343-E674-4F58-9E40-2FE8841A44BC}" type="presOf" srcId="{14A2DFE1-2838-4550-9C1E-202533DAC860}" destId="{D65F8819-DEB8-4004-A381-0C0B6D457601}" srcOrd="0" destOrd="0" presId="urn:microsoft.com/office/officeart/2005/8/layout/hList1"/>
    <dgm:cxn modelId="{8E43AE6E-BA01-4365-ABDE-73C01B4C6A47}" type="presOf" srcId="{D33ED653-E7CC-4174-A71B-B43D3ED38E49}" destId="{ABDDA62A-C6E2-4419-AC91-DBDB186E5B8E}" srcOrd="0" destOrd="0" presId="urn:microsoft.com/office/officeart/2005/8/layout/hList1"/>
    <dgm:cxn modelId="{DBD48C70-380D-4F70-B81F-80AF61EA53F5}" srcId="{D33ED653-E7CC-4174-A71B-B43D3ED38E49}" destId="{BBB51461-0F5E-489E-A256-18E793D84897}" srcOrd="0" destOrd="0" parTransId="{DC01A11B-93D8-48D8-A184-B1FCC6155794}" sibTransId="{A42D3064-009D-4C8E-B59E-B43DE50988D2}"/>
    <dgm:cxn modelId="{97CAA153-FB86-4D5C-BF61-B4219E72A876}" type="presOf" srcId="{544A1C6E-EB79-45D2-A612-D4FBDA8D1B28}" destId="{D65F8819-DEB8-4004-A381-0C0B6D457601}" srcOrd="0" destOrd="1" presId="urn:microsoft.com/office/officeart/2005/8/layout/hList1"/>
    <dgm:cxn modelId="{8EA37C74-B1FE-48CB-841D-0727898A176D}" srcId="{2151B6B9-8451-414B-A15B-5EC416982685}" destId="{14A2DFE1-2838-4550-9C1E-202533DAC860}" srcOrd="0" destOrd="0" parTransId="{49CB2F5A-2893-440A-9192-E2349A77CA90}" sibTransId="{760B98ED-BBC9-4DF8-AE82-D9DE6B4C7304}"/>
    <dgm:cxn modelId="{6739E254-7864-4A4C-A280-11A40BD7B9A4}" srcId="{2151B6B9-8451-414B-A15B-5EC416982685}" destId="{544A1C6E-EB79-45D2-A612-D4FBDA8D1B28}" srcOrd="1" destOrd="0" parTransId="{FE0626D5-DAC2-4CD4-9F32-1A8BD7BEB348}" sibTransId="{CA9F6088-881A-4403-BD80-A49D2E9E883E}"/>
    <dgm:cxn modelId="{99C4547B-768D-4AE6-AF0F-BF0BC41EA041}" type="presOf" srcId="{2151B6B9-8451-414B-A15B-5EC416982685}" destId="{BD4899C4-7C74-4AC1-9DDC-D0AD232349EE}" srcOrd="0" destOrd="0" presId="urn:microsoft.com/office/officeart/2005/8/layout/hList1"/>
    <dgm:cxn modelId="{7C31CB7D-66CC-4187-B93E-23B8D367BEAB}" srcId="{A89D28C9-1E52-4C16-91C2-C3627145402C}" destId="{2151B6B9-8451-414B-A15B-5EC416982685}" srcOrd="0" destOrd="0" parTransId="{412C19A1-E0AC-4A52-9AEA-BF059453C7EA}" sibTransId="{8F4896C2-EF57-433C-BEB2-A38F1F17F71C}"/>
    <dgm:cxn modelId="{64A81F84-E25E-4556-A350-697C97270CAF}" type="presOf" srcId="{A27DAEEB-6ADC-4F71-9072-71C89E0B9C8A}" destId="{80344170-C1E3-41BE-89F4-DBFEB9CC66D5}" srcOrd="0" destOrd="2" presId="urn:microsoft.com/office/officeart/2005/8/layout/hList1"/>
    <dgm:cxn modelId="{D7049AA1-F930-4589-A80F-37C25E862FD5}" type="presOf" srcId="{BBB51461-0F5E-489E-A256-18E793D84897}" destId="{80344170-C1E3-41BE-89F4-DBFEB9CC66D5}" srcOrd="0" destOrd="0" presId="urn:microsoft.com/office/officeart/2005/8/layout/hList1"/>
    <dgm:cxn modelId="{FD670DE4-D5BA-472D-A729-3C0C9A23EF50}" type="presOf" srcId="{80EFCC0B-06FB-43A5-919B-B68F06F6534C}" destId="{D65F8819-DEB8-4004-A381-0C0B6D457601}" srcOrd="0" destOrd="2" presId="urn:microsoft.com/office/officeart/2005/8/layout/hList1"/>
    <dgm:cxn modelId="{498F75E9-F45E-4BF8-BBFB-492F57619460}" type="presOf" srcId="{8AB9CBD0-3E9F-40EC-ABB5-50A7D44D2481}" destId="{80344170-C1E3-41BE-89F4-DBFEB9CC66D5}" srcOrd="0" destOrd="1" presId="urn:microsoft.com/office/officeart/2005/8/layout/hList1"/>
    <dgm:cxn modelId="{4CEE3EF0-064D-4D23-AB5B-57CECE914D76}" srcId="{D33ED653-E7CC-4174-A71B-B43D3ED38E49}" destId="{A27DAEEB-6ADC-4F71-9072-71C89E0B9C8A}" srcOrd="2" destOrd="0" parTransId="{EB93CE0C-EFA9-4748-B378-984042A627CD}" sibTransId="{0D6700A9-FD9A-4FC5-B49F-90340FB92239}"/>
    <dgm:cxn modelId="{305B9D8F-ABF1-4619-A8B5-0E8E7354ED4C}" type="presParOf" srcId="{07DBFF90-0A09-47F4-882C-18D75C6595BC}" destId="{4A3ECC2F-D86E-4820-8367-659D7DE13FDB}" srcOrd="0" destOrd="0" presId="urn:microsoft.com/office/officeart/2005/8/layout/hList1"/>
    <dgm:cxn modelId="{B257135D-E53D-4764-83D0-0ACD6D25AC51}" type="presParOf" srcId="{4A3ECC2F-D86E-4820-8367-659D7DE13FDB}" destId="{BD4899C4-7C74-4AC1-9DDC-D0AD232349EE}" srcOrd="0" destOrd="0" presId="urn:microsoft.com/office/officeart/2005/8/layout/hList1"/>
    <dgm:cxn modelId="{2DB2D2B3-5F43-4ED7-A8E7-CC0430627800}" type="presParOf" srcId="{4A3ECC2F-D86E-4820-8367-659D7DE13FDB}" destId="{D65F8819-DEB8-4004-A381-0C0B6D457601}" srcOrd="1" destOrd="0" presId="urn:microsoft.com/office/officeart/2005/8/layout/hList1"/>
    <dgm:cxn modelId="{CFDCC3F8-0526-4DDA-B840-E17496D476CE}" type="presParOf" srcId="{07DBFF90-0A09-47F4-882C-18D75C6595BC}" destId="{554E750D-ED25-43DE-AE07-86940429C68A}" srcOrd="1" destOrd="0" presId="urn:microsoft.com/office/officeart/2005/8/layout/hList1"/>
    <dgm:cxn modelId="{921B00C4-EB4F-4A04-AED2-D2F7814F61E2}" type="presParOf" srcId="{07DBFF90-0A09-47F4-882C-18D75C6595BC}" destId="{A58D4520-F024-4589-A790-5E33C3A6D261}" srcOrd="2" destOrd="0" presId="urn:microsoft.com/office/officeart/2005/8/layout/hList1"/>
    <dgm:cxn modelId="{79DFCE87-4B40-48DA-882C-38DDA48969BB}" type="presParOf" srcId="{A58D4520-F024-4589-A790-5E33C3A6D261}" destId="{ABDDA62A-C6E2-4419-AC91-DBDB186E5B8E}" srcOrd="0" destOrd="0" presId="urn:microsoft.com/office/officeart/2005/8/layout/hList1"/>
    <dgm:cxn modelId="{47A2B8F3-4392-407C-AF5A-FB916172982B}" type="presParOf" srcId="{A58D4520-F024-4589-A790-5E33C3A6D261}" destId="{80344170-C1E3-41BE-89F4-DBFEB9CC66D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89D28C9-1E52-4C16-91C2-C3627145402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A37118F8-CAAB-4346-A22B-3B3C0118E29D}">
      <dgm:prSet/>
      <dgm:spPr/>
      <dgm:t>
        <a:bodyPr/>
        <a:lstStyle/>
        <a:p>
          <a:r>
            <a:rPr lang="pt-BR" dirty="0"/>
            <a:t>Exige boa descrição dos itens</a:t>
          </a:r>
        </a:p>
      </dgm:t>
    </dgm:pt>
    <dgm:pt modelId="{3466E472-404C-4148-BF60-C9548F775D9C}" type="parTrans" cxnId="{456F04FC-9594-4172-A651-8B865ACAB76B}">
      <dgm:prSet/>
      <dgm:spPr/>
      <dgm:t>
        <a:bodyPr/>
        <a:lstStyle/>
        <a:p>
          <a:endParaRPr lang="pt-BR"/>
        </a:p>
      </dgm:t>
    </dgm:pt>
    <dgm:pt modelId="{99A1280D-C3C5-459D-90D9-3CB5327AF75B}" type="sibTrans" cxnId="{456F04FC-9594-4172-A651-8B865ACAB76B}">
      <dgm:prSet/>
      <dgm:spPr/>
      <dgm:t>
        <a:bodyPr/>
        <a:lstStyle/>
        <a:p>
          <a:endParaRPr lang="pt-BR"/>
        </a:p>
      </dgm:t>
    </dgm:pt>
    <dgm:pt modelId="{2151B6B9-8451-414B-A15B-5EC416982685}">
      <dgm:prSet phldrT="[Texto]"/>
      <dgm:spPr/>
      <dgm:t>
        <a:bodyPr/>
        <a:lstStyle/>
        <a:p>
          <a:r>
            <a:rPr lang="pt-BR" b="1" dirty="0"/>
            <a:t>Vantagens</a:t>
          </a:r>
          <a:endParaRPr lang="pt-BR" dirty="0"/>
        </a:p>
      </dgm:t>
    </dgm:pt>
    <dgm:pt modelId="{412C19A1-E0AC-4A52-9AEA-BF059453C7EA}" type="parTrans" cxnId="{7C31CB7D-66CC-4187-B93E-23B8D367BEAB}">
      <dgm:prSet/>
      <dgm:spPr/>
      <dgm:t>
        <a:bodyPr/>
        <a:lstStyle/>
        <a:p>
          <a:endParaRPr lang="pt-BR"/>
        </a:p>
      </dgm:t>
    </dgm:pt>
    <dgm:pt modelId="{8F4896C2-EF57-433C-BEB2-A38F1F17F71C}" type="sibTrans" cxnId="{7C31CB7D-66CC-4187-B93E-23B8D367BEAB}">
      <dgm:prSet/>
      <dgm:spPr/>
      <dgm:t>
        <a:bodyPr/>
        <a:lstStyle/>
        <a:p>
          <a:endParaRPr lang="pt-BR"/>
        </a:p>
      </dgm:t>
    </dgm:pt>
    <dgm:pt modelId="{49D0D1D4-8967-422D-8C66-28A54688E1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Melhor precisão</a:t>
          </a:r>
        </a:p>
      </dgm:t>
    </dgm:pt>
    <dgm:pt modelId="{950A7801-1A14-4BA2-B114-A8BE5B33B0A1}" type="parTrans" cxnId="{25060021-247E-4466-8654-2A660869FACC}">
      <dgm:prSet/>
      <dgm:spPr/>
      <dgm:t>
        <a:bodyPr/>
        <a:lstStyle/>
        <a:p>
          <a:endParaRPr lang="pt-BR"/>
        </a:p>
      </dgm:t>
    </dgm:pt>
    <dgm:pt modelId="{BCCC7BAA-464D-4698-AAC2-7BF59D6943C2}" type="sibTrans" cxnId="{25060021-247E-4466-8654-2A660869FACC}">
      <dgm:prSet/>
      <dgm:spPr/>
      <dgm:t>
        <a:bodyPr/>
        <a:lstStyle/>
        <a:p>
          <a:endParaRPr lang="pt-BR"/>
        </a:p>
      </dgm:t>
    </dgm:pt>
    <dgm:pt modelId="{A9E22B9B-1830-433C-A6ED-806406DD2BC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Menos </a:t>
          </a:r>
          <a:r>
            <a:rPr lang="pt-BR" i="1" dirty="0"/>
            <a:t>cold start</a:t>
          </a:r>
        </a:p>
      </dgm:t>
    </dgm:pt>
    <dgm:pt modelId="{167EFA75-893D-4F3B-9EEB-E18A0245E3A4}" type="parTrans" cxnId="{5B7590EB-D284-4BFD-8EED-1ADA8283E83C}">
      <dgm:prSet/>
      <dgm:spPr/>
      <dgm:t>
        <a:bodyPr/>
        <a:lstStyle/>
        <a:p>
          <a:endParaRPr lang="pt-BR"/>
        </a:p>
      </dgm:t>
    </dgm:pt>
    <dgm:pt modelId="{87949CBF-C170-4B2B-B49A-123781A82D65}" type="sibTrans" cxnId="{5B7590EB-D284-4BFD-8EED-1ADA8283E83C}">
      <dgm:prSet/>
      <dgm:spPr/>
      <dgm:t>
        <a:bodyPr/>
        <a:lstStyle/>
        <a:p>
          <a:endParaRPr lang="pt-BR"/>
        </a:p>
      </dgm:t>
    </dgm:pt>
    <dgm:pt modelId="{BC8EA5F5-2CB3-4B1E-BE2C-75E7C0E32B7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Maior robustez</a:t>
          </a:r>
        </a:p>
      </dgm:t>
    </dgm:pt>
    <dgm:pt modelId="{066BBF1D-56DB-4E97-9ECE-FA37B0C85EF5}" type="parTrans" cxnId="{7E8EE19E-1A7A-4C9A-AB54-0A17235130DB}">
      <dgm:prSet/>
      <dgm:spPr/>
      <dgm:t>
        <a:bodyPr/>
        <a:lstStyle/>
        <a:p>
          <a:endParaRPr lang="pt-BR"/>
        </a:p>
      </dgm:t>
    </dgm:pt>
    <dgm:pt modelId="{A596F040-A21F-40CB-9F80-CB93BA7AA5A9}" type="sibTrans" cxnId="{7E8EE19E-1A7A-4C9A-AB54-0A17235130DB}">
      <dgm:prSet/>
      <dgm:spPr/>
      <dgm:t>
        <a:bodyPr/>
        <a:lstStyle/>
        <a:p>
          <a:endParaRPr lang="pt-BR"/>
        </a:p>
      </dgm:t>
    </dgm:pt>
    <dgm:pt modelId="{C5AE6D0D-3CEF-4BF7-BE8B-B5FEB166C691}">
      <dgm:prSet/>
      <dgm:spPr/>
      <dgm:t>
        <a:bodyPr/>
        <a:lstStyle/>
        <a:p>
          <a:r>
            <a:rPr lang="pt-BR" b="1" dirty="0"/>
            <a:t>Desafios</a:t>
          </a:r>
        </a:p>
      </dgm:t>
    </dgm:pt>
    <dgm:pt modelId="{78158BF1-4A35-413A-AB18-FE0C7EDD4381}" type="parTrans" cxnId="{7429D091-9A72-489E-A5F2-4529537680DB}">
      <dgm:prSet/>
      <dgm:spPr/>
      <dgm:t>
        <a:bodyPr/>
        <a:lstStyle/>
        <a:p>
          <a:endParaRPr lang="pt-BR"/>
        </a:p>
      </dgm:t>
    </dgm:pt>
    <dgm:pt modelId="{7E8D7582-A094-4418-9FE4-9AB5E5473F18}" type="sibTrans" cxnId="{7429D091-9A72-489E-A5F2-4529537680DB}">
      <dgm:prSet/>
      <dgm:spPr/>
      <dgm:t>
        <a:bodyPr/>
        <a:lstStyle/>
        <a:p>
          <a:endParaRPr lang="pt-BR"/>
        </a:p>
      </dgm:t>
    </dgm:pt>
    <dgm:pt modelId="{47A2E6E9-2B4D-4C28-A27D-B619551802F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Maior complexidade</a:t>
          </a:r>
        </a:p>
      </dgm:t>
    </dgm:pt>
    <dgm:pt modelId="{D3AD9483-6AF0-4BCD-BDE7-2148C1FB4D92}" type="parTrans" cxnId="{7E442572-2B25-462C-8A7A-73F2F62FBD0F}">
      <dgm:prSet/>
      <dgm:spPr/>
      <dgm:t>
        <a:bodyPr/>
        <a:lstStyle/>
        <a:p>
          <a:endParaRPr lang="pt-BR"/>
        </a:p>
      </dgm:t>
    </dgm:pt>
    <dgm:pt modelId="{5676B3AB-4870-4223-A384-74D1243D1C7D}" type="sibTrans" cxnId="{7E442572-2B25-462C-8A7A-73F2F62FBD0F}">
      <dgm:prSet/>
      <dgm:spPr/>
      <dgm:t>
        <a:bodyPr/>
        <a:lstStyle/>
        <a:p>
          <a:endParaRPr lang="pt-BR"/>
        </a:p>
      </dgm:t>
    </dgm:pt>
    <dgm:pt modelId="{6738A23F-57A8-4A84-B747-8258F9A6A15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Custo computacional</a:t>
          </a:r>
        </a:p>
      </dgm:t>
    </dgm:pt>
    <dgm:pt modelId="{0C6DB407-36F0-4C14-AD7C-0AC7BF21181E}" type="parTrans" cxnId="{A53B6619-46CA-4453-8155-9F2C75ACDC17}">
      <dgm:prSet/>
      <dgm:spPr/>
      <dgm:t>
        <a:bodyPr/>
        <a:lstStyle/>
        <a:p>
          <a:endParaRPr lang="pt-BR"/>
        </a:p>
      </dgm:t>
    </dgm:pt>
    <dgm:pt modelId="{A8CAB116-04A7-4EDE-9535-1DBA54443958}" type="sibTrans" cxnId="{A53B6619-46CA-4453-8155-9F2C75ACDC17}">
      <dgm:prSet/>
      <dgm:spPr/>
      <dgm:t>
        <a:bodyPr/>
        <a:lstStyle/>
        <a:p>
          <a:endParaRPr lang="pt-BR"/>
        </a:p>
      </dgm:t>
    </dgm:pt>
    <dgm:pt modelId="{B78FC07B-038E-40D9-A8E1-27A5B403B55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Arquitetura mais sofisticada</a:t>
          </a:r>
        </a:p>
      </dgm:t>
    </dgm:pt>
    <dgm:pt modelId="{911C8184-06B0-4669-AD45-EAA6FD29922A}" type="parTrans" cxnId="{4FEB7C95-0E57-4A1E-BFF8-1BB0F76B469B}">
      <dgm:prSet/>
      <dgm:spPr/>
      <dgm:t>
        <a:bodyPr/>
        <a:lstStyle/>
        <a:p>
          <a:endParaRPr lang="pt-BR"/>
        </a:p>
      </dgm:t>
    </dgm:pt>
    <dgm:pt modelId="{EDD6099C-6CAE-477C-B624-851C7E535478}" type="sibTrans" cxnId="{4FEB7C95-0E57-4A1E-BFF8-1BB0F76B469B}">
      <dgm:prSet/>
      <dgm:spPr/>
      <dgm:t>
        <a:bodyPr/>
        <a:lstStyle/>
        <a:p>
          <a:endParaRPr lang="pt-BR"/>
        </a:p>
      </dgm:t>
    </dgm:pt>
    <dgm:pt modelId="{07DBFF90-0A09-47F4-882C-18D75C6595BC}" type="pres">
      <dgm:prSet presAssocID="{A89D28C9-1E52-4C16-91C2-C3627145402C}" presName="Name0" presStyleCnt="0">
        <dgm:presLayoutVars>
          <dgm:dir/>
          <dgm:animLvl val="lvl"/>
          <dgm:resizeHandles val="exact"/>
        </dgm:presLayoutVars>
      </dgm:prSet>
      <dgm:spPr/>
    </dgm:pt>
    <dgm:pt modelId="{4A3ECC2F-D86E-4820-8367-659D7DE13FDB}" type="pres">
      <dgm:prSet presAssocID="{2151B6B9-8451-414B-A15B-5EC416982685}" presName="composite" presStyleCnt="0"/>
      <dgm:spPr/>
    </dgm:pt>
    <dgm:pt modelId="{BD4899C4-7C74-4AC1-9DDC-D0AD232349EE}" type="pres">
      <dgm:prSet presAssocID="{2151B6B9-8451-414B-A15B-5EC41698268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65F8819-DEB8-4004-A381-0C0B6D457601}" type="pres">
      <dgm:prSet presAssocID="{2151B6B9-8451-414B-A15B-5EC416982685}" presName="desTx" presStyleLbl="alignAccFollowNode1" presStyleIdx="0" presStyleCnt="2">
        <dgm:presLayoutVars>
          <dgm:bulletEnabled val="1"/>
        </dgm:presLayoutVars>
      </dgm:prSet>
      <dgm:spPr/>
    </dgm:pt>
    <dgm:pt modelId="{554E750D-ED25-43DE-AE07-86940429C68A}" type="pres">
      <dgm:prSet presAssocID="{8F4896C2-EF57-433C-BEB2-A38F1F17F71C}" presName="space" presStyleCnt="0"/>
      <dgm:spPr/>
    </dgm:pt>
    <dgm:pt modelId="{07F1F60F-4E9D-404B-955E-9A24A12C7B92}" type="pres">
      <dgm:prSet presAssocID="{C5AE6D0D-3CEF-4BF7-BE8B-B5FEB166C691}" presName="composite" presStyleCnt="0"/>
      <dgm:spPr/>
    </dgm:pt>
    <dgm:pt modelId="{FC0CD88D-0035-4B60-BF7F-0448FD004315}" type="pres">
      <dgm:prSet presAssocID="{C5AE6D0D-3CEF-4BF7-BE8B-B5FEB166C69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A611A29-1DBC-4392-B538-7E355E525877}" type="pres">
      <dgm:prSet presAssocID="{C5AE6D0D-3CEF-4BF7-BE8B-B5FEB166C69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EA94E01-C4CB-4A81-8F24-148A75EC1806}" type="presOf" srcId="{A89D28C9-1E52-4C16-91C2-C3627145402C}" destId="{07DBFF90-0A09-47F4-882C-18D75C6595BC}" srcOrd="0" destOrd="0" presId="urn:microsoft.com/office/officeart/2005/8/layout/hList1"/>
    <dgm:cxn modelId="{6788C911-CE4E-4B19-8512-C044BB612857}" type="presOf" srcId="{C5AE6D0D-3CEF-4BF7-BE8B-B5FEB166C691}" destId="{FC0CD88D-0035-4B60-BF7F-0448FD004315}" srcOrd="0" destOrd="0" presId="urn:microsoft.com/office/officeart/2005/8/layout/hList1"/>
    <dgm:cxn modelId="{A53B6619-46CA-4453-8155-9F2C75ACDC17}" srcId="{C5AE6D0D-3CEF-4BF7-BE8B-B5FEB166C691}" destId="{6738A23F-57A8-4A84-B747-8258F9A6A151}" srcOrd="1" destOrd="0" parTransId="{0C6DB407-36F0-4C14-AD7C-0AC7BF21181E}" sibTransId="{A8CAB116-04A7-4EDE-9535-1DBA54443958}"/>
    <dgm:cxn modelId="{25060021-247E-4466-8654-2A660869FACC}" srcId="{2151B6B9-8451-414B-A15B-5EC416982685}" destId="{49D0D1D4-8967-422D-8C66-28A54688E180}" srcOrd="0" destOrd="0" parTransId="{950A7801-1A14-4BA2-B114-A8BE5B33B0A1}" sibTransId="{BCCC7BAA-464D-4698-AAC2-7BF59D6943C2}"/>
    <dgm:cxn modelId="{B9D15627-2836-4D30-9825-205705058FE2}" type="presOf" srcId="{B78FC07B-038E-40D9-A8E1-27A5B403B55A}" destId="{EA611A29-1DBC-4392-B538-7E355E525877}" srcOrd="0" destOrd="2" presId="urn:microsoft.com/office/officeart/2005/8/layout/hList1"/>
    <dgm:cxn modelId="{7322F92D-71B8-419E-9033-EB9046F8F5D2}" type="presOf" srcId="{A37118F8-CAAB-4346-A22B-3B3C0118E29D}" destId="{EA611A29-1DBC-4392-B538-7E355E525877}" srcOrd="0" destOrd="3" presId="urn:microsoft.com/office/officeart/2005/8/layout/hList1"/>
    <dgm:cxn modelId="{6894903F-B02D-4CE7-B6D8-E21183BEDB0B}" type="presOf" srcId="{BC8EA5F5-2CB3-4B1E-BE2C-75E7C0E32B77}" destId="{D65F8819-DEB8-4004-A381-0C0B6D457601}" srcOrd="0" destOrd="2" presId="urn:microsoft.com/office/officeart/2005/8/layout/hList1"/>
    <dgm:cxn modelId="{22871F6A-C965-405A-B2D0-87474C46BC74}" type="presOf" srcId="{A9E22B9B-1830-433C-A6ED-806406DD2BC1}" destId="{D65F8819-DEB8-4004-A381-0C0B6D457601}" srcOrd="0" destOrd="1" presId="urn:microsoft.com/office/officeart/2005/8/layout/hList1"/>
    <dgm:cxn modelId="{7E442572-2B25-462C-8A7A-73F2F62FBD0F}" srcId="{C5AE6D0D-3CEF-4BF7-BE8B-B5FEB166C691}" destId="{47A2E6E9-2B4D-4C28-A27D-B619551802F6}" srcOrd="0" destOrd="0" parTransId="{D3AD9483-6AF0-4BCD-BDE7-2148C1FB4D92}" sibTransId="{5676B3AB-4870-4223-A384-74D1243D1C7D}"/>
    <dgm:cxn modelId="{99C4547B-768D-4AE6-AF0F-BF0BC41EA041}" type="presOf" srcId="{2151B6B9-8451-414B-A15B-5EC416982685}" destId="{BD4899C4-7C74-4AC1-9DDC-D0AD232349EE}" srcOrd="0" destOrd="0" presId="urn:microsoft.com/office/officeart/2005/8/layout/hList1"/>
    <dgm:cxn modelId="{7C31CB7D-66CC-4187-B93E-23B8D367BEAB}" srcId="{A89D28C9-1E52-4C16-91C2-C3627145402C}" destId="{2151B6B9-8451-414B-A15B-5EC416982685}" srcOrd="0" destOrd="0" parTransId="{412C19A1-E0AC-4A52-9AEA-BF059453C7EA}" sibTransId="{8F4896C2-EF57-433C-BEB2-A38F1F17F71C}"/>
    <dgm:cxn modelId="{7429D091-9A72-489E-A5F2-4529537680DB}" srcId="{A89D28C9-1E52-4C16-91C2-C3627145402C}" destId="{C5AE6D0D-3CEF-4BF7-BE8B-B5FEB166C691}" srcOrd="1" destOrd="0" parTransId="{78158BF1-4A35-413A-AB18-FE0C7EDD4381}" sibTransId="{7E8D7582-A094-4418-9FE4-9AB5E5473F18}"/>
    <dgm:cxn modelId="{4FEB7C95-0E57-4A1E-BFF8-1BB0F76B469B}" srcId="{C5AE6D0D-3CEF-4BF7-BE8B-B5FEB166C691}" destId="{B78FC07B-038E-40D9-A8E1-27A5B403B55A}" srcOrd="2" destOrd="0" parTransId="{911C8184-06B0-4669-AD45-EAA6FD29922A}" sibTransId="{EDD6099C-6CAE-477C-B624-851C7E535478}"/>
    <dgm:cxn modelId="{7E8EE19E-1A7A-4C9A-AB54-0A17235130DB}" srcId="{2151B6B9-8451-414B-A15B-5EC416982685}" destId="{BC8EA5F5-2CB3-4B1E-BE2C-75E7C0E32B77}" srcOrd="2" destOrd="0" parTransId="{066BBF1D-56DB-4E97-9ECE-FA37B0C85EF5}" sibTransId="{A596F040-A21F-40CB-9F80-CB93BA7AA5A9}"/>
    <dgm:cxn modelId="{54A019A9-B602-45B5-9188-152F699572F8}" type="presOf" srcId="{47A2E6E9-2B4D-4C28-A27D-B619551802F6}" destId="{EA611A29-1DBC-4392-B538-7E355E525877}" srcOrd="0" destOrd="0" presId="urn:microsoft.com/office/officeart/2005/8/layout/hList1"/>
    <dgm:cxn modelId="{A2C18FE0-9DAE-4E5F-A52D-68FF72EB46A0}" type="presOf" srcId="{6738A23F-57A8-4A84-B747-8258F9A6A151}" destId="{EA611A29-1DBC-4392-B538-7E355E525877}" srcOrd="0" destOrd="1" presId="urn:microsoft.com/office/officeart/2005/8/layout/hList1"/>
    <dgm:cxn modelId="{5B7590EB-D284-4BFD-8EED-1ADA8283E83C}" srcId="{2151B6B9-8451-414B-A15B-5EC416982685}" destId="{A9E22B9B-1830-433C-A6ED-806406DD2BC1}" srcOrd="1" destOrd="0" parTransId="{167EFA75-893D-4F3B-9EEB-E18A0245E3A4}" sibTransId="{87949CBF-C170-4B2B-B49A-123781A82D65}"/>
    <dgm:cxn modelId="{FF1690FB-7B4B-46A9-B961-097D01FF3C90}" type="presOf" srcId="{49D0D1D4-8967-422D-8C66-28A54688E180}" destId="{D65F8819-DEB8-4004-A381-0C0B6D457601}" srcOrd="0" destOrd="0" presId="urn:microsoft.com/office/officeart/2005/8/layout/hList1"/>
    <dgm:cxn modelId="{456F04FC-9594-4172-A651-8B865ACAB76B}" srcId="{C5AE6D0D-3CEF-4BF7-BE8B-B5FEB166C691}" destId="{A37118F8-CAAB-4346-A22B-3B3C0118E29D}" srcOrd="3" destOrd="0" parTransId="{3466E472-404C-4148-BF60-C9548F775D9C}" sibTransId="{99A1280D-C3C5-459D-90D9-3CB5327AF75B}"/>
    <dgm:cxn modelId="{305B9D8F-ABF1-4619-A8B5-0E8E7354ED4C}" type="presParOf" srcId="{07DBFF90-0A09-47F4-882C-18D75C6595BC}" destId="{4A3ECC2F-D86E-4820-8367-659D7DE13FDB}" srcOrd="0" destOrd="0" presId="urn:microsoft.com/office/officeart/2005/8/layout/hList1"/>
    <dgm:cxn modelId="{B257135D-E53D-4764-83D0-0ACD6D25AC51}" type="presParOf" srcId="{4A3ECC2F-D86E-4820-8367-659D7DE13FDB}" destId="{BD4899C4-7C74-4AC1-9DDC-D0AD232349EE}" srcOrd="0" destOrd="0" presId="urn:microsoft.com/office/officeart/2005/8/layout/hList1"/>
    <dgm:cxn modelId="{2DB2D2B3-5F43-4ED7-A8E7-CC0430627800}" type="presParOf" srcId="{4A3ECC2F-D86E-4820-8367-659D7DE13FDB}" destId="{D65F8819-DEB8-4004-A381-0C0B6D457601}" srcOrd="1" destOrd="0" presId="urn:microsoft.com/office/officeart/2005/8/layout/hList1"/>
    <dgm:cxn modelId="{CFDCC3F8-0526-4DDA-B840-E17496D476CE}" type="presParOf" srcId="{07DBFF90-0A09-47F4-882C-18D75C6595BC}" destId="{554E750D-ED25-43DE-AE07-86940429C68A}" srcOrd="1" destOrd="0" presId="urn:microsoft.com/office/officeart/2005/8/layout/hList1"/>
    <dgm:cxn modelId="{B87D7B65-C5ED-45B7-97E5-1E315600ED79}" type="presParOf" srcId="{07DBFF90-0A09-47F4-882C-18D75C6595BC}" destId="{07F1F60F-4E9D-404B-955E-9A24A12C7B92}" srcOrd="2" destOrd="0" presId="urn:microsoft.com/office/officeart/2005/8/layout/hList1"/>
    <dgm:cxn modelId="{DEE1201D-77B3-430B-8DD1-47963964B841}" type="presParOf" srcId="{07F1F60F-4E9D-404B-955E-9A24A12C7B92}" destId="{FC0CD88D-0035-4B60-BF7F-0448FD004315}" srcOrd="0" destOrd="0" presId="urn:microsoft.com/office/officeart/2005/8/layout/hList1"/>
    <dgm:cxn modelId="{3BDDF60E-79C2-49DC-9AB1-A4B3F6D3A02C}" type="presParOf" srcId="{07F1F60F-4E9D-404B-955E-9A24A12C7B92}" destId="{EA611A29-1DBC-4392-B538-7E355E52587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E88F60-4339-4094-A2E7-24DB337BD57D}">
      <dsp:nvSpPr>
        <dsp:cNvPr id="0" name=""/>
        <dsp:cNvSpPr/>
      </dsp:nvSpPr>
      <dsp:spPr>
        <a:xfrm>
          <a:off x="4263037" y="438671"/>
          <a:ext cx="2545150" cy="10003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0" kern="1200" dirty="0">
              <a:latin typeface="+mn-lt"/>
            </a:rPr>
            <a:t>Sistemas de Recomendação</a:t>
          </a:r>
        </a:p>
      </dsp:txBody>
      <dsp:txXfrm>
        <a:off x="4292336" y="467970"/>
        <a:ext cx="2486552" cy="941729"/>
      </dsp:txXfrm>
    </dsp:sp>
    <dsp:sp modelId="{E3E698CC-1CA1-4568-957F-3BCEFF69448C}">
      <dsp:nvSpPr>
        <dsp:cNvPr id="0" name=""/>
        <dsp:cNvSpPr/>
      </dsp:nvSpPr>
      <dsp:spPr>
        <a:xfrm>
          <a:off x="897374" y="1438998"/>
          <a:ext cx="4638237" cy="380573"/>
        </a:xfrm>
        <a:custGeom>
          <a:avLst/>
          <a:gdLst/>
          <a:ahLst/>
          <a:cxnLst/>
          <a:rect l="0" t="0" r="0" b="0"/>
          <a:pathLst>
            <a:path>
              <a:moveTo>
                <a:pt x="4638237" y="0"/>
              </a:moveTo>
              <a:lnTo>
                <a:pt x="4638237" y="190286"/>
              </a:lnTo>
              <a:lnTo>
                <a:pt x="0" y="190286"/>
              </a:lnTo>
              <a:lnTo>
                <a:pt x="0" y="38057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570479-2426-4DFB-9796-8411615E4A52}">
      <dsp:nvSpPr>
        <dsp:cNvPr id="0" name=""/>
        <dsp:cNvSpPr/>
      </dsp:nvSpPr>
      <dsp:spPr>
        <a:xfrm>
          <a:off x="2394" y="1819572"/>
          <a:ext cx="1789960" cy="8745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>
              <a:latin typeface="+mn-lt"/>
            </a:rPr>
            <a:t>Baseada em conhecimento</a:t>
          </a:r>
        </a:p>
      </dsp:txBody>
      <dsp:txXfrm>
        <a:off x="28008" y="1845186"/>
        <a:ext cx="1738732" cy="823291"/>
      </dsp:txXfrm>
    </dsp:sp>
    <dsp:sp modelId="{95813C26-03BF-486E-89D2-BE9631A840AB}">
      <dsp:nvSpPr>
        <dsp:cNvPr id="0" name=""/>
        <dsp:cNvSpPr/>
      </dsp:nvSpPr>
      <dsp:spPr>
        <a:xfrm>
          <a:off x="851654" y="2694091"/>
          <a:ext cx="91440" cy="3805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57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2DEC01-626B-4CB2-BE8E-1A3521BA8343}">
      <dsp:nvSpPr>
        <dsp:cNvPr id="0" name=""/>
        <dsp:cNvSpPr/>
      </dsp:nvSpPr>
      <dsp:spPr>
        <a:xfrm>
          <a:off x="183799" y="3074665"/>
          <a:ext cx="1427150" cy="95143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latin typeface="+mn-lt"/>
            </a:rPr>
            <a:t>regras explícitas ou restrições</a:t>
          </a:r>
        </a:p>
      </dsp:txBody>
      <dsp:txXfrm>
        <a:off x="211666" y="3102532"/>
        <a:ext cx="1371416" cy="895699"/>
      </dsp:txXfrm>
    </dsp:sp>
    <dsp:sp modelId="{2D3D5801-A9B7-4E7C-8D8E-3AF560F6AC4C}">
      <dsp:nvSpPr>
        <dsp:cNvPr id="0" name=""/>
        <dsp:cNvSpPr/>
      </dsp:nvSpPr>
      <dsp:spPr>
        <a:xfrm>
          <a:off x="3680317" y="1438998"/>
          <a:ext cx="1855295" cy="380573"/>
        </a:xfrm>
        <a:custGeom>
          <a:avLst/>
          <a:gdLst/>
          <a:ahLst/>
          <a:cxnLst/>
          <a:rect l="0" t="0" r="0" b="0"/>
          <a:pathLst>
            <a:path>
              <a:moveTo>
                <a:pt x="1855295" y="0"/>
              </a:moveTo>
              <a:lnTo>
                <a:pt x="1855295" y="190286"/>
              </a:lnTo>
              <a:lnTo>
                <a:pt x="0" y="190286"/>
              </a:lnTo>
              <a:lnTo>
                <a:pt x="0" y="38057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31DFFB-B07E-416A-BDDE-8C59C1AFAB34}">
      <dsp:nvSpPr>
        <dsp:cNvPr id="0" name=""/>
        <dsp:cNvSpPr/>
      </dsp:nvSpPr>
      <dsp:spPr>
        <a:xfrm>
          <a:off x="2756458" y="1819572"/>
          <a:ext cx="1847716" cy="9514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>
              <a:latin typeface="+mn-lt"/>
            </a:rPr>
            <a:t>Baseada em conteúdo</a:t>
          </a:r>
        </a:p>
      </dsp:txBody>
      <dsp:txXfrm>
        <a:off x="2784325" y="1847439"/>
        <a:ext cx="1791982" cy="895699"/>
      </dsp:txXfrm>
    </dsp:sp>
    <dsp:sp modelId="{59C2D6F1-8F1F-45E4-A536-4F55990CA69D}">
      <dsp:nvSpPr>
        <dsp:cNvPr id="0" name=""/>
        <dsp:cNvSpPr/>
      </dsp:nvSpPr>
      <dsp:spPr>
        <a:xfrm>
          <a:off x="2752669" y="2771005"/>
          <a:ext cx="927647" cy="360755"/>
        </a:xfrm>
        <a:custGeom>
          <a:avLst/>
          <a:gdLst/>
          <a:ahLst/>
          <a:cxnLst/>
          <a:rect l="0" t="0" r="0" b="0"/>
          <a:pathLst>
            <a:path>
              <a:moveTo>
                <a:pt x="927647" y="0"/>
              </a:moveTo>
              <a:lnTo>
                <a:pt x="927647" y="180377"/>
              </a:lnTo>
              <a:lnTo>
                <a:pt x="0" y="180377"/>
              </a:lnTo>
              <a:lnTo>
                <a:pt x="0" y="3607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517FBE-A171-4D61-AC54-F36822404065}">
      <dsp:nvSpPr>
        <dsp:cNvPr id="0" name=""/>
        <dsp:cNvSpPr/>
      </dsp:nvSpPr>
      <dsp:spPr>
        <a:xfrm>
          <a:off x="2039094" y="3131760"/>
          <a:ext cx="1427150" cy="9681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 err="1">
              <a:latin typeface="+mn-lt"/>
            </a:rPr>
            <a:t>Metadados</a:t>
          </a:r>
          <a:r>
            <a:rPr lang="pt-BR" sz="1500" kern="1200" dirty="0">
              <a:latin typeface="+mn-lt"/>
            </a:rPr>
            <a:t> </a:t>
          </a:r>
          <a:br>
            <a:rPr lang="pt-BR" sz="1500" kern="1200" dirty="0">
              <a:latin typeface="+mn-lt"/>
            </a:rPr>
          </a:br>
          <a:r>
            <a:rPr lang="pt-BR" sz="1500" kern="1200" dirty="0">
              <a:latin typeface="+mn-lt"/>
            </a:rPr>
            <a:t>dos itens</a:t>
          </a:r>
        </a:p>
      </dsp:txBody>
      <dsp:txXfrm>
        <a:off x="2067452" y="3160118"/>
        <a:ext cx="1370434" cy="911481"/>
      </dsp:txXfrm>
    </dsp:sp>
    <dsp:sp modelId="{1E36382B-6471-4289-B5A4-4DC0CF457E78}">
      <dsp:nvSpPr>
        <dsp:cNvPr id="0" name=""/>
        <dsp:cNvSpPr/>
      </dsp:nvSpPr>
      <dsp:spPr>
        <a:xfrm>
          <a:off x="3680317" y="2771005"/>
          <a:ext cx="927647" cy="3607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377"/>
              </a:lnTo>
              <a:lnTo>
                <a:pt x="927647" y="180377"/>
              </a:lnTo>
              <a:lnTo>
                <a:pt x="927647" y="3607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D583BE-FBAD-4344-BC84-BCA17BB286CE}">
      <dsp:nvSpPr>
        <dsp:cNvPr id="0" name=""/>
        <dsp:cNvSpPr/>
      </dsp:nvSpPr>
      <dsp:spPr>
        <a:xfrm>
          <a:off x="3894389" y="3131760"/>
          <a:ext cx="1427150" cy="9681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>
              <a:latin typeface="+mn-lt"/>
            </a:rPr>
            <a:t>Perfil do usuário</a:t>
          </a:r>
        </a:p>
      </dsp:txBody>
      <dsp:txXfrm>
        <a:off x="3922747" y="3160118"/>
        <a:ext cx="1370434" cy="911481"/>
      </dsp:txXfrm>
    </dsp:sp>
    <dsp:sp modelId="{73C80066-A9E3-47B1-BEE9-CC388AA8D449}">
      <dsp:nvSpPr>
        <dsp:cNvPr id="0" name=""/>
        <dsp:cNvSpPr/>
      </dsp:nvSpPr>
      <dsp:spPr>
        <a:xfrm>
          <a:off x="5535612" y="1438998"/>
          <a:ext cx="1855295" cy="3805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286"/>
              </a:lnTo>
              <a:lnTo>
                <a:pt x="1855295" y="190286"/>
              </a:lnTo>
              <a:lnTo>
                <a:pt x="1855295" y="38057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E37292-C041-4ABE-AAE0-8E7D57C244FE}">
      <dsp:nvSpPr>
        <dsp:cNvPr id="0" name=""/>
        <dsp:cNvSpPr/>
      </dsp:nvSpPr>
      <dsp:spPr>
        <a:xfrm>
          <a:off x="6495927" y="1819572"/>
          <a:ext cx="1789960" cy="8745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>
              <a:latin typeface="+mn-lt"/>
            </a:rPr>
            <a:t>Baseada em filtragem colaborativa</a:t>
          </a:r>
        </a:p>
      </dsp:txBody>
      <dsp:txXfrm>
        <a:off x="6521541" y="1845186"/>
        <a:ext cx="1738732" cy="823291"/>
      </dsp:txXfrm>
    </dsp:sp>
    <dsp:sp modelId="{FAEE929C-C57C-40DF-B399-309F1A9F9AEE}">
      <dsp:nvSpPr>
        <dsp:cNvPr id="0" name=""/>
        <dsp:cNvSpPr/>
      </dsp:nvSpPr>
      <dsp:spPr>
        <a:xfrm>
          <a:off x="6463260" y="2694091"/>
          <a:ext cx="927647" cy="360755"/>
        </a:xfrm>
        <a:custGeom>
          <a:avLst/>
          <a:gdLst/>
          <a:ahLst/>
          <a:cxnLst/>
          <a:rect l="0" t="0" r="0" b="0"/>
          <a:pathLst>
            <a:path>
              <a:moveTo>
                <a:pt x="927647" y="0"/>
              </a:moveTo>
              <a:lnTo>
                <a:pt x="927647" y="180377"/>
              </a:lnTo>
              <a:lnTo>
                <a:pt x="0" y="180377"/>
              </a:lnTo>
              <a:lnTo>
                <a:pt x="0" y="36075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22AC5C-8F6C-4470-AC2D-41ED31E7DC1B}">
      <dsp:nvSpPr>
        <dsp:cNvPr id="0" name=""/>
        <dsp:cNvSpPr/>
      </dsp:nvSpPr>
      <dsp:spPr>
        <a:xfrm>
          <a:off x="5749685" y="3054846"/>
          <a:ext cx="1427150" cy="9681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>
              <a:latin typeface="+mn-lt"/>
            </a:rPr>
            <a:t>Baseada em memória (dados)</a:t>
          </a:r>
        </a:p>
      </dsp:txBody>
      <dsp:txXfrm>
        <a:off x="5778043" y="3083204"/>
        <a:ext cx="1370434" cy="911481"/>
      </dsp:txXfrm>
    </dsp:sp>
    <dsp:sp modelId="{662F375A-1487-410B-978B-1AE9F0BF5CCF}">
      <dsp:nvSpPr>
        <dsp:cNvPr id="0" name=""/>
        <dsp:cNvSpPr/>
      </dsp:nvSpPr>
      <dsp:spPr>
        <a:xfrm>
          <a:off x="7390907" y="2694091"/>
          <a:ext cx="927647" cy="3604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249"/>
              </a:lnTo>
              <a:lnTo>
                <a:pt x="927647" y="180249"/>
              </a:lnTo>
              <a:lnTo>
                <a:pt x="927647" y="36049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00377-B149-496E-8C56-91FA2E308165}">
      <dsp:nvSpPr>
        <dsp:cNvPr id="0" name=""/>
        <dsp:cNvSpPr/>
      </dsp:nvSpPr>
      <dsp:spPr>
        <a:xfrm>
          <a:off x="7604980" y="3054589"/>
          <a:ext cx="1427150" cy="9681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>
              <a:latin typeface="+mn-lt"/>
            </a:rPr>
            <a:t>Baseada em modelos (ML)</a:t>
          </a:r>
        </a:p>
      </dsp:txBody>
      <dsp:txXfrm>
        <a:off x="7633338" y="3082947"/>
        <a:ext cx="1370434" cy="911481"/>
      </dsp:txXfrm>
    </dsp:sp>
    <dsp:sp modelId="{8E924107-748D-4BEB-AF94-B8FF6FA6CE37}">
      <dsp:nvSpPr>
        <dsp:cNvPr id="0" name=""/>
        <dsp:cNvSpPr/>
      </dsp:nvSpPr>
      <dsp:spPr>
        <a:xfrm>
          <a:off x="5535612" y="1438998"/>
          <a:ext cx="4638237" cy="3805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0286"/>
              </a:lnTo>
              <a:lnTo>
                <a:pt x="4638237" y="190286"/>
              </a:lnTo>
              <a:lnTo>
                <a:pt x="4638237" y="38057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F8FCAA-B411-4401-81D7-AC67A04C493C}">
      <dsp:nvSpPr>
        <dsp:cNvPr id="0" name=""/>
        <dsp:cNvSpPr/>
      </dsp:nvSpPr>
      <dsp:spPr>
        <a:xfrm>
          <a:off x="9278870" y="1819572"/>
          <a:ext cx="1789960" cy="8745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>
              <a:latin typeface="+mn-lt"/>
            </a:rPr>
            <a:t>Abordagem  híbrida</a:t>
          </a:r>
        </a:p>
      </dsp:txBody>
      <dsp:txXfrm>
        <a:off x="9304484" y="1845186"/>
        <a:ext cx="1738732" cy="823291"/>
      </dsp:txXfrm>
    </dsp:sp>
    <dsp:sp modelId="{CB2A1575-2C80-4645-AEF0-90F0BE5EC46C}">
      <dsp:nvSpPr>
        <dsp:cNvPr id="0" name=""/>
        <dsp:cNvSpPr/>
      </dsp:nvSpPr>
      <dsp:spPr>
        <a:xfrm>
          <a:off x="10128130" y="2694091"/>
          <a:ext cx="91440" cy="3805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80573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D35572-C99B-46B7-A34E-75CDA7E08FBB}">
      <dsp:nvSpPr>
        <dsp:cNvPr id="0" name=""/>
        <dsp:cNvSpPr/>
      </dsp:nvSpPr>
      <dsp:spPr>
        <a:xfrm>
          <a:off x="9460275" y="3074665"/>
          <a:ext cx="1427150" cy="9681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 dirty="0">
              <a:latin typeface="+mn-lt"/>
            </a:rPr>
            <a:t>Qualquer combinação</a:t>
          </a:r>
        </a:p>
      </dsp:txBody>
      <dsp:txXfrm>
        <a:off x="9488633" y="3103023"/>
        <a:ext cx="1370434" cy="9114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C02B5-0F55-4B75-8C1E-947A79F0BB82}">
      <dsp:nvSpPr>
        <dsp:cNvPr id="0" name=""/>
        <dsp:cNvSpPr/>
      </dsp:nvSpPr>
      <dsp:spPr>
        <a:xfrm>
          <a:off x="49" y="27344"/>
          <a:ext cx="4710234" cy="1065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150368" rIns="263144" bIns="15036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1" kern="1200"/>
            <a:t>Vantagens</a:t>
          </a:r>
        </a:p>
      </dsp:txBody>
      <dsp:txXfrm>
        <a:off x="49" y="27344"/>
        <a:ext cx="4710234" cy="1065600"/>
      </dsp:txXfrm>
    </dsp:sp>
    <dsp:sp modelId="{B67633C3-74D7-4DDB-A717-B3F5D1805653}">
      <dsp:nvSpPr>
        <dsp:cNvPr id="0" name=""/>
        <dsp:cNvSpPr/>
      </dsp:nvSpPr>
      <dsp:spPr>
        <a:xfrm>
          <a:off x="49" y="1092944"/>
          <a:ext cx="4710234" cy="319929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58" tIns="197358" rIns="263144" bIns="296037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700" kern="1200" dirty="0"/>
            <a:t>Evita </a:t>
          </a:r>
          <a:r>
            <a:rPr lang="pt-BR" sz="3700" i="1" kern="1200" dirty="0"/>
            <a:t>cold start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700" kern="1200" dirty="0"/>
            <a:t>Alta precisão em domínios críticos</a:t>
          </a:r>
        </a:p>
      </dsp:txBody>
      <dsp:txXfrm>
        <a:off x="49" y="1092944"/>
        <a:ext cx="4710234" cy="3199297"/>
      </dsp:txXfrm>
    </dsp:sp>
    <dsp:sp modelId="{21459FB0-008E-4031-BAA5-585508A64237}">
      <dsp:nvSpPr>
        <dsp:cNvPr id="0" name=""/>
        <dsp:cNvSpPr/>
      </dsp:nvSpPr>
      <dsp:spPr>
        <a:xfrm>
          <a:off x="5369716" y="27344"/>
          <a:ext cx="4710234" cy="10656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150368" rIns="263144" bIns="15036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700" b="1" kern="1200" dirty="0"/>
            <a:t>Desafios</a:t>
          </a:r>
        </a:p>
      </dsp:txBody>
      <dsp:txXfrm>
        <a:off x="5369716" y="27344"/>
        <a:ext cx="4710234" cy="1065600"/>
      </dsp:txXfrm>
    </dsp:sp>
    <dsp:sp modelId="{5435896D-080B-4745-B158-BFD01BB79665}">
      <dsp:nvSpPr>
        <dsp:cNvPr id="0" name=""/>
        <dsp:cNvSpPr/>
      </dsp:nvSpPr>
      <dsp:spPr>
        <a:xfrm>
          <a:off x="5369716" y="1092944"/>
          <a:ext cx="4710234" cy="3199297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358" tIns="197358" rIns="263144" bIns="296037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700" kern="1200" dirty="0"/>
            <a:t>Alto custo de modelagem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700" kern="1200" dirty="0"/>
            <a:t>Pouca adaptabilidade automática</a:t>
          </a:r>
        </a:p>
      </dsp:txBody>
      <dsp:txXfrm>
        <a:off x="5369716" y="1092944"/>
        <a:ext cx="4710234" cy="31992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899C4-7C74-4AC1-9DDC-D0AD232349EE}">
      <dsp:nvSpPr>
        <dsp:cNvPr id="0" name=""/>
        <dsp:cNvSpPr/>
      </dsp:nvSpPr>
      <dsp:spPr>
        <a:xfrm>
          <a:off x="49" y="229698"/>
          <a:ext cx="4710234" cy="835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/>
            <a:t>Vantagens</a:t>
          </a:r>
          <a:endParaRPr lang="pt-BR" sz="2900" kern="1200" dirty="0"/>
        </a:p>
      </dsp:txBody>
      <dsp:txXfrm>
        <a:off x="49" y="229698"/>
        <a:ext cx="4710234" cy="835200"/>
      </dsp:txXfrm>
    </dsp:sp>
    <dsp:sp modelId="{D65F8819-DEB8-4004-A381-0C0B6D457601}">
      <dsp:nvSpPr>
        <dsp:cNvPr id="0" name=""/>
        <dsp:cNvSpPr/>
      </dsp:nvSpPr>
      <dsp:spPr>
        <a:xfrm>
          <a:off x="49" y="1064898"/>
          <a:ext cx="4710234" cy="30249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Não depende de outros usuários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Transparente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Funciona bem com poucos usuários</a:t>
          </a:r>
        </a:p>
      </dsp:txBody>
      <dsp:txXfrm>
        <a:off x="49" y="1064898"/>
        <a:ext cx="4710234" cy="3024990"/>
      </dsp:txXfrm>
    </dsp:sp>
    <dsp:sp modelId="{E08C766D-441C-4EA7-8EDC-0D36C3D750AB}">
      <dsp:nvSpPr>
        <dsp:cNvPr id="0" name=""/>
        <dsp:cNvSpPr/>
      </dsp:nvSpPr>
      <dsp:spPr>
        <a:xfrm>
          <a:off x="5369716" y="229698"/>
          <a:ext cx="4710234" cy="8352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Desafios</a:t>
          </a:r>
        </a:p>
      </dsp:txBody>
      <dsp:txXfrm>
        <a:off x="5369716" y="229698"/>
        <a:ext cx="4710234" cy="835200"/>
      </dsp:txXfrm>
    </dsp:sp>
    <dsp:sp modelId="{819461F1-E5BC-472D-8EDB-A2844216E398}">
      <dsp:nvSpPr>
        <dsp:cNvPr id="0" name=""/>
        <dsp:cNvSpPr/>
      </dsp:nvSpPr>
      <dsp:spPr>
        <a:xfrm>
          <a:off x="5369716" y="1064898"/>
          <a:ext cx="4710234" cy="3024990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Pouca diversidade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Efeito “bolha de filtro”</a:t>
          </a:r>
        </a:p>
        <a:p>
          <a:pPr marL="571500" lvl="2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conteúdos cada vez mais semelhantes entre si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Exige boa descrição dos itens</a:t>
          </a:r>
        </a:p>
      </dsp:txBody>
      <dsp:txXfrm>
        <a:off x="5369716" y="1064898"/>
        <a:ext cx="4710234" cy="3024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899C4-7C74-4AC1-9DDC-D0AD232349EE}">
      <dsp:nvSpPr>
        <dsp:cNvPr id="0" name=""/>
        <dsp:cNvSpPr/>
      </dsp:nvSpPr>
      <dsp:spPr>
        <a:xfrm>
          <a:off x="49" y="60273"/>
          <a:ext cx="4710234" cy="1036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1" kern="1200"/>
            <a:t>Vantagens</a:t>
          </a:r>
          <a:endParaRPr lang="pt-BR" sz="3600" kern="1200" dirty="0"/>
        </a:p>
      </dsp:txBody>
      <dsp:txXfrm>
        <a:off x="49" y="60273"/>
        <a:ext cx="4710234" cy="1036800"/>
      </dsp:txXfrm>
    </dsp:sp>
    <dsp:sp modelId="{D65F8819-DEB8-4004-A381-0C0B6D457601}">
      <dsp:nvSpPr>
        <dsp:cNvPr id="0" name=""/>
        <dsp:cNvSpPr/>
      </dsp:nvSpPr>
      <dsp:spPr>
        <a:xfrm>
          <a:off x="49" y="1097073"/>
          <a:ext cx="4710234" cy="31622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600" kern="1200" dirty="0"/>
            <a:t>Descobre padrões complexos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600" kern="1200" dirty="0"/>
            <a:t>Alta diversidade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600" kern="1200" dirty="0"/>
            <a:t>Independente da descrição dos itens</a:t>
          </a:r>
        </a:p>
      </dsp:txBody>
      <dsp:txXfrm>
        <a:off x="49" y="1097073"/>
        <a:ext cx="4710234" cy="3162240"/>
      </dsp:txXfrm>
    </dsp:sp>
    <dsp:sp modelId="{ABDDA62A-C6E2-4419-AC91-DBDB186E5B8E}">
      <dsp:nvSpPr>
        <dsp:cNvPr id="0" name=""/>
        <dsp:cNvSpPr/>
      </dsp:nvSpPr>
      <dsp:spPr>
        <a:xfrm>
          <a:off x="5369716" y="60273"/>
          <a:ext cx="4710234" cy="10368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b="1" kern="1200" dirty="0"/>
            <a:t>Desafios</a:t>
          </a:r>
        </a:p>
      </dsp:txBody>
      <dsp:txXfrm>
        <a:off x="5369716" y="60273"/>
        <a:ext cx="4710234" cy="1036800"/>
      </dsp:txXfrm>
    </dsp:sp>
    <dsp:sp modelId="{80344170-C1E3-41BE-89F4-DBFEB9CC66D5}">
      <dsp:nvSpPr>
        <dsp:cNvPr id="0" name=""/>
        <dsp:cNvSpPr/>
      </dsp:nvSpPr>
      <dsp:spPr>
        <a:xfrm>
          <a:off x="5369716" y="1097073"/>
          <a:ext cx="4710234" cy="3162240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600" i="1" kern="1200" dirty="0"/>
            <a:t>Cold start </a:t>
          </a:r>
          <a:r>
            <a:rPr lang="pt-BR" sz="3600" kern="1200" dirty="0"/>
            <a:t>(usuário/itens novos)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600" kern="1200" dirty="0"/>
            <a:t>Escalabilidade</a:t>
          </a: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600" kern="1200" dirty="0" err="1"/>
            <a:t>Esparsidade</a:t>
          </a:r>
          <a:r>
            <a:rPr lang="pt-BR" sz="3600" kern="1200" dirty="0"/>
            <a:t> de dados</a:t>
          </a:r>
        </a:p>
      </dsp:txBody>
      <dsp:txXfrm>
        <a:off x="5369716" y="1097073"/>
        <a:ext cx="4710234" cy="31622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899C4-7C74-4AC1-9DDC-D0AD232349EE}">
      <dsp:nvSpPr>
        <dsp:cNvPr id="0" name=""/>
        <dsp:cNvSpPr/>
      </dsp:nvSpPr>
      <dsp:spPr>
        <a:xfrm>
          <a:off x="49" y="8073"/>
          <a:ext cx="4710234" cy="921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/>
            <a:t>Vantagens</a:t>
          </a:r>
          <a:endParaRPr lang="pt-BR" sz="3200" kern="1200" dirty="0"/>
        </a:p>
      </dsp:txBody>
      <dsp:txXfrm>
        <a:off x="49" y="8073"/>
        <a:ext cx="4710234" cy="921600"/>
      </dsp:txXfrm>
    </dsp:sp>
    <dsp:sp modelId="{D65F8819-DEB8-4004-A381-0C0B6D457601}">
      <dsp:nvSpPr>
        <dsp:cNvPr id="0" name=""/>
        <dsp:cNvSpPr/>
      </dsp:nvSpPr>
      <dsp:spPr>
        <a:xfrm>
          <a:off x="49" y="929673"/>
          <a:ext cx="4710234" cy="33818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Melhor precisão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Menos </a:t>
          </a:r>
          <a:r>
            <a:rPr lang="pt-BR" sz="3200" i="1" kern="1200" dirty="0"/>
            <a:t>cold start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Maior robustez</a:t>
          </a:r>
        </a:p>
      </dsp:txBody>
      <dsp:txXfrm>
        <a:off x="49" y="929673"/>
        <a:ext cx="4710234" cy="3381840"/>
      </dsp:txXfrm>
    </dsp:sp>
    <dsp:sp modelId="{FC0CD88D-0035-4B60-BF7F-0448FD004315}">
      <dsp:nvSpPr>
        <dsp:cNvPr id="0" name=""/>
        <dsp:cNvSpPr/>
      </dsp:nvSpPr>
      <dsp:spPr>
        <a:xfrm>
          <a:off x="5369716" y="8073"/>
          <a:ext cx="4710234" cy="9216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/>
            <a:t>Desafios</a:t>
          </a:r>
        </a:p>
      </dsp:txBody>
      <dsp:txXfrm>
        <a:off x="5369716" y="8073"/>
        <a:ext cx="4710234" cy="921600"/>
      </dsp:txXfrm>
    </dsp:sp>
    <dsp:sp modelId="{EA611A29-1DBC-4392-B538-7E355E525877}">
      <dsp:nvSpPr>
        <dsp:cNvPr id="0" name=""/>
        <dsp:cNvSpPr/>
      </dsp:nvSpPr>
      <dsp:spPr>
        <a:xfrm>
          <a:off x="5369716" y="929673"/>
          <a:ext cx="4710234" cy="3381840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Maior complexidade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Custo computacional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Arquitetura mais sofisticada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200" kern="1200" dirty="0"/>
            <a:t>Exige boa descrição dos itens</a:t>
          </a:r>
        </a:p>
      </dsp:txBody>
      <dsp:txXfrm>
        <a:off x="5369716" y="929673"/>
        <a:ext cx="4710234" cy="3381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10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  <p:sldLayoutId id="21474836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Abordagens de sistemas de recomendação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 fontScale="92500"/>
          </a:bodyPr>
          <a:lstStyle/>
          <a:p>
            <a:r>
              <a:rPr lang="pt-BR" sz="2700" dirty="0"/>
              <a:t>Identificar as quatro abordagens principais de sistemas de recomendação: baseada em conhecimento, baseada em conteúdo, colaborativa e híbrida</a:t>
            </a:r>
          </a:p>
          <a:p>
            <a:r>
              <a:rPr lang="pt-BR" sz="2700" dirty="0"/>
              <a:t>Explicar a intuição fundamental da recomendação colaborativa, que se baseia na premissa de que usuários semelhantes tendem a gostar de itens semelhantes</a:t>
            </a:r>
          </a:p>
          <a:p>
            <a:r>
              <a:rPr lang="pt-BR" sz="2700" dirty="0"/>
              <a:t>Diferenciar as abordagens com base na natureza dos dados consumidos: características dos itens, histórico e relações de pares ou regras de domínio</a:t>
            </a:r>
          </a:p>
          <a:p>
            <a:r>
              <a:rPr lang="pt-BR" sz="2700" dirty="0"/>
              <a:t>Descrever as características da recomendação baseada em conhecimento</a:t>
            </a:r>
          </a:p>
          <a:p>
            <a:r>
              <a:rPr lang="pt-BR" sz="2700" dirty="0"/>
              <a:t>Compreender o conceito de recomendação híbrida como uma estratégia que combina múltiplas abordagens para gerar uma lista de recomendações final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Recomendação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2996952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4340" name="Picture 4" descr="3 formas de gerenciar seus usuário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77281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Livros clipart. Download grátis. | Creazi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29309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2999656" y="2708920"/>
            <a:ext cx="2016224" cy="50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V="1">
            <a:off x="2963572" y="4149080"/>
            <a:ext cx="198030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647728" y="216965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usuários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47728" y="468993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itens</a:t>
            </a:r>
          </a:p>
        </p:txBody>
      </p:sp>
      <p:pic>
        <p:nvPicPr>
          <p:cNvPr id="14346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2443978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21281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9816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de Seta Reta 12"/>
          <p:cNvCxnSpPr/>
          <p:nvPr/>
        </p:nvCxnSpPr>
        <p:spPr>
          <a:xfrm flipV="1">
            <a:off x="7320136" y="3572816"/>
            <a:ext cx="2160240" cy="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7510076" y="3741090"/>
            <a:ext cx="1780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Ranking de itens </a:t>
            </a:r>
            <a:br>
              <a:rPr lang="pt-BR" dirty="0"/>
            </a:br>
            <a:r>
              <a:rPr lang="pt-BR" dirty="0"/>
              <a:t>recomendados</a:t>
            </a:r>
            <a:br>
              <a:rPr lang="pt-BR" dirty="0"/>
            </a:br>
            <a:r>
              <a:rPr lang="pt-BR" dirty="0"/>
              <a:t>para um usuário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0560496" y="251960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0.985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560495" y="33137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0.921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560495" y="410843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0.852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03912" y="4385873"/>
            <a:ext cx="143968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2"/>
                </a:solidFill>
              </a:rPr>
              <a:t>Comportamento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Relações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Similaridade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Contexto</a:t>
            </a:r>
          </a:p>
          <a:p>
            <a:pPr algn="ctr"/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151981-E32D-DA8E-C345-CD6DE24AEB33}"/>
              </a:ext>
            </a:extLst>
          </p:cNvPr>
          <p:cNvSpPr txBox="1"/>
          <p:nvPr/>
        </p:nvSpPr>
        <p:spPr>
          <a:xfrm>
            <a:off x="3576000" y="5997247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16707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993693698"/>
              </p:ext>
            </p:extLst>
          </p:nvPr>
        </p:nvGraphicFramePr>
        <p:xfrm>
          <a:off x="547688" y="1616928"/>
          <a:ext cx="11071225" cy="4558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Abordagens de recomendação</a:t>
            </a:r>
          </a:p>
        </p:txBody>
      </p:sp>
    </p:spTree>
    <p:extLst>
      <p:ext uri="{BB962C8B-B14F-4D97-AF65-F5344CB8AC3E}">
        <p14:creationId xmlns:p14="http://schemas.microsoft.com/office/powerpoint/2010/main" val="1372409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522059" y="2175694"/>
            <a:ext cx="1273849" cy="8572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Abordagens de recomendação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3322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52" y="2138648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16938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463959" y="3042869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8" name="Seta Circular 7"/>
          <p:cNvSpPr/>
          <p:nvPr/>
        </p:nvSpPr>
        <p:spPr>
          <a:xfrm>
            <a:off x="591030" y="2425505"/>
            <a:ext cx="4761654" cy="2323141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" name="Seta Circular 18"/>
          <p:cNvSpPr/>
          <p:nvPr/>
        </p:nvSpPr>
        <p:spPr>
          <a:xfrm flipV="1">
            <a:off x="479376" y="3726292"/>
            <a:ext cx="4896544" cy="2622389"/>
          </a:xfrm>
          <a:prstGeom prst="circularArrow">
            <a:avLst>
              <a:gd name="adj1" fmla="val 5360"/>
              <a:gd name="adj2" fmla="val 569585"/>
              <a:gd name="adj3" fmla="val 21124466"/>
              <a:gd name="adj4" fmla="val 15173578"/>
              <a:gd name="adj5" fmla="val 7210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484583" y="6029976"/>
            <a:ext cx="109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Restrições de</a:t>
            </a:r>
          </a:p>
          <a:p>
            <a:pPr algn="ctr"/>
            <a:r>
              <a:rPr lang="pt-BR" sz="1200" dirty="0"/>
              <a:t>Conhecimento</a:t>
            </a:r>
          </a:p>
        </p:txBody>
      </p:sp>
      <p:pic>
        <p:nvPicPr>
          <p:cNvPr id="16390" name="Picture 6" descr="Conhecimento - ícones de educação gráti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188" y="516400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aixaDeTexto 24"/>
          <p:cNvSpPr txBox="1"/>
          <p:nvPr/>
        </p:nvSpPr>
        <p:spPr>
          <a:xfrm>
            <a:off x="4655840" y="1735700"/>
            <a:ext cx="65467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/>
              <a:t>Recomendação baseada em conhecimento</a:t>
            </a:r>
          </a:p>
          <a:p>
            <a:pPr algn="r"/>
            <a:r>
              <a:rPr lang="pt-BR" sz="2400" dirty="0"/>
              <a:t>Recomendações definidas a partir de regras explícitas de negócio ou restrições do usuário</a:t>
            </a:r>
          </a:p>
        </p:txBody>
      </p:sp>
      <p:graphicFrame>
        <p:nvGraphicFramePr>
          <p:cNvPr id="26" name="Tabela 25"/>
          <p:cNvGraphicFramePr>
            <a:graphicFrameLocks noGrp="1"/>
          </p:cNvGraphicFramePr>
          <p:nvPr/>
        </p:nvGraphicFramePr>
        <p:xfrm>
          <a:off x="571158" y="4174307"/>
          <a:ext cx="1794744" cy="46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0694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4092107064"/>
                    </a:ext>
                  </a:extLst>
                </a:gridCol>
                <a:gridCol w="232662">
                  <a:extLst>
                    <a:ext uri="{9D8B030D-6E8A-4147-A177-3AD203B41FA5}">
                      <a16:colId xmlns:a16="http://schemas.microsoft.com/office/drawing/2014/main" val="12767886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Título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Atores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...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625934" y="4677474"/>
            <a:ext cx="1685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Características dos itens</a:t>
            </a:r>
          </a:p>
        </p:txBody>
      </p:sp>
      <p:sp>
        <p:nvSpPr>
          <p:cNvPr id="31" name="Seta para a Direita 30"/>
          <p:cNvSpPr/>
          <p:nvPr/>
        </p:nvSpPr>
        <p:spPr>
          <a:xfrm rot="21369445">
            <a:off x="2606745" y="4294474"/>
            <a:ext cx="233288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83A991-5460-8975-E821-428A4A8A1E3E}"/>
              </a:ext>
            </a:extLst>
          </p:cNvPr>
          <p:cNvSpPr txBox="1"/>
          <p:nvPr/>
        </p:nvSpPr>
        <p:spPr>
          <a:xfrm>
            <a:off x="3576000" y="6178836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158476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E9F302B-BACE-9D9A-4240-288C2ECFAE9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Baseia-se em </a:t>
            </a:r>
            <a:r>
              <a:rPr lang="pt-BR" b="1" dirty="0"/>
              <a:t>regras explícitas</a:t>
            </a:r>
            <a:r>
              <a:rPr lang="pt-BR" dirty="0"/>
              <a:t>, </a:t>
            </a:r>
            <a:r>
              <a:rPr lang="pt-BR" b="1" dirty="0"/>
              <a:t>modelos de domínio</a:t>
            </a:r>
            <a:r>
              <a:rPr lang="pt-BR" dirty="0"/>
              <a:t> ou </a:t>
            </a:r>
            <a:r>
              <a:rPr lang="pt-BR" b="1" dirty="0"/>
              <a:t>restrições</a:t>
            </a:r>
            <a:r>
              <a:rPr lang="pt-BR" dirty="0"/>
              <a:t> para recomendar itens adequados às necessidades do usuário</a:t>
            </a:r>
          </a:p>
          <a:p>
            <a:r>
              <a:rPr lang="pt-BR" dirty="0"/>
              <a:t>Características</a:t>
            </a:r>
          </a:p>
          <a:p>
            <a:pPr lvl="1"/>
            <a:r>
              <a:rPr lang="pt-BR" dirty="0"/>
              <a:t>Não depende de histórico</a:t>
            </a:r>
          </a:p>
          <a:p>
            <a:pPr lvl="1"/>
            <a:r>
              <a:rPr lang="pt-BR" dirty="0"/>
              <a:t>Usada com restrições do usuário</a:t>
            </a:r>
          </a:p>
          <a:p>
            <a:pPr lvl="1"/>
            <a:r>
              <a:rPr lang="pt-BR" dirty="0"/>
              <a:t>Baseada em conhecimento especialista</a:t>
            </a:r>
          </a:p>
          <a:p>
            <a:pPr lvl="1"/>
            <a:r>
              <a:rPr lang="pt-BR" dirty="0"/>
              <a:t>Aplicada em contextos com regras de negócio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6CA8A32-1FC8-7581-2296-C7BE1582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lang="pt-BR" sz="3600" dirty="0"/>
              <a:t>Recomendação baseada em conhecimento</a:t>
            </a:r>
          </a:p>
        </p:txBody>
      </p:sp>
    </p:spTree>
    <p:extLst>
      <p:ext uri="{BB962C8B-B14F-4D97-AF65-F5344CB8AC3E}">
        <p14:creationId xmlns:p14="http://schemas.microsoft.com/office/powerpoint/2010/main" val="1030143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C32DA82-3AA5-B4EA-A0CC-35327B180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11007"/>
            <a:ext cx="9753600" cy="532447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7343320-87EE-D069-ADBF-44BF3D03B99A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256710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D164E9A-48F9-92CD-20AC-BDC3C5AB9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34564"/>
            <a:ext cx="11296507" cy="590931"/>
          </a:xfrm>
        </p:spPr>
        <p:txBody>
          <a:bodyPr/>
          <a:lstStyle/>
          <a:p>
            <a:r>
              <a:rPr kumimoji="0" lang="pt-BR" sz="36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Recomendação baseada em conhecimento</a:t>
            </a:r>
            <a:endParaRPr lang="pt-BR" dirty="0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B53B32DE-15EE-D2AC-9A24-2218929771D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640225805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3116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56264" y="1607627"/>
            <a:ext cx="1273849" cy="8572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kumimoji="0" lang="pt-BR" sz="4000" b="1" i="0" u="none" strike="noStrike" kern="0" cap="none" spc="0" normalizeH="0" baseline="0" noProof="0" dirty="0">
                <a:ln>
                  <a:noFill/>
                </a:ln>
                <a:solidFill>
                  <a:srgbClr val="379FDE"/>
                </a:solidFill>
                <a:effectLst/>
                <a:uLnTx/>
                <a:uFillTx/>
                <a:latin typeface="Montserrat" panose="00000500000000000000" pitchFamily="50" charset="0"/>
                <a:ea typeface="+mn-ea"/>
                <a:cs typeface="Poppins" panose="02000000000000000000" pitchFamily="2" charset="0"/>
              </a:rPr>
              <a:t>Recomendação baseada em conteúdo</a:t>
            </a:r>
            <a:endParaRPr lang="pt-BR" sz="4400" dirty="0"/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3322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57" y="1570581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16938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698164" y="247480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8" name="Seta Circular 7"/>
          <p:cNvSpPr/>
          <p:nvPr/>
        </p:nvSpPr>
        <p:spPr>
          <a:xfrm>
            <a:off x="933719" y="2042495"/>
            <a:ext cx="4761654" cy="2614220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571158" y="4174307"/>
          <a:ext cx="1794744" cy="46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0694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4092107064"/>
                    </a:ext>
                  </a:extLst>
                </a:gridCol>
                <a:gridCol w="232662">
                  <a:extLst>
                    <a:ext uri="{9D8B030D-6E8A-4147-A177-3AD203B41FA5}">
                      <a16:colId xmlns:a16="http://schemas.microsoft.com/office/drawing/2014/main" val="12767886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Título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Atores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...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sp>
        <p:nvSpPr>
          <p:cNvPr id="23" name="CaixaDeTexto 22"/>
          <p:cNvSpPr txBox="1"/>
          <p:nvPr/>
        </p:nvSpPr>
        <p:spPr>
          <a:xfrm>
            <a:off x="625934" y="4677474"/>
            <a:ext cx="1685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Características dos itens</a:t>
            </a:r>
          </a:p>
        </p:txBody>
      </p:sp>
      <p:sp>
        <p:nvSpPr>
          <p:cNvPr id="28" name="Seta para a Direita 27"/>
          <p:cNvSpPr/>
          <p:nvPr/>
        </p:nvSpPr>
        <p:spPr>
          <a:xfrm rot="21369445">
            <a:off x="2606745" y="4294474"/>
            <a:ext cx="233288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5087888" y="1735700"/>
            <a:ext cx="6114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Recomendações definidas a partir dos itens que o usuário já gostou, viu, comprou etc.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118763" y="5971167"/>
            <a:ext cx="6114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2"/>
                </a:solidFill>
              </a:rPr>
              <a:t>“</a:t>
            </a:r>
            <a:r>
              <a:rPr lang="pt-BR" sz="2000" i="1" dirty="0">
                <a:solidFill>
                  <a:schemeClr val="tx2"/>
                </a:solidFill>
              </a:rPr>
              <a:t>Mostre-me mais do que eu gostei</a:t>
            </a:r>
            <a:r>
              <a:rPr lang="pt-BR" sz="2800" dirty="0">
                <a:solidFill>
                  <a:schemeClr val="tx2"/>
                </a:solidFill>
              </a:rPr>
              <a:t>”</a:t>
            </a:r>
            <a:endParaRPr lang="pt-BR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53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6C58652-C27E-CB4B-6239-08DA52BCED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Recomenda itens </a:t>
            </a:r>
            <a:r>
              <a:rPr lang="pt-BR" b="1" dirty="0"/>
              <a:t>semelhantes àqueles que o usuário gostou no passado</a:t>
            </a:r>
            <a:r>
              <a:rPr lang="pt-BR" dirty="0"/>
              <a:t>, com base nas </a:t>
            </a:r>
            <a:r>
              <a:rPr lang="pt-BR" b="1" dirty="0"/>
              <a:t>características dos itens</a:t>
            </a:r>
          </a:p>
          <a:p>
            <a:r>
              <a:rPr lang="pt-BR" dirty="0"/>
              <a:t>Como Funciona</a:t>
            </a:r>
          </a:p>
          <a:p>
            <a:pPr lvl="1"/>
            <a:r>
              <a:rPr lang="pt-BR" dirty="0"/>
              <a:t>Representa itens como vetores de atributos</a:t>
            </a:r>
          </a:p>
          <a:p>
            <a:pPr lvl="1"/>
            <a:r>
              <a:rPr lang="pt-BR" dirty="0"/>
              <a:t>Cria um perfil do usuário</a:t>
            </a:r>
          </a:p>
          <a:p>
            <a:pPr lvl="1"/>
            <a:r>
              <a:rPr lang="pt-BR" dirty="0"/>
              <a:t>Mede similaridade (</a:t>
            </a:r>
            <a:r>
              <a:rPr lang="pt-BR" dirty="0" err="1"/>
              <a:t>ex</a:t>
            </a:r>
            <a:r>
              <a:rPr lang="pt-BR" dirty="0"/>
              <a:t>: cosseno)</a:t>
            </a:r>
          </a:p>
          <a:p>
            <a:pPr lvl="1"/>
            <a:r>
              <a:rPr lang="pt-BR" dirty="0"/>
              <a:t>Recomenda itens mais similares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D164E9A-48F9-92CD-20AC-BDC3C5AB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baseada em conteúdo</a:t>
            </a:r>
          </a:p>
        </p:txBody>
      </p:sp>
    </p:spTree>
    <p:extLst>
      <p:ext uri="{BB962C8B-B14F-4D97-AF65-F5344CB8AC3E}">
        <p14:creationId xmlns:p14="http://schemas.microsoft.com/office/powerpoint/2010/main" val="280233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0F78A3E-7E2C-FB67-3BD6-E10FB04B1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44460"/>
            <a:ext cx="9753600" cy="532447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AAF57D-0520-166A-4888-452D388E2604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91295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D164E9A-48F9-92CD-20AC-BDC3C5AB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baseada em conteúdo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B53B32DE-15EE-D2AC-9A24-2218929771D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374693145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2354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56264" y="1607627"/>
            <a:ext cx="1273849" cy="8572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Recomendação colaborativa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16938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pic>
        <p:nvPicPr>
          <p:cNvPr id="20" name="Picture 4" descr="3 formas de gerenciar seus usuários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02" y="261582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568426" y="3527426"/>
            <a:ext cx="978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Comunidade</a:t>
            </a:r>
          </a:p>
        </p:txBody>
      </p:sp>
      <p:sp>
        <p:nvSpPr>
          <p:cNvPr id="27" name="Seta para a Direita 26"/>
          <p:cNvSpPr/>
          <p:nvPr/>
        </p:nvSpPr>
        <p:spPr>
          <a:xfrm rot="580491">
            <a:off x="1706341" y="3399732"/>
            <a:ext cx="322014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5087888" y="1735700"/>
            <a:ext cx="6114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Recomendações definidas de acordo com os pares ou relacionamentos do usuário</a:t>
            </a:r>
          </a:p>
        </p:txBody>
      </p:sp>
      <p:pic>
        <p:nvPicPr>
          <p:cNvPr id="25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57" y="1570581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aixaDeTexto 25"/>
          <p:cNvSpPr txBox="1"/>
          <p:nvPr/>
        </p:nvSpPr>
        <p:spPr>
          <a:xfrm>
            <a:off x="1698164" y="247480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29" name="Seta Circular 28"/>
          <p:cNvSpPr/>
          <p:nvPr/>
        </p:nvSpPr>
        <p:spPr>
          <a:xfrm>
            <a:off x="933719" y="2042495"/>
            <a:ext cx="4761654" cy="2614220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4118763" y="5971167"/>
            <a:ext cx="6114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tx2"/>
                </a:solidFill>
              </a:rPr>
              <a:t>“</a:t>
            </a:r>
            <a:r>
              <a:rPr lang="pt-BR" sz="2000" i="1" dirty="0">
                <a:solidFill>
                  <a:schemeClr val="tx2"/>
                </a:solidFill>
              </a:rPr>
              <a:t>Mostre-me o que é mais popular entre os meus pares</a:t>
            </a:r>
            <a:r>
              <a:rPr lang="pt-BR" sz="2000" dirty="0">
                <a:solidFill>
                  <a:schemeClr val="tx2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1924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6C58652-C27E-CB4B-6239-08DA52BCED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Recomenda itens com base na experiência de usuários semelhantes</a:t>
            </a:r>
          </a:p>
          <a:p>
            <a:r>
              <a:rPr lang="pt-BR" dirty="0"/>
              <a:t>Ideia central</a:t>
            </a:r>
          </a:p>
          <a:p>
            <a:pPr lvl="1"/>
            <a:r>
              <a:rPr lang="pt-BR" dirty="0"/>
              <a:t>“Usuários semelhantes tendem a gostar de coisas semelhantes”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Intuição</a:t>
            </a:r>
          </a:p>
          <a:p>
            <a:pPr lvl="1"/>
            <a:r>
              <a:rPr lang="pt-BR" dirty="0"/>
              <a:t>Usuários A e B gostam de filmes X e Y</a:t>
            </a:r>
          </a:p>
          <a:p>
            <a:pPr lvl="1"/>
            <a:r>
              <a:rPr lang="pt-BR" dirty="0"/>
              <a:t>Usuário A gostou do filme Z</a:t>
            </a:r>
          </a:p>
          <a:p>
            <a:pPr lvl="1"/>
            <a:r>
              <a:rPr lang="pt-BR" dirty="0"/>
              <a:t>Sistema recomenda Z para B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D164E9A-48F9-92CD-20AC-BDC3C5AB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Recomendação colaborativa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799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4AAF57D-0520-166A-4888-452D388E2604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D61BF1-D989-F61D-97FB-7E3CB66D9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309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111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D164E9A-48F9-92CD-20AC-BDC3C5AB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Recomendação colaborativa</a:t>
            </a:r>
            <a:endParaRPr lang="pt-BR" dirty="0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B53B32DE-15EE-D2AC-9A24-2218929771D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351411266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3681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56264" y="1607627"/>
            <a:ext cx="1273849" cy="8572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Recomendação híbrida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3322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57" y="1570581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16938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698164" y="2474802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8" name="Seta Circular 7"/>
          <p:cNvSpPr/>
          <p:nvPr/>
        </p:nvSpPr>
        <p:spPr>
          <a:xfrm>
            <a:off x="933719" y="2042495"/>
            <a:ext cx="4761654" cy="2614220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" name="Seta Circular 18"/>
          <p:cNvSpPr/>
          <p:nvPr/>
        </p:nvSpPr>
        <p:spPr>
          <a:xfrm flipV="1">
            <a:off x="479376" y="3726292"/>
            <a:ext cx="4896544" cy="2622389"/>
          </a:xfrm>
          <a:prstGeom prst="circularArrow">
            <a:avLst>
              <a:gd name="adj1" fmla="val 5360"/>
              <a:gd name="adj2" fmla="val 569585"/>
              <a:gd name="adj3" fmla="val 21124466"/>
              <a:gd name="adj4" fmla="val 15173578"/>
              <a:gd name="adj5" fmla="val 7210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20" name="Picture 4" descr="3 formas de gerenciar seus usuários.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02" y="261582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568426" y="3527426"/>
            <a:ext cx="978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Comunidade</a:t>
            </a:r>
          </a:p>
        </p:txBody>
      </p:sp>
      <p:graphicFrame>
        <p:nvGraphicFramePr>
          <p:cNvPr id="22" name="Tabela 21"/>
          <p:cNvGraphicFramePr>
            <a:graphicFrameLocks noGrp="1"/>
          </p:cNvGraphicFramePr>
          <p:nvPr/>
        </p:nvGraphicFramePr>
        <p:xfrm>
          <a:off x="571158" y="4174307"/>
          <a:ext cx="1794744" cy="46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0694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  <a:gridCol w="520694">
                  <a:extLst>
                    <a:ext uri="{9D8B030D-6E8A-4147-A177-3AD203B41FA5}">
                      <a16:colId xmlns:a16="http://schemas.microsoft.com/office/drawing/2014/main" val="4092107064"/>
                    </a:ext>
                  </a:extLst>
                </a:gridCol>
                <a:gridCol w="232662">
                  <a:extLst>
                    <a:ext uri="{9D8B030D-6E8A-4147-A177-3AD203B41FA5}">
                      <a16:colId xmlns:a16="http://schemas.microsoft.com/office/drawing/2014/main" val="12767886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Título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Gênero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Atores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...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pt-BR" sz="3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sp>
        <p:nvSpPr>
          <p:cNvPr id="23" name="CaixaDeTexto 22"/>
          <p:cNvSpPr txBox="1"/>
          <p:nvPr/>
        </p:nvSpPr>
        <p:spPr>
          <a:xfrm>
            <a:off x="625934" y="4677474"/>
            <a:ext cx="1685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Características dos itens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1484583" y="6029976"/>
            <a:ext cx="109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Restrições de</a:t>
            </a:r>
          </a:p>
          <a:p>
            <a:pPr algn="ctr"/>
            <a:r>
              <a:rPr lang="pt-BR" sz="1200" dirty="0"/>
              <a:t>Conhecimento</a:t>
            </a:r>
          </a:p>
        </p:txBody>
      </p:sp>
      <p:sp>
        <p:nvSpPr>
          <p:cNvPr id="27" name="Seta para a Direita 26"/>
          <p:cNvSpPr/>
          <p:nvPr/>
        </p:nvSpPr>
        <p:spPr>
          <a:xfrm rot="580491">
            <a:off x="1706341" y="3399732"/>
            <a:ext cx="322014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 para a Direita 27"/>
          <p:cNvSpPr/>
          <p:nvPr/>
        </p:nvSpPr>
        <p:spPr>
          <a:xfrm rot="21369445">
            <a:off x="2606745" y="4294474"/>
            <a:ext cx="233288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6390" name="Picture 6" descr="Conhecimento - ícones de educação gráti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188" y="516400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aixaDeTexto 29"/>
          <p:cNvSpPr txBox="1"/>
          <p:nvPr/>
        </p:nvSpPr>
        <p:spPr>
          <a:xfrm>
            <a:off x="5087888" y="1735700"/>
            <a:ext cx="6114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Recomendações definidas por uma combinações de abordagens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118763" y="5971167"/>
            <a:ext cx="6114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tx2"/>
                </a:solidFill>
              </a:rPr>
              <a:t>“</a:t>
            </a:r>
            <a:r>
              <a:rPr lang="pt-BR" sz="2000" i="1" dirty="0">
                <a:solidFill>
                  <a:schemeClr val="tx2"/>
                </a:solidFill>
              </a:rPr>
              <a:t>Combine tudo e me surpreenda!</a:t>
            </a:r>
            <a:r>
              <a:rPr lang="pt-BR" sz="2800" dirty="0">
                <a:solidFill>
                  <a:schemeClr val="tx2"/>
                </a:solidFill>
              </a:rPr>
              <a:t>”</a:t>
            </a:r>
            <a:endParaRPr lang="pt-BR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72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96C58652-C27E-CB4B-6239-08DA52BCED7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Combina </a:t>
            </a:r>
            <a:r>
              <a:rPr lang="pt-BR" b="1" dirty="0"/>
              <a:t>duas ou mais abordagens</a:t>
            </a:r>
            <a:r>
              <a:rPr lang="pt-BR" dirty="0"/>
              <a:t> para aproveitar os pontos fortes de cada uma e reduzir limitações</a:t>
            </a:r>
          </a:p>
          <a:p>
            <a:endParaRPr lang="pt-BR" dirty="0"/>
          </a:p>
          <a:p>
            <a:r>
              <a:rPr lang="pt-BR" dirty="0"/>
              <a:t>Formas de Combinação</a:t>
            </a:r>
          </a:p>
          <a:p>
            <a:pPr lvl="1"/>
            <a:r>
              <a:rPr lang="pt-BR" dirty="0"/>
              <a:t>Conteúdo + Colaborativa</a:t>
            </a:r>
          </a:p>
          <a:p>
            <a:pPr lvl="1"/>
            <a:r>
              <a:rPr lang="pt-BR" dirty="0"/>
              <a:t>Conhecimento + Conteúdo</a:t>
            </a:r>
          </a:p>
          <a:p>
            <a:pPr lvl="1"/>
            <a:r>
              <a:rPr lang="pt-BR" dirty="0"/>
              <a:t>Modelos em cascata (monolítica) ou </a:t>
            </a:r>
            <a:r>
              <a:rPr lang="pt-BR" i="1" dirty="0"/>
              <a:t>ensemble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D164E9A-48F9-92CD-20AC-BDC3C5AB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Recomendação híbrida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26881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4AAF57D-0520-166A-4888-452D388E2604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D86AEAC-AC8F-E6F8-12A9-F6F311F16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8" y="743650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44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D164E9A-48F9-92CD-20AC-BDC3C5AB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000" dirty="0"/>
              <a:t>Recomendação híbrida</a:t>
            </a:r>
            <a:endParaRPr lang="pt-BR" dirty="0"/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B53B32DE-15EE-D2AC-9A24-2218929771D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846129851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817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12039</TotalTime>
  <Words>717</Words>
  <Application>Microsoft Office PowerPoint</Application>
  <PresentationFormat>Widescreen</PresentationFormat>
  <Paragraphs>175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21</vt:i4>
      </vt:variant>
    </vt:vector>
  </HeadingPairs>
  <TitlesOfParts>
    <vt:vector size="31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Abordagens de sistemas de recomendação</vt:lpstr>
      <vt:lpstr>Objetivos de Aprendizagem</vt:lpstr>
      <vt:lpstr>Sistemas de Recomendação</vt:lpstr>
      <vt:lpstr>Abordagens de recomendação</vt:lpstr>
      <vt:lpstr>Abordagens de recomendação</vt:lpstr>
      <vt:lpstr>Recomendação baseada em conhecimento</vt:lpstr>
      <vt:lpstr>Apresentação do PowerPoint</vt:lpstr>
      <vt:lpstr>Recomendação baseada em conhecimento</vt:lpstr>
      <vt:lpstr>Recomendação baseada em conteúdo</vt:lpstr>
      <vt:lpstr>Recomendação baseada em conteúdo</vt:lpstr>
      <vt:lpstr>Apresentação do PowerPoint</vt:lpstr>
      <vt:lpstr>Recomendação baseada em conteúdo</vt:lpstr>
      <vt:lpstr>Recomendação colaborativa</vt:lpstr>
      <vt:lpstr>Recomendação colaborativa</vt:lpstr>
      <vt:lpstr>Apresentação do PowerPoint</vt:lpstr>
      <vt:lpstr>Recomendação colaborativa</vt:lpstr>
      <vt:lpstr>Recomendação híbrida</vt:lpstr>
      <vt:lpstr>Recomendação híbrida</vt:lpstr>
      <vt:lpstr>Apresentação do PowerPoint</vt:lpstr>
      <vt:lpstr>Recomendação híbrida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171</cp:revision>
  <dcterms:created xsi:type="dcterms:W3CDTF">2025-06-11T21:44:24Z</dcterms:created>
  <dcterms:modified xsi:type="dcterms:W3CDTF">2026-01-22T15:21:59Z</dcterms:modified>
</cp:coreProperties>
</file>