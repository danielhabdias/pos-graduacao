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9"/>
  </p:notesMasterIdLst>
  <p:sldIdLst>
    <p:sldId id="1173" r:id="rId5"/>
    <p:sldId id="1174" r:id="rId6"/>
    <p:sldId id="1181" r:id="rId7"/>
    <p:sldId id="264" r:id="rId8"/>
  </p:sldIdLst>
  <p:sldSz cx="12192000" cy="6858000"/>
  <p:notesSz cx="6858000" cy="9144000"/>
  <p:embeddedFontLst>
    <p:embeddedFont>
      <p:font typeface="Cronos Pro" panose="020C0502030403020304" charset="0"/>
      <p:regular r:id="rId10"/>
      <p:bold r:id="rId11"/>
      <p: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3725" autoAdjust="0"/>
  </p:normalViewPr>
  <p:slideViewPr>
    <p:cSldViewPr snapToGrid="0">
      <p:cViewPr varScale="1">
        <p:scale>
          <a:sx n="55" d="100"/>
          <a:sy n="55" d="100"/>
        </p:scale>
        <p:origin x="792" y="34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1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A2FEC-4FEE-4F08-B8C2-0E6F8D9636F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826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635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10" Type="http://schemas.openxmlformats.org/officeDocument/2006/relationships/image" Target="../media/image6.sv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  <p:sldLayoutId id="214748369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800" dirty="0"/>
              <a:t>Prática de recomendação baseada em conteúdo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Implementar scripts em </a:t>
            </a:r>
            <a:r>
              <a:rPr lang="pt-BR" dirty="0" err="1"/>
              <a:t>python</a:t>
            </a:r>
            <a:r>
              <a:rPr lang="pt-BR" dirty="0"/>
              <a:t> para ilustrar a implementação de recomendação baseada em conteúdo</a:t>
            </a:r>
          </a:p>
          <a:p>
            <a:r>
              <a:rPr lang="pt-BR" dirty="0"/>
              <a:t>Analisar as diferenças entre cada implementação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2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E1FD66-7375-D02F-7DB4-645B826C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 baseada em conteúdo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6FE9EE1-DF0B-08BD-E8F9-0FDC43AE3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166" y="1831136"/>
            <a:ext cx="7169667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8995</TotalTime>
  <Words>33</Words>
  <Application>Microsoft Office PowerPoint</Application>
  <PresentationFormat>Widescreen</PresentationFormat>
  <Paragraphs>6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Wingdings</vt:lpstr>
      <vt:lpstr>Cronos Pro</vt:lpstr>
      <vt:lpstr>Arial</vt:lpstr>
      <vt:lpstr>Montserrat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Prática de recomendação baseada em conteúdo</vt:lpstr>
      <vt:lpstr>Objetivos de Aprendizagem</vt:lpstr>
      <vt:lpstr>Recomendação baseada em conteúdo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171</cp:revision>
  <dcterms:created xsi:type="dcterms:W3CDTF">2025-06-11T21:44:24Z</dcterms:created>
  <dcterms:modified xsi:type="dcterms:W3CDTF">2026-01-27T20:00:31Z</dcterms:modified>
</cp:coreProperties>
</file>