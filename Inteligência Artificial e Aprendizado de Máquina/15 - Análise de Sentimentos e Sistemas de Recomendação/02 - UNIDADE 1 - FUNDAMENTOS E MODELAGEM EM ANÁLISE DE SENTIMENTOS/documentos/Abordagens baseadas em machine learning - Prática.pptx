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theme/theme2.xml" ContentType="application/vnd.openxmlformats-officedocument.theme+xml"/>
  <Override PartName="/ppt/slideLayouts/slideLayout8.xml" ContentType="application/vnd.openxmlformats-officedocument.presentationml.slideLayout+xml"/>
  <Override PartName="/ppt/theme/theme3.xml" ContentType="application/vnd.openxmlformats-officedocument.theme+xml"/>
  <Override PartName="/ppt/slideLayouts/slideLayout9.xml" ContentType="application/vnd.openxmlformats-officedocument.presentationml.slideLayout+xml"/>
  <Override PartName="/ppt/theme/theme4.xml" ContentType="application/vnd.openxmlformats-officedocument.theme+xml"/>
  <Override PartName="/ppt/theme/theme5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>
  <p:sldMasterIdLst>
    <p:sldMasterId id="2147483685" r:id="rId1"/>
    <p:sldMasterId id="2147483672" r:id="rId2"/>
    <p:sldMasterId id="2147483675" r:id="rId3"/>
    <p:sldMasterId id="2147483677" r:id="rId4"/>
  </p:sldMasterIdLst>
  <p:notesMasterIdLst>
    <p:notesMasterId r:id="rId9"/>
  </p:notesMasterIdLst>
  <p:sldIdLst>
    <p:sldId id="1173" r:id="rId5"/>
    <p:sldId id="297" r:id="rId6"/>
    <p:sldId id="1181" r:id="rId7"/>
    <p:sldId id="264" r:id="rId8"/>
  </p:sldIdLst>
  <p:sldSz cx="12192000" cy="6858000"/>
  <p:notesSz cx="6858000" cy="9144000"/>
  <p:embeddedFontLst>
    <p:embeddedFont>
      <p:font typeface="Cronos Pro" panose="020C0502030403020304" charset="0"/>
      <p:regular r:id="rId10"/>
      <p:bold r:id="rId11"/>
      <p:italic r:id="rId12"/>
    </p:embeddedFont>
    <p:embeddedFont>
      <p:font typeface="Montserrat" panose="00000500000000000000" pitchFamily="2" charset="0"/>
      <p:regular r:id="rId13"/>
      <p:bold r:id="rId14"/>
      <p:italic r:id="rId15"/>
      <p:boldItalic r:id="rId16"/>
    </p:embeddedFont>
  </p:embeddedFontLst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3" orient="horz" pos="3725" userDrawn="1">
          <p15:clr>
            <a:srgbClr val="A4A3A4"/>
          </p15:clr>
        </p15:guide>
        <p15:guide id="6" pos="279" userDrawn="1">
          <p15:clr>
            <a:srgbClr val="A4A3A4"/>
          </p15:clr>
        </p15:guide>
        <p15:guide id="7" pos="7401" userDrawn="1">
          <p15:clr>
            <a:srgbClr val="A4A3A4"/>
          </p15:clr>
        </p15:guide>
        <p15:guide id="8" orient="horz" pos="55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7A3C7"/>
    <a:srgbClr val="EDB9D4"/>
    <a:srgbClr val="E391BC"/>
    <a:srgbClr val="DD79AD"/>
    <a:srgbClr val="379FDE"/>
    <a:srgbClr val="4BA8DE"/>
    <a:srgbClr val="2087C6"/>
    <a:srgbClr val="FFD230"/>
    <a:srgbClr val="E6E6E6"/>
    <a:srgbClr val="43A9E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édio 2 - Ênfas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Estilo Médio 2 - Ênfas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027" autoAdjust="0"/>
    <p:restoredTop sz="93725" autoAdjust="0"/>
  </p:normalViewPr>
  <p:slideViewPr>
    <p:cSldViewPr snapToGrid="0">
      <p:cViewPr varScale="1">
        <p:scale>
          <a:sx n="69" d="100"/>
          <a:sy n="69" d="100"/>
        </p:scale>
        <p:origin x="250" y="72"/>
      </p:cViewPr>
      <p:guideLst>
        <p:guide orient="horz" pos="3725"/>
        <p:guide pos="279"/>
        <p:guide pos="7401"/>
        <p:guide orient="horz" pos="550"/>
      </p:guideLst>
    </p:cSldViewPr>
  </p:slideViewPr>
  <p:notesTextViewPr>
    <p:cViewPr>
      <p:scale>
        <a:sx n="3" d="2"/>
        <a:sy n="3" d="2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font" Target="fonts/font4.fntdata"/><Relationship Id="rId18" Type="http://schemas.openxmlformats.org/officeDocument/2006/relationships/viewProps" Target="viewProps.xml"/><Relationship Id="rId3" Type="http://schemas.openxmlformats.org/officeDocument/2006/relationships/slideMaster" Target="slideMasters/slideMaster3.xml"/><Relationship Id="rId7" Type="http://schemas.openxmlformats.org/officeDocument/2006/relationships/slide" Target="slides/slide3.xml"/><Relationship Id="rId12" Type="http://schemas.openxmlformats.org/officeDocument/2006/relationships/font" Target="fonts/font3.fntdata"/><Relationship Id="rId17" Type="http://schemas.openxmlformats.org/officeDocument/2006/relationships/presProps" Target="presProps.xml"/><Relationship Id="rId2" Type="http://schemas.openxmlformats.org/officeDocument/2006/relationships/slideMaster" Target="slideMasters/slideMaster2.xml"/><Relationship Id="rId16" Type="http://schemas.openxmlformats.org/officeDocument/2006/relationships/font" Target="fonts/font7.fntdata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2.xml"/><Relationship Id="rId11" Type="http://schemas.openxmlformats.org/officeDocument/2006/relationships/font" Target="fonts/font2.fntdata"/><Relationship Id="rId5" Type="http://schemas.openxmlformats.org/officeDocument/2006/relationships/slide" Target="slides/slide1.xml"/><Relationship Id="rId15" Type="http://schemas.openxmlformats.org/officeDocument/2006/relationships/font" Target="fonts/font6.fntdata"/><Relationship Id="rId10" Type="http://schemas.openxmlformats.org/officeDocument/2006/relationships/font" Target="fonts/font1.fntdata"/><Relationship Id="rId19" Type="http://schemas.openxmlformats.org/officeDocument/2006/relationships/theme" Target="theme/theme1.xml"/><Relationship Id="rId4" Type="http://schemas.openxmlformats.org/officeDocument/2006/relationships/slideMaster" Target="slideMasters/slideMaster4.xml"/><Relationship Id="rId9" Type="http://schemas.openxmlformats.org/officeDocument/2006/relationships/notesMaster" Target="notesMasters/notesMaster1.xml"/><Relationship Id="rId14" Type="http://schemas.openxmlformats.org/officeDocument/2006/relationships/font" Target="fonts/font5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6510625-2EA4-4752-A9CB-477B19336E4D}" type="datetimeFigureOut">
              <a:rPr lang="pt-BR" smtClean="0"/>
              <a:t>15/01/2026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B0A2FEC-4FEE-4F08-B8C2-0E6F8D9636F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00002319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01888825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ap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: Cantos Arredondados 1">
            <a:extLst>
              <a:ext uri="{FF2B5EF4-FFF2-40B4-BE49-F238E27FC236}">
                <a16:creationId xmlns:a16="http://schemas.microsoft.com/office/drawing/2014/main" id="{E821FFB1-18DB-FB74-219D-56CA7FDCB935}"/>
              </a:ext>
            </a:extLst>
          </p:cNvPr>
          <p:cNvSpPr/>
          <p:nvPr userDrawn="1"/>
        </p:nvSpPr>
        <p:spPr>
          <a:xfrm>
            <a:off x="1180009" y="2587161"/>
            <a:ext cx="9831977" cy="1886487"/>
          </a:xfrm>
          <a:prstGeom prst="roundRect">
            <a:avLst>
              <a:gd name="adj" fmla="val 50000"/>
            </a:avLst>
          </a:prstGeom>
          <a:solidFill>
            <a:srgbClr val="379FD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5400" b="1" dirty="0">
              <a:latin typeface="Montserrat" panose="00000500000000000000" pitchFamily="2" charset="0"/>
            </a:endParaRPr>
          </a:p>
        </p:txBody>
      </p:sp>
      <p:sp>
        <p:nvSpPr>
          <p:cNvPr id="7" name="Título 6">
            <a:extLst>
              <a:ext uri="{FF2B5EF4-FFF2-40B4-BE49-F238E27FC236}">
                <a16:creationId xmlns:a16="http://schemas.microsoft.com/office/drawing/2014/main" id="{3193AAE1-760D-C764-1D3B-A9D8F56312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30626" y="2587161"/>
            <a:ext cx="9139548" cy="1886487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>
            <a:lvl1pPr algn="ctr">
              <a:defRPr lang="pt-BR" sz="5400" b="1" kern="0">
                <a:solidFill>
                  <a:schemeClr val="bg1"/>
                </a:solidFill>
                <a:latin typeface="Montserrat" panose="00000500000000000000" pitchFamily="50" charset="0"/>
                <a:ea typeface="+mn-ea"/>
                <a:cs typeface="Poppins" panose="02000000000000000000" pitchFamily="2" charset="0"/>
              </a:defRPr>
            </a:lvl1pPr>
          </a:lstStyle>
          <a:p>
            <a:pPr marL="0" lvl="0" algn="ctr"/>
            <a:r>
              <a:rPr lang="pt-BR" dirty="0"/>
              <a:t>Clique para editar o título Mestre</a:t>
            </a:r>
          </a:p>
        </p:txBody>
      </p:sp>
    </p:spTree>
    <p:extLst>
      <p:ext uri="{BB962C8B-B14F-4D97-AF65-F5344CB8AC3E}">
        <p14:creationId xmlns:p14="http://schemas.microsoft.com/office/powerpoint/2010/main" val="6829366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ì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94728CDF-2894-E3A2-D022-6E7CA3A82A0E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547688" y="1855788"/>
            <a:ext cx="11071225" cy="4320000"/>
          </a:xfrm>
          <a:prstGeom prst="rect">
            <a:avLst/>
          </a:prstGeom>
        </p:spPr>
        <p:txBody>
          <a:bodyPr/>
          <a:lstStyle>
            <a:lvl1pPr marL="228600" indent="-228600">
              <a:lnSpc>
                <a:spcPct val="100000"/>
              </a:lnSpc>
              <a:buFont typeface="Wingdings" panose="05000000000000000000" pitchFamily="2" charset="2"/>
              <a:buChar char="§"/>
              <a:defRPr sz="3200"/>
            </a:lvl1pPr>
            <a:lvl2pPr>
              <a:lnSpc>
                <a:spcPct val="100000"/>
              </a:lnSpc>
              <a:defRPr sz="2800">
                <a:solidFill>
                  <a:srgbClr val="4BA8DE"/>
                </a:solidFill>
              </a:defRPr>
            </a:lvl2pPr>
            <a:lvl3pPr>
              <a:lnSpc>
                <a:spcPct val="100000"/>
              </a:lnSpc>
              <a:defRPr sz="2400"/>
            </a:lvl3pPr>
            <a:lvl4pPr marL="1600200" indent="-228600">
              <a:lnSpc>
                <a:spcPct val="100000"/>
              </a:lnSpc>
              <a:buFont typeface="Wingdings" panose="05000000000000000000" pitchFamily="2" charset="2"/>
              <a:buChar char="§"/>
              <a:defRPr sz="2000">
                <a:solidFill>
                  <a:srgbClr val="379FDE"/>
                </a:solidFill>
              </a:defRPr>
            </a:lvl4pPr>
            <a:lvl5pPr>
              <a:lnSpc>
                <a:spcPct val="100000"/>
              </a:lnSpc>
              <a:defRPr sz="2000"/>
            </a:lvl5pPr>
          </a:lstStyle>
          <a:p>
            <a:pPr lvl="0"/>
            <a:r>
              <a:rPr lang="pt-BR" dirty="0"/>
              <a:t>Clique para editar os estilos de texto Mestres</a:t>
            </a:r>
          </a:p>
          <a:p>
            <a:pPr lvl="1"/>
            <a:r>
              <a:rPr lang="pt-BR" dirty="0"/>
              <a:t>Segundo nível</a:t>
            </a:r>
          </a:p>
          <a:p>
            <a:pPr lvl="2"/>
            <a:r>
              <a:rPr lang="pt-BR" dirty="0"/>
              <a:t>Terceiro nível</a:t>
            </a:r>
          </a:p>
          <a:p>
            <a:pPr lvl="3"/>
            <a:r>
              <a:rPr lang="pt-BR" dirty="0"/>
              <a:t>Quarto nível</a:t>
            </a:r>
          </a:p>
          <a:p>
            <a:pPr lvl="4"/>
            <a:r>
              <a:rPr lang="pt-BR" dirty="0"/>
              <a:t>Quinto nível</a:t>
            </a:r>
          </a:p>
        </p:txBody>
      </p:sp>
      <p:grpSp>
        <p:nvGrpSpPr>
          <p:cNvPr id="7" name="PpFooter">
            <a:extLst>
              <a:ext uri="{FF2B5EF4-FFF2-40B4-BE49-F238E27FC236}">
                <a16:creationId xmlns:a16="http://schemas.microsoft.com/office/drawing/2014/main" id="{592844D0-45B4-4AD8-A0A3-995E7BA459D1}"/>
              </a:ext>
            </a:extLst>
          </p:cNvPr>
          <p:cNvGrpSpPr>
            <a:grpSpLocks/>
          </p:cNvGrpSpPr>
          <p:nvPr userDrawn="1"/>
        </p:nvGrpSpPr>
        <p:grpSpPr bwMode="auto">
          <a:xfrm>
            <a:off x="-1" y="6225394"/>
            <a:ext cx="1155258" cy="414893"/>
            <a:chOff x="-1" y="6416675"/>
            <a:chExt cx="1229052" cy="441325"/>
          </a:xfrm>
        </p:grpSpPr>
        <p:sp>
          <p:nvSpPr>
            <p:cNvPr id="8" name="PpFooter">
              <a:extLst>
                <a:ext uri="{FF2B5EF4-FFF2-40B4-BE49-F238E27FC236}">
                  <a16:creationId xmlns:a16="http://schemas.microsoft.com/office/drawing/2014/main" id="{3811FE2C-F4C3-42BF-A394-5DCBACE4206D}"/>
                </a:ext>
              </a:extLst>
            </p:cNvPr>
            <p:cNvSpPr txBox="1"/>
            <p:nvPr/>
          </p:nvSpPr>
          <p:spPr>
            <a:xfrm>
              <a:off x="582705" y="6573838"/>
              <a:ext cx="646346" cy="163692"/>
            </a:xfrm>
            <a:prstGeom prst="rect">
              <a:avLst/>
            </a:prstGeom>
            <a:noFill/>
          </p:spPr>
          <p:txBody>
            <a:bodyPr wrap="none" lIns="0" tIns="0" rIns="0" bIns="0">
              <a:spAutoFit/>
            </a:bodyPr>
            <a:lstStyle/>
            <a:p>
              <a:pPr defTabSz="457120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ID" sz="1000" dirty="0">
                  <a:solidFill>
                    <a:srgbClr val="3CA3E1"/>
                  </a:solidFill>
                  <a:latin typeface="Cronos Pro" panose="020C0502030403020304" pitchFamily="34" charset="0"/>
                </a:rPr>
                <a:t>PUC MINAS</a:t>
              </a:r>
              <a:endParaRPr lang="en-ID" sz="1100" b="1" dirty="0">
                <a:solidFill>
                  <a:srgbClr val="3CA3E1"/>
                </a:solidFill>
                <a:latin typeface="Cronos Pro" panose="020C0502030403020304" pitchFamily="34" charset="0"/>
              </a:endParaRPr>
            </a:p>
          </p:txBody>
        </p:sp>
        <p:sp>
          <p:nvSpPr>
            <p:cNvPr id="10" name="Rectangle 4">
              <a:extLst>
                <a:ext uri="{FF2B5EF4-FFF2-40B4-BE49-F238E27FC236}">
                  <a16:creationId xmlns:a16="http://schemas.microsoft.com/office/drawing/2014/main" id="{3C21BAF9-7ABA-4E7F-A874-CB3124EA7669}"/>
                </a:ext>
              </a:extLst>
            </p:cNvPr>
            <p:cNvSpPr/>
            <p:nvPr/>
          </p:nvSpPr>
          <p:spPr bwMode="auto">
            <a:xfrm>
              <a:off x="-1" y="6416675"/>
              <a:ext cx="471204" cy="441325"/>
            </a:xfrm>
            <a:prstGeom prst="rect">
              <a:avLst/>
            </a:prstGeom>
            <a:solidFill>
              <a:srgbClr val="74CBF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defTabSz="457120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ID" sz="1224">
                <a:solidFill>
                  <a:schemeClr val="bg1"/>
                </a:solidFill>
              </a:endParaRPr>
            </a:p>
          </p:txBody>
        </p:sp>
      </p:grpSp>
      <p:sp>
        <p:nvSpPr>
          <p:cNvPr id="2" name="Título 1">
            <a:extLst>
              <a:ext uri="{FF2B5EF4-FFF2-40B4-BE49-F238E27FC236}">
                <a16:creationId xmlns:a16="http://schemas.microsoft.com/office/drawing/2014/main" id="{5C05B45A-7294-7FD9-1F3B-D5A588EBDC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7747" y="706864"/>
            <a:ext cx="11296507" cy="646331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>
            <a:lvl1pPr algn="ctr">
              <a:defRPr lang="pt-BR" sz="4000" b="1" kern="0">
                <a:solidFill>
                  <a:srgbClr val="379FDE"/>
                </a:solidFill>
                <a:latin typeface="Montserrat" panose="00000500000000000000" pitchFamily="50" charset="0"/>
                <a:ea typeface="+mn-ea"/>
                <a:cs typeface="Poppins" panose="02000000000000000000" pitchFamily="2" charset="0"/>
              </a:defRPr>
            </a:lvl1pPr>
          </a:lstStyle>
          <a:p>
            <a:pPr marL="0" lvl="0" algn="ctr"/>
            <a:r>
              <a:rPr lang="pt-BR" dirty="0"/>
              <a:t>Clique para editar o título Mestre</a:t>
            </a: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509C3D87-8BB0-63D2-53AE-5037D1D98758}"/>
              </a:ext>
            </a:extLst>
          </p:cNvPr>
          <p:cNvSpPr txBox="1"/>
          <p:nvPr userDrawn="1"/>
        </p:nvSpPr>
        <p:spPr>
          <a:xfrm>
            <a:off x="4398" y="6157701"/>
            <a:ext cx="396000" cy="52322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fld id="{3498DD92-5B1E-48F6-B4B8-2397524B08AA}" type="slidenum">
              <a:rPr lang="pt-BR" sz="1400" smtClean="0">
                <a:solidFill>
                  <a:srgbClr val="3CA3E1"/>
                </a:solidFill>
              </a:rPr>
              <a:pPr algn="ctr"/>
              <a:t>‹nº›</a:t>
            </a:fld>
            <a:endParaRPr lang="pt-BR" sz="1400" dirty="0">
              <a:solidFill>
                <a:srgbClr val="3CA3E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4563236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ì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94728CDF-2894-E3A2-D022-6E7CA3A82A0E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547688" y="1855788"/>
            <a:ext cx="11071225" cy="4320000"/>
          </a:xfrm>
          <a:prstGeom prst="rect">
            <a:avLst/>
          </a:prstGeom>
        </p:spPr>
        <p:txBody>
          <a:bodyPr/>
          <a:lstStyle>
            <a:lvl1pPr marL="228600" indent="-228600">
              <a:lnSpc>
                <a:spcPct val="100000"/>
              </a:lnSpc>
              <a:buFont typeface="Wingdings" panose="05000000000000000000" pitchFamily="2" charset="2"/>
              <a:buChar char="§"/>
              <a:defRPr sz="3200"/>
            </a:lvl1pPr>
            <a:lvl2pPr>
              <a:lnSpc>
                <a:spcPct val="100000"/>
              </a:lnSpc>
              <a:defRPr sz="2800">
                <a:solidFill>
                  <a:srgbClr val="4BA8DE"/>
                </a:solidFill>
              </a:defRPr>
            </a:lvl2pPr>
            <a:lvl3pPr>
              <a:lnSpc>
                <a:spcPct val="100000"/>
              </a:lnSpc>
              <a:defRPr sz="2400"/>
            </a:lvl3pPr>
            <a:lvl4pPr marL="1600200" indent="-228600">
              <a:lnSpc>
                <a:spcPct val="100000"/>
              </a:lnSpc>
              <a:buFont typeface="Wingdings" panose="05000000000000000000" pitchFamily="2" charset="2"/>
              <a:buChar char="§"/>
              <a:defRPr sz="2000">
                <a:solidFill>
                  <a:srgbClr val="379FDE"/>
                </a:solidFill>
              </a:defRPr>
            </a:lvl4pPr>
            <a:lvl5pPr>
              <a:lnSpc>
                <a:spcPct val="100000"/>
              </a:lnSpc>
              <a:defRPr sz="2000"/>
            </a:lvl5pPr>
          </a:lstStyle>
          <a:p>
            <a:pPr lvl="0"/>
            <a:r>
              <a:rPr lang="pt-BR" dirty="0"/>
              <a:t>Clique para editar os estilos de texto Mestres</a:t>
            </a:r>
          </a:p>
          <a:p>
            <a:pPr lvl="1"/>
            <a:r>
              <a:rPr lang="pt-BR" dirty="0"/>
              <a:t>Segundo nível</a:t>
            </a:r>
          </a:p>
          <a:p>
            <a:pPr lvl="2"/>
            <a:r>
              <a:rPr lang="pt-BR" dirty="0"/>
              <a:t>Terceiro nível</a:t>
            </a:r>
          </a:p>
          <a:p>
            <a:pPr lvl="3"/>
            <a:r>
              <a:rPr lang="pt-BR" dirty="0"/>
              <a:t>Quarto nível</a:t>
            </a:r>
          </a:p>
          <a:p>
            <a:pPr lvl="4"/>
            <a:r>
              <a:rPr lang="pt-BR" dirty="0"/>
              <a:t>Quinto nível</a:t>
            </a:r>
          </a:p>
        </p:txBody>
      </p:sp>
      <p:grpSp>
        <p:nvGrpSpPr>
          <p:cNvPr id="7" name="PpFooter">
            <a:extLst>
              <a:ext uri="{FF2B5EF4-FFF2-40B4-BE49-F238E27FC236}">
                <a16:creationId xmlns:a16="http://schemas.microsoft.com/office/drawing/2014/main" id="{592844D0-45B4-4AD8-A0A3-995E7BA459D1}"/>
              </a:ext>
            </a:extLst>
          </p:cNvPr>
          <p:cNvGrpSpPr>
            <a:grpSpLocks/>
          </p:cNvGrpSpPr>
          <p:nvPr userDrawn="1"/>
        </p:nvGrpSpPr>
        <p:grpSpPr bwMode="auto">
          <a:xfrm>
            <a:off x="-1" y="6225394"/>
            <a:ext cx="1155258" cy="414893"/>
            <a:chOff x="-1" y="6416675"/>
            <a:chExt cx="1229052" cy="441325"/>
          </a:xfrm>
        </p:grpSpPr>
        <p:sp>
          <p:nvSpPr>
            <p:cNvPr id="8" name="PpFooter">
              <a:extLst>
                <a:ext uri="{FF2B5EF4-FFF2-40B4-BE49-F238E27FC236}">
                  <a16:creationId xmlns:a16="http://schemas.microsoft.com/office/drawing/2014/main" id="{3811FE2C-F4C3-42BF-A394-5DCBACE4206D}"/>
                </a:ext>
              </a:extLst>
            </p:cNvPr>
            <p:cNvSpPr txBox="1"/>
            <p:nvPr/>
          </p:nvSpPr>
          <p:spPr>
            <a:xfrm>
              <a:off x="582705" y="6573838"/>
              <a:ext cx="646346" cy="163692"/>
            </a:xfrm>
            <a:prstGeom prst="rect">
              <a:avLst/>
            </a:prstGeom>
            <a:noFill/>
          </p:spPr>
          <p:txBody>
            <a:bodyPr wrap="none" lIns="0" tIns="0" rIns="0" bIns="0">
              <a:spAutoFit/>
            </a:bodyPr>
            <a:lstStyle/>
            <a:p>
              <a:pPr defTabSz="457120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ID" sz="1000" dirty="0">
                  <a:solidFill>
                    <a:srgbClr val="3CA3E1"/>
                  </a:solidFill>
                  <a:latin typeface="Cronos Pro" panose="020C0502030403020304" pitchFamily="34" charset="0"/>
                </a:rPr>
                <a:t>PUC MINAS</a:t>
              </a:r>
              <a:endParaRPr lang="en-ID" sz="1100" b="1" dirty="0">
                <a:solidFill>
                  <a:srgbClr val="3CA3E1"/>
                </a:solidFill>
                <a:latin typeface="Cronos Pro" panose="020C0502030403020304" pitchFamily="34" charset="0"/>
              </a:endParaRPr>
            </a:p>
          </p:txBody>
        </p:sp>
        <p:sp>
          <p:nvSpPr>
            <p:cNvPr id="10" name="Rectangle 4">
              <a:extLst>
                <a:ext uri="{FF2B5EF4-FFF2-40B4-BE49-F238E27FC236}">
                  <a16:creationId xmlns:a16="http://schemas.microsoft.com/office/drawing/2014/main" id="{3C21BAF9-7ABA-4E7F-A874-CB3124EA7669}"/>
                </a:ext>
              </a:extLst>
            </p:cNvPr>
            <p:cNvSpPr/>
            <p:nvPr/>
          </p:nvSpPr>
          <p:spPr bwMode="auto">
            <a:xfrm>
              <a:off x="-1" y="6416675"/>
              <a:ext cx="471204" cy="441325"/>
            </a:xfrm>
            <a:prstGeom prst="rect">
              <a:avLst/>
            </a:prstGeom>
            <a:solidFill>
              <a:srgbClr val="74CBF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defTabSz="457120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ID" sz="1224">
                <a:solidFill>
                  <a:schemeClr val="bg1"/>
                </a:solidFill>
              </a:endParaRPr>
            </a:p>
          </p:txBody>
        </p:sp>
      </p:grpSp>
      <p:sp>
        <p:nvSpPr>
          <p:cNvPr id="2" name="Título 1">
            <a:extLst>
              <a:ext uri="{FF2B5EF4-FFF2-40B4-BE49-F238E27FC236}">
                <a16:creationId xmlns:a16="http://schemas.microsoft.com/office/drawing/2014/main" id="{5C05B45A-7294-7FD9-1F3B-D5A588EBDC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7747" y="706864"/>
            <a:ext cx="11296507" cy="646331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>
            <a:lvl1pPr algn="ctr">
              <a:defRPr lang="pt-BR" sz="4000" b="1" kern="0">
                <a:solidFill>
                  <a:srgbClr val="379FDE"/>
                </a:solidFill>
                <a:latin typeface="Montserrat" panose="00000500000000000000" pitchFamily="50" charset="0"/>
                <a:ea typeface="+mn-ea"/>
                <a:cs typeface="Poppins" panose="02000000000000000000" pitchFamily="2" charset="0"/>
              </a:defRPr>
            </a:lvl1pPr>
          </a:lstStyle>
          <a:p>
            <a:pPr marL="0" lvl="0" algn="ctr"/>
            <a:r>
              <a:rPr lang="pt-BR" dirty="0"/>
              <a:t>Clique para editar o título Mestre</a:t>
            </a: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509C3D87-8BB0-63D2-53AE-5037D1D98758}"/>
              </a:ext>
            </a:extLst>
          </p:cNvPr>
          <p:cNvSpPr txBox="1"/>
          <p:nvPr userDrawn="1"/>
        </p:nvSpPr>
        <p:spPr>
          <a:xfrm>
            <a:off x="4398" y="6157701"/>
            <a:ext cx="396000" cy="52322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fld id="{3498DD92-5B1E-48F6-B4B8-2397524B08AA}" type="slidenum">
              <a:rPr lang="pt-BR" sz="1400" smtClean="0">
                <a:solidFill>
                  <a:srgbClr val="3CA3E1"/>
                </a:solidFill>
              </a:rPr>
              <a:pPr algn="ctr"/>
              <a:t>‹nº›</a:t>
            </a:fld>
            <a:endParaRPr lang="pt-BR" sz="1400" dirty="0">
              <a:solidFill>
                <a:srgbClr val="3CA3E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579490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PpFooter">
            <a:extLst>
              <a:ext uri="{FF2B5EF4-FFF2-40B4-BE49-F238E27FC236}">
                <a16:creationId xmlns:a16="http://schemas.microsoft.com/office/drawing/2014/main" id="{592844D0-45B4-4AD8-A0A3-995E7BA459D1}"/>
              </a:ext>
            </a:extLst>
          </p:cNvPr>
          <p:cNvGrpSpPr>
            <a:grpSpLocks/>
          </p:cNvGrpSpPr>
          <p:nvPr userDrawn="1"/>
        </p:nvGrpSpPr>
        <p:grpSpPr bwMode="auto">
          <a:xfrm>
            <a:off x="-1" y="6225394"/>
            <a:ext cx="1155258" cy="414893"/>
            <a:chOff x="-1" y="6416675"/>
            <a:chExt cx="1229052" cy="441325"/>
          </a:xfrm>
        </p:grpSpPr>
        <p:sp>
          <p:nvSpPr>
            <p:cNvPr id="8" name="PpFooter">
              <a:extLst>
                <a:ext uri="{FF2B5EF4-FFF2-40B4-BE49-F238E27FC236}">
                  <a16:creationId xmlns:a16="http://schemas.microsoft.com/office/drawing/2014/main" id="{3811FE2C-F4C3-42BF-A394-5DCBACE4206D}"/>
                </a:ext>
              </a:extLst>
            </p:cNvPr>
            <p:cNvSpPr txBox="1"/>
            <p:nvPr/>
          </p:nvSpPr>
          <p:spPr>
            <a:xfrm>
              <a:off x="582705" y="6573838"/>
              <a:ext cx="646346" cy="163692"/>
            </a:xfrm>
            <a:prstGeom prst="rect">
              <a:avLst/>
            </a:prstGeom>
            <a:noFill/>
          </p:spPr>
          <p:txBody>
            <a:bodyPr wrap="none" lIns="0" tIns="0" rIns="0" bIns="0">
              <a:spAutoFit/>
            </a:bodyPr>
            <a:lstStyle/>
            <a:p>
              <a:pPr defTabSz="457120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ID" sz="1000" dirty="0">
                  <a:solidFill>
                    <a:srgbClr val="3CA3E1"/>
                  </a:solidFill>
                  <a:latin typeface="Cronos Pro" panose="020C0502030403020304" pitchFamily="34" charset="0"/>
                </a:rPr>
                <a:t>PUC MINAS</a:t>
              </a:r>
              <a:endParaRPr lang="en-ID" sz="1100" b="1" dirty="0">
                <a:solidFill>
                  <a:srgbClr val="3CA3E1"/>
                </a:solidFill>
                <a:latin typeface="Cronos Pro" panose="020C0502030403020304" pitchFamily="34" charset="0"/>
              </a:endParaRPr>
            </a:p>
          </p:txBody>
        </p:sp>
        <p:sp>
          <p:nvSpPr>
            <p:cNvPr id="10" name="Rectangle 4">
              <a:extLst>
                <a:ext uri="{FF2B5EF4-FFF2-40B4-BE49-F238E27FC236}">
                  <a16:creationId xmlns:a16="http://schemas.microsoft.com/office/drawing/2014/main" id="{3C21BAF9-7ABA-4E7F-A874-CB3124EA7669}"/>
                </a:ext>
              </a:extLst>
            </p:cNvPr>
            <p:cNvSpPr/>
            <p:nvPr/>
          </p:nvSpPr>
          <p:spPr bwMode="auto">
            <a:xfrm>
              <a:off x="-1" y="6416675"/>
              <a:ext cx="471204" cy="441325"/>
            </a:xfrm>
            <a:prstGeom prst="rect">
              <a:avLst/>
            </a:prstGeom>
            <a:solidFill>
              <a:srgbClr val="74CBF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defTabSz="457120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ID" sz="1224">
                <a:solidFill>
                  <a:schemeClr val="bg1"/>
                </a:solidFill>
              </a:endParaRPr>
            </a:p>
          </p:txBody>
        </p:sp>
      </p:grpSp>
      <p:sp>
        <p:nvSpPr>
          <p:cNvPr id="2" name="Título 1">
            <a:extLst>
              <a:ext uri="{FF2B5EF4-FFF2-40B4-BE49-F238E27FC236}">
                <a16:creationId xmlns:a16="http://schemas.microsoft.com/office/drawing/2014/main" id="{5C05B45A-7294-7FD9-1F3B-D5A588EBDC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7747" y="706864"/>
            <a:ext cx="11296507" cy="646331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>
            <a:lvl1pPr algn="ctr">
              <a:defRPr lang="pt-BR" sz="4000" b="1" kern="0">
                <a:solidFill>
                  <a:srgbClr val="379FDE"/>
                </a:solidFill>
                <a:latin typeface="Montserrat" panose="00000500000000000000" pitchFamily="50" charset="0"/>
                <a:ea typeface="+mn-ea"/>
                <a:cs typeface="Poppins" panose="02000000000000000000" pitchFamily="2" charset="0"/>
              </a:defRPr>
            </a:lvl1pPr>
          </a:lstStyle>
          <a:p>
            <a:pPr marL="0" lvl="0" algn="ctr"/>
            <a:r>
              <a:rPr lang="pt-BR" dirty="0"/>
              <a:t>Clique para editar o título Mestre</a:t>
            </a: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3B0A806E-7010-8E80-2973-36A1D94DDC56}"/>
              </a:ext>
            </a:extLst>
          </p:cNvPr>
          <p:cNvSpPr txBox="1"/>
          <p:nvPr userDrawn="1"/>
        </p:nvSpPr>
        <p:spPr>
          <a:xfrm>
            <a:off x="4398" y="6157701"/>
            <a:ext cx="396000" cy="52322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fld id="{3498DD92-5B1E-48F6-B4B8-2397524B08AA}" type="slidenum">
              <a:rPr lang="pt-BR" sz="1400" smtClean="0">
                <a:solidFill>
                  <a:srgbClr val="3CA3E1"/>
                </a:solidFill>
              </a:rPr>
              <a:pPr algn="ctr"/>
              <a:t>‹nº›</a:t>
            </a:fld>
            <a:endParaRPr lang="pt-BR" sz="1400" dirty="0">
              <a:solidFill>
                <a:srgbClr val="3CA3E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7304227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PpFooter">
            <a:extLst>
              <a:ext uri="{FF2B5EF4-FFF2-40B4-BE49-F238E27FC236}">
                <a16:creationId xmlns:a16="http://schemas.microsoft.com/office/drawing/2014/main" id="{592844D0-45B4-4AD8-A0A3-995E7BA459D1}"/>
              </a:ext>
            </a:extLst>
          </p:cNvPr>
          <p:cNvGrpSpPr>
            <a:grpSpLocks/>
          </p:cNvGrpSpPr>
          <p:nvPr userDrawn="1"/>
        </p:nvGrpSpPr>
        <p:grpSpPr bwMode="auto">
          <a:xfrm>
            <a:off x="-1" y="6225394"/>
            <a:ext cx="1155258" cy="414893"/>
            <a:chOff x="-1" y="6416675"/>
            <a:chExt cx="1229052" cy="441325"/>
          </a:xfrm>
        </p:grpSpPr>
        <p:sp>
          <p:nvSpPr>
            <p:cNvPr id="8" name="PpFooter">
              <a:extLst>
                <a:ext uri="{FF2B5EF4-FFF2-40B4-BE49-F238E27FC236}">
                  <a16:creationId xmlns:a16="http://schemas.microsoft.com/office/drawing/2014/main" id="{3811FE2C-F4C3-42BF-A394-5DCBACE4206D}"/>
                </a:ext>
              </a:extLst>
            </p:cNvPr>
            <p:cNvSpPr txBox="1"/>
            <p:nvPr/>
          </p:nvSpPr>
          <p:spPr>
            <a:xfrm>
              <a:off x="582705" y="6573838"/>
              <a:ext cx="646346" cy="163692"/>
            </a:xfrm>
            <a:prstGeom prst="rect">
              <a:avLst/>
            </a:prstGeom>
            <a:noFill/>
          </p:spPr>
          <p:txBody>
            <a:bodyPr wrap="none" lIns="0" tIns="0" rIns="0" bIns="0">
              <a:spAutoFit/>
            </a:bodyPr>
            <a:lstStyle/>
            <a:p>
              <a:pPr defTabSz="457120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ID" sz="1000" dirty="0">
                  <a:solidFill>
                    <a:srgbClr val="3CA3E1"/>
                  </a:solidFill>
                  <a:latin typeface="Cronos Pro" panose="020C0502030403020304" pitchFamily="34" charset="0"/>
                </a:rPr>
                <a:t>PUC MINAS</a:t>
              </a:r>
              <a:endParaRPr lang="en-ID" sz="1100" b="1" dirty="0">
                <a:solidFill>
                  <a:srgbClr val="3CA3E1"/>
                </a:solidFill>
                <a:latin typeface="Cronos Pro" panose="020C0502030403020304" pitchFamily="34" charset="0"/>
              </a:endParaRPr>
            </a:p>
          </p:txBody>
        </p:sp>
        <p:sp>
          <p:nvSpPr>
            <p:cNvPr id="10" name="Rectangle 4">
              <a:extLst>
                <a:ext uri="{FF2B5EF4-FFF2-40B4-BE49-F238E27FC236}">
                  <a16:creationId xmlns:a16="http://schemas.microsoft.com/office/drawing/2014/main" id="{3C21BAF9-7ABA-4E7F-A874-CB3124EA7669}"/>
                </a:ext>
              </a:extLst>
            </p:cNvPr>
            <p:cNvSpPr/>
            <p:nvPr/>
          </p:nvSpPr>
          <p:spPr bwMode="auto">
            <a:xfrm>
              <a:off x="-1" y="6416675"/>
              <a:ext cx="471204" cy="441325"/>
            </a:xfrm>
            <a:prstGeom prst="rect">
              <a:avLst/>
            </a:prstGeom>
            <a:solidFill>
              <a:srgbClr val="74CBF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defTabSz="457120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ID" sz="1224">
                <a:solidFill>
                  <a:schemeClr val="bg1"/>
                </a:solidFill>
              </a:endParaRPr>
            </a:p>
          </p:txBody>
        </p:sp>
      </p:grpSp>
      <p:sp>
        <p:nvSpPr>
          <p:cNvPr id="2" name="CaixaDeTexto 1">
            <a:extLst>
              <a:ext uri="{FF2B5EF4-FFF2-40B4-BE49-F238E27FC236}">
                <a16:creationId xmlns:a16="http://schemas.microsoft.com/office/drawing/2014/main" id="{0ABD95D8-6346-31AF-DBB8-A4F788D6CFF6}"/>
              </a:ext>
            </a:extLst>
          </p:cNvPr>
          <p:cNvSpPr txBox="1"/>
          <p:nvPr userDrawn="1"/>
        </p:nvSpPr>
        <p:spPr>
          <a:xfrm>
            <a:off x="4398" y="6157701"/>
            <a:ext cx="396000" cy="52322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fld id="{3498DD92-5B1E-48F6-B4B8-2397524B08AA}" type="slidenum">
              <a:rPr lang="pt-BR" sz="1400" smtClean="0">
                <a:solidFill>
                  <a:srgbClr val="3CA3E1"/>
                </a:solidFill>
              </a:rPr>
              <a:pPr algn="ctr"/>
              <a:t>‹nº›</a:t>
            </a:fld>
            <a:endParaRPr lang="pt-BR" sz="1400" dirty="0">
              <a:solidFill>
                <a:srgbClr val="3CA3E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2134240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pt-BR" dirty="0"/>
              <a:t>CLIQUE PARA EDITAR O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 lIns="108000" tIns="72000" rIns="108000"/>
          <a:lstStyle>
            <a:lvl1pPr>
              <a:lnSpc>
                <a:spcPct val="100000"/>
              </a:lnSpc>
              <a:spcBef>
                <a:spcPts val="683"/>
              </a:spcBef>
              <a:defRPr sz="3643"/>
            </a:lvl1pPr>
            <a:lvl2pPr>
              <a:lnSpc>
                <a:spcPct val="100000"/>
              </a:lnSpc>
              <a:spcBef>
                <a:spcPts val="683"/>
              </a:spcBef>
              <a:defRPr/>
            </a:lvl2pPr>
            <a:lvl3pPr>
              <a:lnSpc>
                <a:spcPct val="100000"/>
              </a:lnSpc>
              <a:spcBef>
                <a:spcPts val="683"/>
              </a:spcBef>
              <a:defRPr/>
            </a:lvl3pPr>
            <a:lvl4pPr>
              <a:lnSpc>
                <a:spcPct val="100000"/>
              </a:lnSpc>
              <a:spcBef>
                <a:spcPts val="683"/>
              </a:spcBef>
              <a:defRPr/>
            </a:lvl4pPr>
            <a:lvl5pPr>
              <a:lnSpc>
                <a:spcPct val="100000"/>
              </a:lnSpc>
              <a:spcBef>
                <a:spcPts val="683"/>
              </a:spcBef>
              <a:defRPr/>
            </a:lvl5pPr>
          </a:lstStyle>
          <a:p>
            <a:pPr lvl="0"/>
            <a:r>
              <a:rPr lang="pt-BR" dirty="0"/>
              <a:t>Clique para editar o texto mestre</a:t>
            </a:r>
          </a:p>
          <a:p>
            <a:pPr lvl="1"/>
            <a:r>
              <a:rPr lang="pt-BR" dirty="0"/>
              <a:t>Segundo nível</a:t>
            </a:r>
          </a:p>
          <a:p>
            <a:pPr lvl="2"/>
            <a:r>
              <a:rPr lang="pt-BR" dirty="0"/>
              <a:t>Terceiro nível</a:t>
            </a:r>
          </a:p>
          <a:p>
            <a:pPr lvl="3"/>
            <a:r>
              <a:rPr lang="pt-BR" dirty="0"/>
              <a:t>Quarto nível</a:t>
            </a:r>
          </a:p>
          <a:p>
            <a:pPr lvl="4"/>
            <a:r>
              <a:rPr lang="pt-BR" dirty="0"/>
              <a:t>Quinto nível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47D031-D630-4BC6-BC2B-337A831CD87A}" type="datetime1">
              <a:rPr lang="pt-BR" smtClean="0"/>
              <a:t>15/01/2026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>
          <a:xfrm>
            <a:off x="8554966" y="6506771"/>
            <a:ext cx="2270936" cy="365125"/>
          </a:xfrm>
        </p:spPr>
        <p:txBody>
          <a:bodyPr/>
          <a:lstStyle/>
          <a:p>
            <a:fld id="{E21E2FF6-93F7-41BC-B57B-70780702280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01303663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89197326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48567131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svg"/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3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.png"/><Relationship Id="rId5" Type="http://schemas.openxmlformats.org/officeDocument/2006/relationships/image" Target="../media/image1.jpg"/><Relationship Id="rId10" Type="http://schemas.openxmlformats.org/officeDocument/2006/relationships/image" Target="../media/image6.svg"/><Relationship Id="rId4" Type="http://schemas.openxmlformats.org/officeDocument/2006/relationships/theme" Target="../theme/theme1.xml"/><Relationship Id="rId9" Type="http://schemas.openxmlformats.org/officeDocument/2006/relationships/image" Target="../media/image5.png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6.xml"/><Relationship Id="rId2" Type="http://schemas.openxmlformats.org/officeDocument/2006/relationships/slideLayout" Target="../slideLayouts/slideLayout5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7.jpg"/><Relationship Id="rId5" Type="http://schemas.openxmlformats.org/officeDocument/2006/relationships/theme" Target="../theme/theme2.xml"/><Relationship Id="rId4" Type="http://schemas.openxmlformats.org/officeDocument/2006/relationships/slideLayout" Target="../slideLayouts/slideLayout7.xml"/></Relationships>
</file>

<file path=ppt/slideMasters/_rels/slideMaster3.xml.rels><?xml version="1.0" encoding="UTF-8" standalone="yes"?>
<Relationships xmlns="http://schemas.openxmlformats.org/package/2006/relationships"><Relationship Id="rId2" Type="http://schemas.openxmlformats.org/officeDocument/2006/relationships/theme" Target="../theme/theme3.xml"/><Relationship Id="rId1" Type="http://schemas.openxmlformats.org/officeDocument/2006/relationships/slideLayout" Target="../slideLayouts/slideLayout8.xml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3" Type="http://schemas.openxmlformats.org/officeDocument/2006/relationships/image" Target="../media/image8.jpg"/><Relationship Id="rId7" Type="http://schemas.openxmlformats.org/officeDocument/2006/relationships/image" Target="../media/image12.svg"/><Relationship Id="rId2" Type="http://schemas.openxmlformats.org/officeDocument/2006/relationships/theme" Target="../theme/theme4.xml"/><Relationship Id="rId1" Type="http://schemas.openxmlformats.org/officeDocument/2006/relationships/slideLayout" Target="../slideLayouts/slideLayout9.xml"/><Relationship Id="rId6" Type="http://schemas.openxmlformats.org/officeDocument/2006/relationships/image" Target="../media/image11.png"/><Relationship Id="rId5" Type="http://schemas.openxmlformats.org/officeDocument/2006/relationships/image" Target="../media/image10.svg"/><Relationship Id="rId4" Type="http://schemas.openxmlformats.org/officeDocument/2006/relationships/image" Target="../media/image9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FFFF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Imagem 7">
            <a:extLst>
              <a:ext uri="{FF2B5EF4-FFF2-40B4-BE49-F238E27FC236}">
                <a16:creationId xmlns:a16="http://schemas.microsoft.com/office/drawing/2014/main" id="{413BE60C-4F50-4749-84D4-A250A2FEDB7D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0"/>
            <a:ext cx="12188389" cy="6858000"/>
          </a:xfrm>
          <a:prstGeom prst="rect">
            <a:avLst/>
          </a:prstGeom>
        </p:spPr>
      </p:pic>
      <p:pic>
        <p:nvPicPr>
          <p:cNvPr id="13" name="Imagem 12">
            <a:extLst>
              <a:ext uri="{FF2B5EF4-FFF2-40B4-BE49-F238E27FC236}">
                <a16:creationId xmlns:a16="http://schemas.microsoft.com/office/drawing/2014/main" id="{A37BE1F7-6D6E-4A43-9207-6B3CE92E50CD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4740" t="3691" r="2018" b="59006"/>
          <a:stretch/>
        </p:blipFill>
        <p:spPr>
          <a:xfrm>
            <a:off x="8531051" y="-163761"/>
            <a:ext cx="3476731" cy="3139731"/>
          </a:xfrm>
          <a:prstGeom prst="rect">
            <a:avLst/>
          </a:prstGeom>
        </p:spPr>
      </p:pic>
      <p:sp>
        <p:nvSpPr>
          <p:cNvPr id="12" name="Retângulo 11">
            <a:extLst>
              <a:ext uri="{FF2B5EF4-FFF2-40B4-BE49-F238E27FC236}">
                <a16:creationId xmlns:a16="http://schemas.microsoft.com/office/drawing/2014/main" id="{FFADEAFF-EEAF-4BD1-82B8-65D4D688687D}"/>
              </a:ext>
            </a:extLst>
          </p:cNvPr>
          <p:cNvSpPr/>
          <p:nvPr userDrawn="1"/>
        </p:nvSpPr>
        <p:spPr>
          <a:xfrm>
            <a:off x="12192000" y="0"/>
            <a:ext cx="1213449" cy="2812211"/>
          </a:xfrm>
          <a:prstGeom prst="rect">
            <a:avLst/>
          </a:prstGeom>
          <a:solidFill>
            <a:srgbClr val="E6E6E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pic>
        <p:nvPicPr>
          <p:cNvPr id="10" name="Gráfico 9">
            <a:extLst>
              <a:ext uri="{FF2B5EF4-FFF2-40B4-BE49-F238E27FC236}">
                <a16:creationId xmlns:a16="http://schemas.microsoft.com/office/drawing/2014/main" id="{D4670863-8AB6-459A-B0E6-3162D6964899}"/>
              </a:ext>
            </a:extLst>
          </p:cNvPr>
          <p:cNvPicPr>
            <a:picLocks noChangeAspect="1"/>
          </p:cNvPicPr>
          <p:nvPr userDrawn="1"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292630" y="5438751"/>
            <a:ext cx="739013" cy="434512"/>
          </a:xfrm>
          <a:prstGeom prst="rect">
            <a:avLst/>
          </a:prstGeom>
        </p:spPr>
      </p:pic>
      <p:pic>
        <p:nvPicPr>
          <p:cNvPr id="11" name="Gráfico 10">
            <a:extLst>
              <a:ext uri="{FF2B5EF4-FFF2-40B4-BE49-F238E27FC236}">
                <a16:creationId xmlns:a16="http://schemas.microsoft.com/office/drawing/2014/main" id="{435FC32D-1CE4-41CE-A75C-6BFBE2888ED4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rcRect b="8323"/>
          <a:stretch/>
        </p:blipFill>
        <p:spPr>
          <a:xfrm>
            <a:off x="10370858" y="563666"/>
            <a:ext cx="859397" cy="12194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4492294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6" r:id="rId1"/>
    <p:sldLayoutId id="2147483689" r:id="rId2"/>
    <p:sldLayoutId id="2147483691" r:id="rId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FFFF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Imagem 13">
            <a:extLst>
              <a:ext uri="{FF2B5EF4-FFF2-40B4-BE49-F238E27FC236}">
                <a16:creationId xmlns:a16="http://schemas.microsoft.com/office/drawing/2014/main" id="{4453D851-AA9E-4435-A07A-01756CD65E63}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600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7790967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4" r:id="rId1"/>
    <p:sldLayoutId id="2147483687" r:id="rId2"/>
    <p:sldLayoutId id="2147483688" r:id="rId3"/>
    <p:sldLayoutId id="2147483690" r:id="rId4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95278555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6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FFFF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>
            <a:extLst>
              <a:ext uri="{FF2B5EF4-FFF2-40B4-BE49-F238E27FC236}">
                <a16:creationId xmlns:a16="http://schemas.microsoft.com/office/drawing/2014/main" id="{FDBB3C98-8E1A-47A9-A8B4-CE33C88BB9DD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60032"/>
          </a:xfrm>
          <a:prstGeom prst="rect">
            <a:avLst/>
          </a:prstGeom>
        </p:spPr>
      </p:pic>
      <p:pic>
        <p:nvPicPr>
          <p:cNvPr id="5" name="Gráfico 4">
            <a:extLst>
              <a:ext uri="{FF2B5EF4-FFF2-40B4-BE49-F238E27FC236}">
                <a16:creationId xmlns:a16="http://schemas.microsoft.com/office/drawing/2014/main" id="{01A37BB3-0E46-4CA1-8E41-A278A1637A5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 b="7232"/>
          <a:stretch/>
        </p:blipFill>
        <p:spPr>
          <a:xfrm>
            <a:off x="5072287" y="1512942"/>
            <a:ext cx="2047426" cy="2932619"/>
          </a:xfrm>
          <a:prstGeom prst="rect">
            <a:avLst/>
          </a:prstGeom>
        </p:spPr>
      </p:pic>
      <p:pic>
        <p:nvPicPr>
          <p:cNvPr id="7" name="Gráfico 6">
            <a:extLst>
              <a:ext uri="{FF2B5EF4-FFF2-40B4-BE49-F238E27FC236}">
                <a16:creationId xmlns:a16="http://schemas.microsoft.com/office/drawing/2014/main" id="{1100C50E-1DA0-41B4-9816-4E77DE3A3A3F}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0736692" y="592026"/>
            <a:ext cx="834735" cy="490794"/>
          </a:xfrm>
          <a:prstGeom prst="rect">
            <a:avLst/>
          </a:prstGeom>
        </p:spPr>
      </p:pic>
      <p:pic>
        <p:nvPicPr>
          <p:cNvPr id="8" name="Gráfico 7">
            <a:extLst>
              <a:ext uri="{FF2B5EF4-FFF2-40B4-BE49-F238E27FC236}">
                <a16:creationId xmlns:a16="http://schemas.microsoft.com/office/drawing/2014/main" id="{F180DFD4-6B82-47B3-BA00-6ABD21011987}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636729" y="5760979"/>
            <a:ext cx="834735" cy="490794"/>
          </a:xfrm>
          <a:prstGeom prst="rect">
            <a:avLst/>
          </a:prstGeom>
        </p:spPr>
      </p:pic>
      <p:pic>
        <p:nvPicPr>
          <p:cNvPr id="6" name="Imagem 5">
            <a:extLst>
              <a:ext uri="{FF2B5EF4-FFF2-40B4-BE49-F238E27FC236}">
                <a16:creationId xmlns:a16="http://schemas.microsoft.com/office/drawing/2014/main" id="{51843510-8E25-4E72-A3BF-02F9BD0BE3AF}"/>
              </a:ext>
            </a:extLst>
          </p:cNvPr>
          <p:cNvPicPr>
            <a:picLocks noChangeAspect="1"/>
          </p:cNvPicPr>
          <p:nvPr userDrawn="1"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65367" y="5139077"/>
            <a:ext cx="8461265" cy="6126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4229853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8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0DC8324-C8D5-4CA4-E70B-2380989F6B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pt-BR" sz="4000" dirty="0"/>
              <a:t>Prática de abordagens baseadas em Machine Learning</a:t>
            </a:r>
          </a:p>
        </p:txBody>
      </p:sp>
    </p:spTree>
    <p:extLst>
      <p:ext uri="{BB962C8B-B14F-4D97-AF65-F5344CB8AC3E}">
        <p14:creationId xmlns:p14="http://schemas.microsoft.com/office/powerpoint/2010/main" val="53479598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68E98853-AAC1-9751-3A54-363B334A25C3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547688" y="1855788"/>
            <a:ext cx="11071225" cy="4320000"/>
          </a:xfrm>
        </p:spPr>
        <p:txBody>
          <a:bodyPr>
            <a:normAutofit/>
          </a:bodyPr>
          <a:lstStyle/>
          <a:p>
            <a:r>
              <a:rPr lang="pt-BR" dirty="0"/>
              <a:t>Implementar scripts em </a:t>
            </a:r>
            <a:r>
              <a:rPr lang="pt-BR" dirty="0" err="1"/>
              <a:t>python</a:t>
            </a:r>
            <a:r>
              <a:rPr lang="pt-BR" dirty="0"/>
              <a:t> para realizar tarefas de análise de sentimentos usando abordagens baseadas em</a:t>
            </a:r>
            <a:r>
              <a:rPr lang="pt-BR" i="1" dirty="0"/>
              <a:t> </a:t>
            </a:r>
            <a:r>
              <a:rPr lang="pt-BR" i="1"/>
              <a:t>machine learning</a:t>
            </a:r>
            <a:endParaRPr lang="pt-BR" dirty="0"/>
          </a:p>
          <a:p>
            <a:r>
              <a:rPr lang="pt-BR" dirty="0"/>
              <a:t>Analisar as diferenças entre cada implementação</a:t>
            </a:r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7D1D2D6F-B163-C583-603D-CA4D4D9A3B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7747" y="706864"/>
            <a:ext cx="11296507" cy="646331"/>
          </a:xfrm>
        </p:spPr>
        <p:txBody>
          <a:bodyPr/>
          <a:lstStyle/>
          <a:p>
            <a:r>
              <a:rPr lang="pt-BR" dirty="0"/>
              <a:t>Objetivos de Aprendizagem</a:t>
            </a:r>
          </a:p>
        </p:txBody>
      </p:sp>
    </p:spTree>
    <p:extLst>
      <p:ext uri="{BB962C8B-B14F-4D97-AF65-F5344CB8AC3E}">
        <p14:creationId xmlns:p14="http://schemas.microsoft.com/office/powerpoint/2010/main" val="344913097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ítulo 2">
            <a:extLst>
              <a:ext uri="{FF2B5EF4-FFF2-40B4-BE49-F238E27FC236}">
                <a16:creationId xmlns:a16="http://schemas.microsoft.com/office/drawing/2014/main" id="{ABE1FD66-7375-D02F-7DB4-645B826C34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7747" y="706864"/>
            <a:ext cx="11296507" cy="646331"/>
          </a:xfrm>
        </p:spPr>
        <p:txBody>
          <a:bodyPr/>
          <a:lstStyle/>
          <a:p>
            <a:r>
              <a:rPr lang="pt-BR" dirty="0"/>
              <a:t>Abordagens de Análise de Sentimentos</a:t>
            </a:r>
          </a:p>
        </p:txBody>
      </p:sp>
      <p:pic>
        <p:nvPicPr>
          <p:cNvPr id="7" name="Imagem 6">
            <a:extLst>
              <a:ext uri="{FF2B5EF4-FFF2-40B4-BE49-F238E27FC236}">
                <a16:creationId xmlns:a16="http://schemas.microsoft.com/office/drawing/2014/main" id="{ECD469DE-4E4D-2CCC-4948-FCC98ABCCFD6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9732" b="19025"/>
          <a:stretch/>
        </p:blipFill>
        <p:spPr>
          <a:xfrm>
            <a:off x="2667000" y="1710033"/>
            <a:ext cx="6858000" cy="42001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12397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27810865"/>
      </p:ext>
    </p:extLst>
  </p:cSld>
  <p:clrMapOvr>
    <a:masterClrMapping/>
  </p:clrMapOvr>
</p:sld>
</file>

<file path=ppt/theme/theme1.xml><?xml version="1.0" encoding="utf-8"?>
<a:theme xmlns:a="http://schemas.openxmlformats.org/drawingml/2006/main" name="10_Personalizar desig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5_Personalizar design">
  <a:themeElements>
    <a:clrScheme name="Azul">
      <a:dk1>
        <a:sysClr val="windowText" lastClr="000000"/>
      </a:dk1>
      <a:lt1>
        <a:sysClr val="window" lastClr="FFFFFF"/>
      </a:lt1>
      <a:dk2>
        <a:srgbClr val="17406D"/>
      </a:dk2>
      <a:lt2>
        <a:srgbClr val="DBEFF9"/>
      </a:lt2>
      <a:accent1>
        <a:srgbClr val="0F6FC6"/>
      </a:accent1>
      <a:accent2>
        <a:srgbClr val="009DD9"/>
      </a:accent2>
      <a:accent3>
        <a:srgbClr val="0BD0D9"/>
      </a:accent3>
      <a:accent4>
        <a:srgbClr val="10CF9B"/>
      </a:accent4>
      <a:accent5>
        <a:srgbClr val="7CCA62"/>
      </a:accent5>
      <a:accent6>
        <a:srgbClr val="A5C249"/>
      </a:accent6>
      <a:hlink>
        <a:srgbClr val="F49100"/>
      </a:hlink>
      <a:folHlink>
        <a:srgbClr val="85DFD0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6_Personalizar design">
  <a:themeElements>
    <a:clrScheme name="Azul">
      <a:dk1>
        <a:sysClr val="windowText" lastClr="000000"/>
      </a:dk1>
      <a:lt1>
        <a:sysClr val="window" lastClr="FFFFFF"/>
      </a:lt1>
      <a:dk2>
        <a:srgbClr val="17406D"/>
      </a:dk2>
      <a:lt2>
        <a:srgbClr val="DBEFF9"/>
      </a:lt2>
      <a:accent1>
        <a:srgbClr val="0F6FC6"/>
      </a:accent1>
      <a:accent2>
        <a:srgbClr val="009DD9"/>
      </a:accent2>
      <a:accent3>
        <a:srgbClr val="0BD0D9"/>
      </a:accent3>
      <a:accent4>
        <a:srgbClr val="10CF9B"/>
      </a:accent4>
      <a:accent5>
        <a:srgbClr val="7CCA62"/>
      </a:accent5>
      <a:accent6>
        <a:srgbClr val="A5C249"/>
      </a:accent6>
      <a:hlink>
        <a:srgbClr val="F49100"/>
      </a:hlink>
      <a:folHlink>
        <a:srgbClr val="85DFD0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7_Personalizar design">
  <a:themeElements>
    <a:clrScheme name="Azul">
      <a:dk1>
        <a:sysClr val="windowText" lastClr="000000"/>
      </a:dk1>
      <a:lt1>
        <a:sysClr val="window" lastClr="FFFFFF"/>
      </a:lt1>
      <a:dk2>
        <a:srgbClr val="17406D"/>
      </a:dk2>
      <a:lt2>
        <a:srgbClr val="DBEFF9"/>
      </a:lt2>
      <a:accent1>
        <a:srgbClr val="0F6FC6"/>
      </a:accent1>
      <a:accent2>
        <a:srgbClr val="009DD9"/>
      </a:accent2>
      <a:accent3>
        <a:srgbClr val="0BD0D9"/>
      </a:accent3>
      <a:accent4>
        <a:srgbClr val="10CF9B"/>
      </a:accent4>
      <a:accent5>
        <a:srgbClr val="7CCA62"/>
      </a:accent5>
      <a:accent6>
        <a:srgbClr val="A5C249"/>
      </a:accent6>
      <a:hlink>
        <a:srgbClr val="F49100"/>
      </a:hlink>
      <a:folHlink>
        <a:srgbClr val="85DFD0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7585</TotalTime>
  <Words>38</Words>
  <Application>Microsoft Office PowerPoint</Application>
  <PresentationFormat>Widescreen</PresentationFormat>
  <Paragraphs>5</Paragraphs>
  <Slides>4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6</vt:i4>
      </vt:variant>
      <vt:variant>
        <vt:lpstr>Tema</vt:lpstr>
      </vt:variant>
      <vt:variant>
        <vt:i4>4</vt:i4>
      </vt:variant>
      <vt:variant>
        <vt:lpstr>Títulos de slides</vt:lpstr>
      </vt:variant>
      <vt:variant>
        <vt:i4>4</vt:i4>
      </vt:variant>
    </vt:vector>
  </HeadingPairs>
  <TitlesOfParts>
    <vt:vector size="14" baseType="lpstr">
      <vt:lpstr>Wingdings</vt:lpstr>
      <vt:lpstr>Montserrat</vt:lpstr>
      <vt:lpstr>Arial</vt:lpstr>
      <vt:lpstr>Calibri</vt:lpstr>
      <vt:lpstr>Cronos Pro</vt:lpstr>
      <vt:lpstr>Aptos</vt:lpstr>
      <vt:lpstr>10_Personalizar design</vt:lpstr>
      <vt:lpstr>5_Personalizar design</vt:lpstr>
      <vt:lpstr>6_Personalizar design</vt:lpstr>
      <vt:lpstr>7_Personalizar design</vt:lpstr>
      <vt:lpstr>Prática de abordagens baseadas em Machine Learning</vt:lpstr>
      <vt:lpstr>Objetivos de Aprendizagem</vt:lpstr>
      <vt:lpstr>Abordagens de Análise de Sentimentos</vt:lpstr>
      <vt:lpstr>Apresentação do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do PowerPoint</dc:title>
  <dc:creator>Fernando José Ferreira</dc:creator>
  <cp:lastModifiedBy>Humberto Mossri de Almeida</cp:lastModifiedBy>
  <cp:revision>169</cp:revision>
  <dcterms:created xsi:type="dcterms:W3CDTF">2025-06-11T21:44:24Z</dcterms:created>
  <dcterms:modified xsi:type="dcterms:W3CDTF">2026-01-15T15:28:09Z</dcterms:modified>
</cp:coreProperties>
</file>