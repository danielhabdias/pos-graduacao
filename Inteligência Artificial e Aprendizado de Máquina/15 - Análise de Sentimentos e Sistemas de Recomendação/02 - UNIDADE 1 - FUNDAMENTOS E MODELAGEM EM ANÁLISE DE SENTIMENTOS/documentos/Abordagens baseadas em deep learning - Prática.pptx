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250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12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800" dirty="0"/>
              <a:t>Prática de </a:t>
            </a:r>
            <a:r>
              <a:rPr lang="pt-BR" sz="4800"/>
              <a:t>abordagens baseadas </a:t>
            </a:r>
            <a:r>
              <a:rPr lang="pt-BR" sz="4800" dirty="0"/>
              <a:t>em </a:t>
            </a:r>
            <a:r>
              <a:rPr lang="pt-BR" sz="4800" dirty="0" err="1"/>
              <a:t>Deep</a:t>
            </a:r>
            <a:r>
              <a:rPr lang="pt-BR" sz="4800" dirty="0"/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análise de sentimentos usando abordagens baseadas em </a:t>
            </a:r>
            <a:r>
              <a:rPr lang="pt-BR" i="1" dirty="0" err="1"/>
              <a:t>deep</a:t>
            </a:r>
            <a:r>
              <a:rPr lang="pt-BR" i="1"/>
              <a:t> learning</a:t>
            </a:r>
            <a:endParaRPr lang="pt-BR" dirty="0"/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469DE-4E4D-2CCC-4948-FCC98ABC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32" b="19025"/>
          <a:stretch/>
        </p:blipFill>
        <p:spPr>
          <a:xfrm>
            <a:off x="2667000" y="1710033"/>
            <a:ext cx="6858000" cy="4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7601</TotalTime>
  <Words>38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Montserrat</vt:lpstr>
      <vt:lpstr>Arial</vt:lpstr>
      <vt:lpstr>Cronos Pro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abordagens baseadas em Deep Learning</vt:lpstr>
      <vt:lpstr>Objetivos de Aprendizagem</vt:lpstr>
      <vt:lpstr>Abordagens de Análise de Sentimentos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167</cp:revision>
  <dcterms:created xsi:type="dcterms:W3CDTF">2025-06-11T21:44:24Z</dcterms:created>
  <dcterms:modified xsi:type="dcterms:W3CDTF">2026-01-15T15:28:26Z</dcterms:modified>
</cp:coreProperties>
</file>