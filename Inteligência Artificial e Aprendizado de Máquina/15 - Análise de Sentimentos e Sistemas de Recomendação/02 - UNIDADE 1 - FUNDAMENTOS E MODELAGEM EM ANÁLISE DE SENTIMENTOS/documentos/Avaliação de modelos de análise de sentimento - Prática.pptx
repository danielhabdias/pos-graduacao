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9"/>
  </p:notesMasterIdLst>
  <p:sldIdLst>
    <p:sldId id="1173" r:id="rId5"/>
    <p:sldId id="297" r:id="rId6"/>
    <p:sldId id="1181" r:id="rId7"/>
    <p:sldId id="264" r:id="rId8"/>
  </p:sldIdLst>
  <p:sldSz cx="12192000" cy="6858000"/>
  <p:notesSz cx="6858000" cy="9144000"/>
  <p:embeddedFontLst>
    <p:embeddedFont>
      <p:font typeface="Cronos Pro" panose="020C0502030403020304" charset="0"/>
      <p:regular r:id="rId10"/>
      <p:bold r:id="rId11"/>
      <p: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9" d="100"/>
          <a:sy n="69" d="100"/>
        </p:scale>
        <p:origin x="427" y="72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37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10" Type="http://schemas.openxmlformats.org/officeDocument/2006/relationships/image" Target="../media/image6.sv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  <p:sldLayoutId id="214748369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dirty="0"/>
              <a:t>Prática de avaliação de modelos de análise de sentimento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Implementar scripts em </a:t>
            </a:r>
            <a:r>
              <a:rPr lang="pt-BR" dirty="0" err="1"/>
              <a:t>python</a:t>
            </a:r>
            <a:r>
              <a:rPr lang="pt-BR" dirty="0"/>
              <a:t> para realizar tarefas de avaliação de abordagens de análise de sentimentos</a:t>
            </a:r>
          </a:p>
          <a:p>
            <a:r>
              <a:rPr lang="pt-BR" dirty="0"/>
              <a:t>Analisar as diferenças entre cada implementação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de Análise de Sentimentos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D469DE-4E4D-2CCC-4948-FCC98ABCC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32" b="19025"/>
          <a:stretch/>
        </p:blipFill>
        <p:spPr>
          <a:xfrm>
            <a:off x="2667000" y="1710033"/>
            <a:ext cx="6858000" cy="420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7542</TotalTime>
  <Words>38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Wingdings</vt:lpstr>
      <vt:lpstr>Cronos Pro</vt:lpstr>
      <vt:lpstr>Arial</vt:lpstr>
      <vt:lpstr>Montserrat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Prática de avaliação de modelos de análise de sentimento</vt:lpstr>
      <vt:lpstr>Objetivos de Aprendizagem</vt:lpstr>
      <vt:lpstr>Abordagens de Análise de Sentimentos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161</cp:revision>
  <dcterms:created xsi:type="dcterms:W3CDTF">2025-06-11T21:44:24Z</dcterms:created>
  <dcterms:modified xsi:type="dcterms:W3CDTF">2026-01-15T15:20:19Z</dcterms:modified>
</cp:coreProperties>
</file>