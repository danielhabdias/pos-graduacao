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408" y="5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Prática de abordagens de análise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análise de sentimentos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469DE-4E4D-2CCC-4948-FCC98ABC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 b="19025"/>
          <a:stretch/>
        </p:blipFill>
        <p:spPr>
          <a:xfrm>
            <a:off x="2667000" y="1710033"/>
            <a:ext cx="6858000" cy="4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7510</TotalTime>
  <Words>32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Cronos Pro</vt:lpstr>
      <vt:lpstr>Wingdings</vt:lpstr>
      <vt:lpstr>Arial</vt:lpstr>
      <vt:lpstr>Calibri</vt:lpstr>
      <vt:lpstr>Montserrat</vt:lpstr>
      <vt:lpstr>Aptos</vt:lpstr>
      <vt:lpstr>10_Personalizar design</vt:lpstr>
      <vt:lpstr>5_Personalizar design</vt:lpstr>
      <vt:lpstr>6_Personalizar design</vt:lpstr>
      <vt:lpstr>7_Personalizar design</vt:lpstr>
      <vt:lpstr>Prática de abordagens de análise de sentimentos</vt:lpstr>
      <vt:lpstr>Objetivos de Aprendizagem</vt:lpstr>
      <vt:lpstr>Abordagens de Análise de Sentimentos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155</cp:revision>
  <dcterms:created xsi:type="dcterms:W3CDTF">2025-06-11T21:44:24Z</dcterms:created>
  <dcterms:modified xsi:type="dcterms:W3CDTF">2026-01-15T15:12:50Z</dcterms:modified>
</cp:coreProperties>
</file>