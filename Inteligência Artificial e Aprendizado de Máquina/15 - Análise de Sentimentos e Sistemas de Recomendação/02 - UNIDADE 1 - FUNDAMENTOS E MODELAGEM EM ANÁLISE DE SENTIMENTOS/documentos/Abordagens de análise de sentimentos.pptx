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17"/>
  </p:notesMasterIdLst>
  <p:sldIdLst>
    <p:sldId id="1173" r:id="rId5"/>
    <p:sldId id="297" r:id="rId6"/>
    <p:sldId id="1181" r:id="rId7"/>
    <p:sldId id="270" r:id="rId8"/>
    <p:sldId id="1182" r:id="rId9"/>
    <p:sldId id="1180" r:id="rId10"/>
    <p:sldId id="1187" r:id="rId11"/>
    <p:sldId id="1185" r:id="rId12"/>
    <p:sldId id="1186" r:id="rId13"/>
    <p:sldId id="1184" r:id="rId14"/>
    <p:sldId id="1183" r:id="rId15"/>
    <p:sldId id="264" r:id="rId16"/>
  </p:sldIdLst>
  <p:sldSz cx="12192000" cy="6858000"/>
  <p:notesSz cx="6858000" cy="9144000"/>
  <p:embeddedFontLst>
    <p:embeddedFont>
      <p:font typeface="Cronos Pro" panose="020C0502030403020304" charset="0"/>
      <p:regular r:id="rId18"/>
      <p:bold r:id="rId19"/>
      <p:italic r:id="rId20"/>
    </p:embeddedFont>
    <p:embeddedFont>
      <p:font typeface="Fira Sans Extra Condensed" panose="020B0503050000020004" pitchFamily="34" charset="0"/>
      <p:regular r:id="rId21"/>
      <p:bold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77" d="100"/>
          <a:sy n="77" d="100"/>
        </p:scale>
        <p:origin x="773" y="67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A5BB5D-4636-4383-A6EE-246069401395}" type="doc">
      <dgm:prSet loTypeId="urn:microsoft.com/office/officeart/2005/8/layout/h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3DF5E87A-8E22-493D-971C-8B8A27525A92}">
      <dgm:prSet phldrT="[Texto]"/>
      <dgm:spPr/>
      <dgm:t>
        <a:bodyPr/>
        <a:lstStyle/>
        <a:p>
          <a:r>
            <a:rPr lang="pt-BR" dirty="0"/>
            <a:t>Fase 1: Regras</a:t>
          </a:r>
        </a:p>
      </dgm:t>
    </dgm:pt>
    <dgm:pt modelId="{E22A442B-71B1-4600-9979-6C7C6ECEB19F}" type="parTrans" cxnId="{ECDC84F8-B05F-42A5-911A-8C2D7A9F7F6B}">
      <dgm:prSet/>
      <dgm:spPr/>
      <dgm:t>
        <a:bodyPr/>
        <a:lstStyle/>
        <a:p>
          <a:endParaRPr lang="pt-BR"/>
        </a:p>
      </dgm:t>
    </dgm:pt>
    <dgm:pt modelId="{12D12736-3FB7-4499-A761-87FAA6C15102}" type="sibTrans" cxnId="{ECDC84F8-B05F-42A5-911A-8C2D7A9F7F6B}">
      <dgm:prSet/>
      <dgm:spPr/>
      <dgm:t>
        <a:bodyPr/>
        <a:lstStyle/>
        <a:p>
          <a:endParaRPr lang="pt-BR"/>
        </a:p>
      </dgm:t>
    </dgm:pt>
    <dgm:pt modelId="{DF6B9245-A9EA-4623-B731-89B267562687}">
      <dgm:prSet phldrT="[Texto]" custT="1"/>
      <dgm:spPr/>
      <dgm:t>
        <a:bodyPr/>
        <a:lstStyle/>
        <a:p>
          <a:r>
            <a:rPr lang="pt-BR" sz="1400" dirty="0"/>
            <a:t>Abordagens baseadas em léxicos (dicionários) e regras manuais</a:t>
          </a:r>
        </a:p>
      </dgm:t>
    </dgm:pt>
    <dgm:pt modelId="{33CA0C41-5E86-4840-ABA3-65E293E81DEE}" type="parTrans" cxnId="{51F59399-C810-410C-935D-D6FEE53F6FB7}">
      <dgm:prSet/>
      <dgm:spPr/>
      <dgm:t>
        <a:bodyPr/>
        <a:lstStyle/>
        <a:p>
          <a:endParaRPr lang="pt-BR"/>
        </a:p>
      </dgm:t>
    </dgm:pt>
    <dgm:pt modelId="{8B5ADFB7-AF1E-4BB6-A107-A5FD2F5337B4}" type="sibTrans" cxnId="{51F59399-C810-410C-935D-D6FEE53F6FB7}">
      <dgm:prSet/>
      <dgm:spPr/>
      <dgm:t>
        <a:bodyPr/>
        <a:lstStyle/>
        <a:p>
          <a:endParaRPr lang="pt-BR"/>
        </a:p>
      </dgm:t>
    </dgm:pt>
    <dgm:pt modelId="{58DDE973-CD55-42FE-A5C6-F0D8A529CE22}">
      <dgm:prSet phldrT="[Texto]"/>
      <dgm:spPr/>
      <dgm:t>
        <a:bodyPr/>
        <a:lstStyle/>
        <a:p>
          <a:r>
            <a:rPr lang="pt-BR" dirty="0"/>
            <a:t>Fase 2: Aprendizado de máquina</a:t>
          </a:r>
        </a:p>
      </dgm:t>
    </dgm:pt>
    <dgm:pt modelId="{6FAC897E-B540-42CC-BFA8-4CAB273467CD}" type="parTrans" cxnId="{7E0C5A8B-4E59-455C-BD9D-3F939730C4BF}">
      <dgm:prSet/>
      <dgm:spPr/>
      <dgm:t>
        <a:bodyPr/>
        <a:lstStyle/>
        <a:p>
          <a:endParaRPr lang="pt-BR"/>
        </a:p>
      </dgm:t>
    </dgm:pt>
    <dgm:pt modelId="{D0A98E6A-83D6-4AFE-84FF-930B8BED003C}" type="sibTrans" cxnId="{7E0C5A8B-4E59-455C-BD9D-3F939730C4BF}">
      <dgm:prSet/>
      <dgm:spPr/>
      <dgm:t>
        <a:bodyPr/>
        <a:lstStyle/>
        <a:p>
          <a:endParaRPr lang="pt-BR"/>
        </a:p>
      </dgm:t>
    </dgm:pt>
    <dgm:pt modelId="{0B273AA2-1CD9-47D6-89E2-3667B0E73683}">
      <dgm:prSet phldrT="[Texto]" custT="1"/>
      <dgm:spPr/>
      <dgm:t>
        <a:bodyPr/>
        <a:lstStyle/>
        <a:p>
          <a:r>
            <a:rPr lang="pt-BR" sz="1400" dirty="0"/>
            <a:t>Machine Learning tradicional supervisionado</a:t>
          </a:r>
        </a:p>
      </dgm:t>
    </dgm:pt>
    <dgm:pt modelId="{14E923D6-E949-4CD2-894B-7479C87287D0}" type="parTrans" cxnId="{DE47FF2C-E1D2-49BE-AC7A-10588A91625C}">
      <dgm:prSet/>
      <dgm:spPr/>
      <dgm:t>
        <a:bodyPr/>
        <a:lstStyle/>
        <a:p>
          <a:endParaRPr lang="pt-BR"/>
        </a:p>
      </dgm:t>
    </dgm:pt>
    <dgm:pt modelId="{3EE4DA4E-40C6-4965-8F73-777A543CC012}" type="sibTrans" cxnId="{DE47FF2C-E1D2-49BE-AC7A-10588A91625C}">
      <dgm:prSet/>
      <dgm:spPr/>
      <dgm:t>
        <a:bodyPr/>
        <a:lstStyle/>
        <a:p>
          <a:endParaRPr lang="pt-BR"/>
        </a:p>
      </dgm:t>
    </dgm:pt>
    <dgm:pt modelId="{CC439590-7497-4AE0-B50C-C6C233E31F23}">
      <dgm:prSet phldrT="[Texto]"/>
      <dgm:spPr/>
      <dgm:t>
        <a:bodyPr/>
        <a:lstStyle/>
        <a:p>
          <a:r>
            <a:rPr lang="pt-BR" dirty="0"/>
            <a:t>Fase 3: Revolução neural</a:t>
          </a:r>
        </a:p>
      </dgm:t>
    </dgm:pt>
    <dgm:pt modelId="{24D112F2-B989-4976-8794-FD7E18039BED}" type="parTrans" cxnId="{7048E1BD-98BD-465F-8C46-A4044E0EA1BF}">
      <dgm:prSet/>
      <dgm:spPr/>
      <dgm:t>
        <a:bodyPr/>
        <a:lstStyle/>
        <a:p>
          <a:endParaRPr lang="pt-BR"/>
        </a:p>
      </dgm:t>
    </dgm:pt>
    <dgm:pt modelId="{9A0BF5D4-46A5-4F19-BE72-554EA3FD70F9}" type="sibTrans" cxnId="{7048E1BD-98BD-465F-8C46-A4044E0EA1BF}">
      <dgm:prSet/>
      <dgm:spPr/>
      <dgm:t>
        <a:bodyPr/>
        <a:lstStyle/>
        <a:p>
          <a:endParaRPr lang="pt-BR"/>
        </a:p>
      </dgm:t>
    </dgm:pt>
    <dgm:pt modelId="{B92401A6-26A9-4244-A585-FB37D55CD261}">
      <dgm:prSet phldrT="[Texto]" custT="1"/>
      <dgm:spPr/>
      <dgm:t>
        <a:bodyPr/>
        <a:lstStyle/>
        <a:p>
          <a:r>
            <a:rPr lang="pt-BR" sz="1400" dirty="0" err="1"/>
            <a:t>Deep</a:t>
          </a:r>
          <a:r>
            <a:rPr lang="pt-BR" sz="1400" dirty="0"/>
            <a:t> Learning e Word </a:t>
          </a:r>
          <a:r>
            <a:rPr lang="pt-BR" sz="1400" dirty="0" err="1"/>
            <a:t>Embeddings</a:t>
          </a:r>
          <a:endParaRPr lang="pt-BR" sz="1400" dirty="0"/>
        </a:p>
      </dgm:t>
    </dgm:pt>
    <dgm:pt modelId="{4E82A1F5-16A6-4F4B-8F52-93FC5AD09668}" type="parTrans" cxnId="{C0442832-E36F-4C91-9696-0B2604B51540}">
      <dgm:prSet/>
      <dgm:spPr/>
      <dgm:t>
        <a:bodyPr/>
        <a:lstStyle/>
        <a:p>
          <a:endParaRPr lang="pt-BR"/>
        </a:p>
      </dgm:t>
    </dgm:pt>
    <dgm:pt modelId="{80CF1F70-079C-4EB5-A2E0-A4350C342ED2}" type="sibTrans" cxnId="{C0442832-E36F-4C91-9696-0B2604B51540}">
      <dgm:prSet/>
      <dgm:spPr/>
      <dgm:t>
        <a:bodyPr/>
        <a:lstStyle/>
        <a:p>
          <a:endParaRPr lang="pt-BR"/>
        </a:p>
      </dgm:t>
    </dgm:pt>
    <dgm:pt modelId="{DC2F78E2-2394-4E3D-933F-5B92A91DC27E}">
      <dgm:prSet phldrT="[Texto]"/>
      <dgm:spPr/>
      <dgm:t>
        <a:bodyPr/>
        <a:lstStyle/>
        <a:p>
          <a:r>
            <a:rPr lang="pt-BR" dirty="0"/>
            <a:t>Fase 4: Era moderna</a:t>
          </a:r>
        </a:p>
      </dgm:t>
    </dgm:pt>
    <dgm:pt modelId="{D7D352E0-4A36-4197-BD0C-F90E715A3F8F}" type="parTrans" cxnId="{5EBD4D85-B240-4ABD-9308-FBF096FFEBCA}">
      <dgm:prSet/>
      <dgm:spPr/>
      <dgm:t>
        <a:bodyPr/>
        <a:lstStyle/>
        <a:p>
          <a:endParaRPr lang="pt-BR"/>
        </a:p>
      </dgm:t>
    </dgm:pt>
    <dgm:pt modelId="{C1D4CDAE-59FF-464A-8A73-7E9D658F0AEF}" type="sibTrans" cxnId="{5EBD4D85-B240-4ABD-9308-FBF096FFEBCA}">
      <dgm:prSet/>
      <dgm:spPr/>
      <dgm:t>
        <a:bodyPr/>
        <a:lstStyle/>
        <a:p>
          <a:endParaRPr lang="pt-BR"/>
        </a:p>
      </dgm:t>
    </dgm:pt>
    <dgm:pt modelId="{D298221B-E7FE-4B08-B111-F2471C16D7F7}">
      <dgm:prSet phldrT="[Texto]" custT="1"/>
      <dgm:spPr/>
      <dgm:t>
        <a:bodyPr/>
        <a:lstStyle/>
        <a:p>
          <a:r>
            <a:rPr lang="pt-BR" sz="1400" dirty="0"/>
            <a:t>Arquitetura </a:t>
          </a:r>
          <a:r>
            <a:rPr lang="pt-BR" sz="1400" dirty="0" err="1"/>
            <a:t>Transformer</a:t>
          </a:r>
          <a:r>
            <a:rPr lang="pt-BR" sz="1400" dirty="0"/>
            <a:t> e Mecanismo de Atenção</a:t>
          </a:r>
        </a:p>
      </dgm:t>
    </dgm:pt>
    <dgm:pt modelId="{6B8A23BA-1AB3-4ED7-A2BC-F0579C560B61}" type="parTrans" cxnId="{70B56505-B08E-4862-B771-5B666001FDD1}">
      <dgm:prSet/>
      <dgm:spPr/>
      <dgm:t>
        <a:bodyPr/>
        <a:lstStyle/>
        <a:p>
          <a:endParaRPr lang="pt-BR"/>
        </a:p>
      </dgm:t>
    </dgm:pt>
    <dgm:pt modelId="{23B58254-907A-4AA9-9CC2-4CB3343AF1E1}" type="sibTrans" cxnId="{70B56505-B08E-4862-B771-5B666001FDD1}">
      <dgm:prSet/>
      <dgm:spPr/>
      <dgm:t>
        <a:bodyPr/>
        <a:lstStyle/>
        <a:p>
          <a:endParaRPr lang="pt-BR"/>
        </a:p>
      </dgm:t>
    </dgm:pt>
    <dgm:pt modelId="{34506362-0D06-4240-92DE-4C7D15CE14F4}">
      <dgm:prSet custT="1"/>
      <dgm:spPr/>
      <dgm:t>
        <a:bodyPr/>
        <a:lstStyle/>
        <a:p>
          <a:r>
            <a:rPr lang="pt-BR" sz="1400" b="0" dirty="0"/>
            <a:t>O </a:t>
          </a:r>
          <a:r>
            <a:rPr lang="pt-BR" sz="1400" dirty="0"/>
            <a:t>sentimento era a soma das polaridades de palavras individuais rotuladas por humanos (</a:t>
          </a:r>
          <a:r>
            <a:rPr lang="pt-BR" sz="1400" dirty="0" err="1"/>
            <a:t>ex</a:t>
          </a:r>
          <a:r>
            <a:rPr lang="pt-BR" sz="1400" dirty="0"/>
            <a:t>: </a:t>
          </a:r>
          <a:r>
            <a:rPr lang="pt-BR" sz="1400" dirty="0" err="1"/>
            <a:t>SentiWordNet</a:t>
          </a:r>
          <a:r>
            <a:rPr lang="pt-BR" sz="1400" dirty="0"/>
            <a:t>)</a:t>
          </a:r>
        </a:p>
      </dgm:t>
    </dgm:pt>
    <dgm:pt modelId="{E1C4E82A-94E8-4FD5-B099-A385A491439A}" type="parTrans" cxnId="{CD9BEDBF-5F97-4FD1-A615-EC0FC9CF798C}">
      <dgm:prSet/>
      <dgm:spPr/>
      <dgm:t>
        <a:bodyPr/>
        <a:lstStyle/>
        <a:p>
          <a:endParaRPr lang="pt-BR"/>
        </a:p>
      </dgm:t>
    </dgm:pt>
    <dgm:pt modelId="{8561F6AD-98E2-4F12-B669-1B1C2823CE88}" type="sibTrans" cxnId="{CD9BEDBF-5F97-4FD1-A615-EC0FC9CF798C}">
      <dgm:prSet/>
      <dgm:spPr/>
      <dgm:t>
        <a:bodyPr/>
        <a:lstStyle/>
        <a:p>
          <a:endParaRPr lang="pt-BR"/>
        </a:p>
      </dgm:t>
    </dgm:pt>
    <dgm:pt modelId="{39759FE1-63A3-4CF1-9766-E14E92E42FA8}">
      <dgm:prSet custT="1"/>
      <dgm:spPr/>
      <dgm:t>
        <a:bodyPr/>
        <a:lstStyle/>
        <a:p>
          <a:r>
            <a:rPr lang="pt-BR" sz="1400" dirty="0"/>
            <a:t>Algoritmos aprendiam as regras a partir dos dados, transformando texto em vetores numéricos gigantes</a:t>
          </a:r>
        </a:p>
      </dgm:t>
    </dgm:pt>
    <dgm:pt modelId="{81764819-B6E0-42AC-AE5C-A106DFA9EFD0}" type="parTrans" cxnId="{284796B3-C219-4985-9B90-3BEA4D320D8C}">
      <dgm:prSet/>
      <dgm:spPr/>
      <dgm:t>
        <a:bodyPr/>
        <a:lstStyle/>
        <a:p>
          <a:endParaRPr lang="pt-BR"/>
        </a:p>
      </dgm:t>
    </dgm:pt>
    <dgm:pt modelId="{F209279B-5860-4B80-8D86-C0D49D94009A}" type="sibTrans" cxnId="{284796B3-C219-4985-9B90-3BEA4D320D8C}">
      <dgm:prSet/>
      <dgm:spPr/>
      <dgm:t>
        <a:bodyPr/>
        <a:lstStyle/>
        <a:p>
          <a:endParaRPr lang="pt-BR"/>
        </a:p>
      </dgm:t>
    </dgm:pt>
    <dgm:pt modelId="{71F15EEA-D8C0-4177-807E-3D0907D57F5A}">
      <dgm:prSet custT="1"/>
      <dgm:spPr/>
      <dgm:t>
        <a:bodyPr/>
        <a:lstStyle/>
        <a:p>
          <a:r>
            <a:rPr lang="pt-BR" sz="1400" dirty="0"/>
            <a:t>Automatizou a extração de características. "Word </a:t>
          </a:r>
          <a:r>
            <a:rPr lang="pt-BR" sz="1400" dirty="0" err="1"/>
            <a:t>Embeddings</a:t>
          </a:r>
          <a:r>
            <a:rPr lang="pt-BR" sz="1400" dirty="0"/>
            <a:t>" capturam o significado semântico em vetores densos e </a:t>
          </a:r>
          <a:r>
            <a:rPr lang="pt-BR" sz="1400" dirty="0" err="1"/>
            <a:t>RNNs</a:t>
          </a:r>
          <a:r>
            <a:rPr lang="pt-BR" sz="1400" dirty="0"/>
            <a:t> processavam a sequência do texto</a:t>
          </a:r>
        </a:p>
      </dgm:t>
    </dgm:pt>
    <dgm:pt modelId="{8651C3C1-93AE-4B5C-947B-C74D760B6C05}" type="parTrans" cxnId="{22100395-166A-4911-8532-E3684AF11905}">
      <dgm:prSet/>
      <dgm:spPr/>
      <dgm:t>
        <a:bodyPr/>
        <a:lstStyle/>
        <a:p>
          <a:endParaRPr lang="pt-BR"/>
        </a:p>
      </dgm:t>
    </dgm:pt>
    <dgm:pt modelId="{6EE1F90B-61EC-4338-BBDB-2DD8BDA81918}" type="sibTrans" cxnId="{22100395-166A-4911-8532-E3684AF11905}">
      <dgm:prSet/>
      <dgm:spPr/>
      <dgm:t>
        <a:bodyPr/>
        <a:lstStyle/>
        <a:p>
          <a:endParaRPr lang="pt-BR"/>
        </a:p>
      </dgm:t>
    </dgm:pt>
    <dgm:pt modelId="{B9C5D675-C6EF-4E3A-8267-F60976DAB03C}">
      <dgm:prSet custT="1"/>
      <dgm:spPr/>
      <dgm:t>
        <a:bodyPr/>
        <a:lstStyle/>
        <a:p>
          <a:r>
            <a:rPr lang="pt-BR" sz="1400" dirty="0"/>
            <a:t>Analisa a frase inteira ponderando a importância entre todas as palavras</a:t>
          </a:r>
        </a:p>
      </dgm:t>
    </dgm:pt>
    <dgm:pt modelId="{1DBB02F8-C149-4898-88EC-10AE93971A62}" type="parTrans" cxnId="{9DF29D32-8E00-402B-B016-EC401D9899F6}">
      <dgm:prSet/>
      <dgm:spPr/>
      <dgm:t>
        <a:bodyPr/>
        <a:lstStyle/>
        <a:p>
          <a:endParaRPr lang="pt-BR"/>
        </a:p>
      </dgm:t>
    </dgm:pt>
    <dgm:pt modelId="{6B888BEF-39D4-488B-99CB-61A904EEBC08}" type="sibTrans" cxnId="{9DF29D32-8E00-402B-B016-EC401D9899F6}">
      <dgm:prSet/>
      <dgm:spPr/>
      <dgm:t>
        <a:bodyPr/>
        <a:lstStyle/>
        <a:p>
          <a:endParaRPr lang="pt-BR"/>
        </a:p>
      </dgm:t>
    </dgm:pt>
    <dgm:pt modelId="{83E03DCD-60E6-4283-98A5-CD413E639718}" type="pres">
      <dgm:prSet presAssocID="{9FA5BB5D-4636-4383-A6EE-246069401395}" presName="Name0" presStyleCnt="0">
        <dgm:presLayoutVars>
          <dgm:dir/>
          <dgm:animLvl val="lvl"/>
          <dgm:resizeHandles val="exact"/>
        </dgm:presLayoutVars>
      </dgm:prSet>
      <dgm:spPr/>
    </dgm:pt>
    <dgm:pt modelId="{675489AA-AD10-488E-BE42-AE0C9376593C}" type="pres">
      <dgm:prSet presAssocID="{9FA5BB5D-4636-4383-A6EE-246069401395}" presName="tSp" presStyleCnt="0"/>
      <dgm:spPr/>
    </dgm:pt>
    <dgm:pt modelId="{EEC54E9D-9CF5-46A4-982C-4D035F48DD7E}" type="pres">
      <dgm:prSet presAssocID="{9FA5BB5D-4636-4383-A6EE-246069401395}" presName="bSp" presStyleCnt="0"/>
      <dgm:spPr/>
    </dgm:pt>
    <dgm:pt modelId="{0D063D13-32D7-4BA4-A06C-A77C3D0BF844}" type="pres">
      <dgm:prSet presAssocID="{9FA5BB5D-4636-4383-A6EE-246069401395}" presName="process" presStyleCnt="0"/>
      <dgm:spPr/>
    </dgm:pt>
    <dgm:pt modelId="{D23C2F41-C406-4678-8078-7EED62B9AE49}" type="pres">
      <dgm:prSet presAssocID="{3DF5E87A-8E22-493D-971C-8B8A27525A92}" presName="composite1" presStyleCnt="0"/>
      <dgm:spPr/>
    </dgm:pt>
    <dgm:pt modelId="{70E9B4FF-1210-4B09-A0F6-08D94D68C6A0}" type="pres">
      <dgm:prSet presAssocID="{3DF5E87A-8E22-493D-971C-8B8A27525A92}" presName="dummyNode1" presStyleLbl="node1" presStyleIdx="0" presStyleCnt="4"/>
      <dgm:spPr/>
    </dgm:pt>
    <dgm:pt modelId="{397B6687-0F0D-4302-96CB-CF6EF62EA370}" type="pres">
      <dgm:prSet presAssocID="{3DF5E87A-8E22-493D-971C-8B8A27525A92}" presName="childNode1" presStyleLbl="bgAcc1" presStyleIdx="0" presStyleCnt="4" custScaleX="110177" custScaleY="124460" custLinFactNeighborX="-4811" custLinFactNeighborY="-13634">
        <dgm:presLayoutVars>
          <dgm:bulletEnabled val="1"/>
        </dgm:presLayoutVars>
      </dgm:prSet>
      <dgm:spPr/>
    </dgm:pt>
    <dgm:pt modelId="{E91A4779-5E73-45A5-903E-DD3CB1C34AFE}" type="pres">
      <dgm:prSet presAssocID="{3DF5E87A-8E22-493D-971C-8B8A27525A92}" presName="childNode1tx" presStyleLbl="bgAcc1" presStyleIdx="0" presStyleCnt="4">
        <dgm:presLayoutVars>
          <dgm:bulletEnabled val="1"/>
        </dgm:presLayoutVars>
      </dgm:prSet>
      <dgm:spPr/>
    </dgm:pt>
    <dgm:pt modelId="{3933A686-E4C4-415D-BE45-2CA3D82BEF2C}" type="pres">
      <dgm:prSet presAssocID="{3DF5E87A-8E22-493D-971C-8B8A27525A92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1F0A85A3-5C43-4F4A-8455-C0FC6674AF4B}" type="pres">
      <dgm:prSet presAssocID="{3DF5E87A-8E22-493D-971C-8B8A27525A92}" presName="connSite1" presStyleCnt="0"/>
      <dgm:spPr/>
    </dgm:pt>
    <dgm:pt modelId="{F78042C8-68B0-4616-84F8-5E656987E78B}" type="pres">
      <dgm:prSet presAssocID="{12D12736-3FB7-4499-A761-87FAA6C15102}" presName="Name9" presStyleLbl="sibTrans2D1" presStyleIdx="0" presStyleCnt="3"/>
      <dgm:spPr/>
    </dgm:pt>
    <dgm:pt modelId="{B6004B82-ADA2-4A84-AC4D-F6335ADCA388}" type="pres">
      <dgm:prSet presAssocID="{58DDE973-CD55-42FE-A5C6-F0D8A529CE22}" presName="composite2" presStyleCnt="0"/>
      <dgm:spPr/>
    </dgm:pt>
    <dgm:pt modelId="{C5B03E16-47E8-4F64-A650-4A2196D72A6E}" type="pres">
      <dgm:prSet presAssocID="{58DDE973-CD55-42FE-A5C6-F0D8A529CE22}" presName="dummyNode2" presStyleLbl="node1" presStyleIdx="0" presStyleCnt="4"/>
      <dgm:spPr/>
    </dgm:pt>
    <dgm:pt modelId="{2DFE3CD9-EB3C-4B76-8B84-2E841A2FDB20}" type="pres">
      <dgm:prSet presAssocID="{58DDE973-CD55-42FE-A5C6-F0D8A529CE22}" presName="childNode2" presStyleLbl="bgAcc1" presStyleIdx="1" presStyleCnt="4" custScaleY="137526" custLinFactNeighborX="-2093" custLinFactNeighborY="9302">
        <dgm:presLayoutVars>
          <dgm:bulletEnabled val="1"/>
        </dgm:presLayoutVars>
      </dgm:prSet>
      <dgm:spPr/>
    </dgm:pt>
    <dgm:pt modelId="{BC401459-099A-460C-951D-45CEBA7C5A83}" type="pres">
      <dgm:prSet presAssocID="{58DDE973-CD55-42FE-A5C6-F0D8A529CE22}" presName="childNode2tx" presStyleLbl="bgAcc1" presStyleIdx="1" presStyleCnt="4">
        <dgm:presLayoutVars>
          <dgm:bulletEnabled val="1"/>
        </dgm:presLayoutVars>
      </dgm:prSet>
      <dgm:spPr/>
    </dgm:pt>
    <dgm:pt modelId="{01E34C2D-4E90-4793-8D28-15D64A01B83E}" type="pres">
      <dgm:prSet presAssocID="{58DDE973-CD55-42FE-A5C6-F0D8A529CE22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B914F43F-A9CC-41AB-B52C-C5A6E92CFF4D}" type="pres">
      <dgm:prSet presAssocID="{58DDE973-CD55-42FE-A5C6-F0D8A529CE22}" presName="connSite2" presStyleCnt="0"/>
      <dgm:spPr/>
    </dgm:pt>
    <dgm:pt modelId="{7B5A0218-EA90-4869-8E5E-9D72A40584AD}" type="pres">
      <dgm:prSet presAssocID="{D0A98E6A-83D6-4AFE-84FF-930B8BED003C}" presName="Name18" presStyleLbl="sibTrans2D1" presStyleIdx="1" presStyleCnt="3"/>
      <dgm:spPr/>
    </dgm:pt>
    <dgm:pt modelId="{DEE80A77-0CAB-4D01-A124-174FD2735125}" type="pres">
      <dgm:prSet presAssocID="{CC439590-7497-4AE0-B50C-C6C233E31F23}" presName="composite1" presStyleCnt="0"/>
      <dgm:spPr/>
    </dgm:pt>
    <dgm:pt modelId="{57F51668-94BE-43C3-ADAC-C40684AD281F}" type="pres">
      <dgm:prSet presAssocID="{CC439590-7497-4AE0-B50C-C6C233E31F23}" presName="dummyNode1" presStyleLbl="node1" presStyleIdx="1" presStyleCnt="4"/>
      <dgm:spPr/>
    </dgm:pt>
    <dgm:pt modelId="{61035516-D0F4-4129-B9B6-B575870EEEDD}" type="pres">
      <dgm:prSet presAssocID="{CC439590-7497-4AE0-B50C-C6C233E31F23}" presName="childNode1" presStyleLbl="bgAcc1" presStyleIdx="2" presStyleCnt="4" custScaleX="116762" custScaleY="140619" custLinFactNeighborX="-11208" custLinFactNeighborY="-16146">
        <dgm:presLayoutVars>
          <dgm:bulletEnabled val="1"/>
        </dgm:presLayoutVars>
      </dgm:prSet>
      <dgm:spPr/>
    </dgm:pt>
    <dgm:pt modelId="{2D7AF47A-EC9A-4F65-BADC-4E4EF49D8470}" type="pres">
      <dgm:prSet presAssocID="{CC439590-7497-4AE0-B50C-C6C233E31F23}" presName="childNode1tx" presStyleLbl="bgAcc1" presStyleIdx="2" presStyleCnt="4">
        <dgm:presLayoutVars>
          <dgm:bulletEnabled val="1"/>
        </dgm:presLayoutVars>
      </dgm:prSet>
      <dgm:spPr/>
    </dgm:pt>
    <dgm:pt modelId="{ACD928B3-053C-420D-B056-E6DE73EB5EED}" type="pres">
      <dgm:prSet presAssocID="{CC439590-7497-4AE0-B50C-C6C233E31F23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2F604736-FC95-4389-BE3E-83EF7C4E0FA6}" type="pres">
      <dgm:prSet presAssocID="{CC439590-7497-4AE0-B50C-C6C233E31F23}" presName="connSite1" presStyleCnt="0"/>
      <dgm:spPr/>
    </dgm:pt>
    <dgm:pt modelId="{84290E67-D45D-4EAF-AC50-E1DB1DD075D4}" type="pres">
      <dgm:prSet presAssocID="{9A0BF5D4-46A5-4F19-BE72-554EA3FD70F9}" presName="Name9" presStyleLbl="sibTrans2D1" presStyleIdx="2" presStyleCnt="3"/>
      <dgm:spPr/>
    </dgm:pt>
    <dgm:pt modelId="{B599B7CE-BC29-4743-BBC9-26D7A251EFFE}" type="pres">
      <dgm:prSet presAssocID="{DC2F78E2-2394-4E3D-933F-5B92A91DC27E}" presName="composite2" presStyleCnt="0"/>
      <dgm:spPr/>
    </dgm:pt>
    <dgm:pt modelId="{E7F2AE4A-983F-4D98-84FA-24557673D4A1}" type="pres">
      <dgm:prSet presAssocID="{DC2F78E2-2394-4E3D-933F-5B92A91DC27E}" presName="dummyNode2" presStyleLbl="node1" presStyleIdx="2" presStyleCnt="4"/>
      <dgm:spPr/>
    </dgm:pt>
    <dgm:pt modelId="{AF071BC9-4593-4AA4-BBC1-26119C24E75C}" type="pres">
      <dgm:prSet presAssocID="{DC2F78E2-2394-4E3D-933F-5B92A91DC27E}" presName="childNode2" presStyleLbl="bgAcc1" presStyleIdx="3" presStyleCnt="4" custScaleY="139290" custLinFactNeighborX="-469" custLinFactNeighborY="7736">
        <dgm:presLayoutVars>
          <dgm:bulletEnabled val="1"/>
        </dgm:presLayoutVars>
      </dgm:prSet>
      <dgm:spPr/>
    </dgm:pt>
    <dgm:pt modelId="{15FEC7EE-1CA0-4502-963D-036601533673}" type="pres">
      <dgm:prSet presAssocID="{DC2F78E2-2394-4E3D-933F-5B92A91DC27E}" presName="childNode2tx" presStyleLbl="bgAcc1" presStyleIdx="3" presStyleCnt="4">
        <dgm:presLayoutVars>
          <dgm:bulletEnabled val="1"/>
        </dgm:presLayoutVars>
      </dgm:prSet>
      <dgm:spPr/>
    </dgm:pt>
    <dgm:pt modelId="{242A5CA3-DBA7-4E93-84AC-E1D4FA872B7C}" type="pres">
      <dgm:prSet presAssocID="{DC2F78E2-2394-4E3D-933F-5B92A91DC27E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722972E8-C2D7-43E4-BE21-54D035136192}" type="pres">
      <dgm:prSet presAssocID="{DC2F78E2-2394-4E3D-933F-5B92A91DC27E}" presName="connSite2" presStyleCnt="0"/>
      <dgm:spPr/>
    </dgm:pt>
  </dgm:ptLst>
  <dgm:cxnLst>
    <dgm:cxn modelId="{70B56505-B08E-4862-B771-5B666001FDD1}" srcId="{DC2F78E2-2394-4E3D-933F-5B92A91DC27E}" destId="{D298221B-E7FE-4B08-B111-F2471C16D7F7}" srcOrd="0" destOrd="0" parTransId="{6B8A23BA-1AB3-4ED7-A2BC-F0579C560B61}" sibTransId="{23B58254-907A-4AA9-9CC2-4CB3343AF1E1}"/>
    <dgm:cxn modelId="{B56AE109-5456-4EED-85B8-033066D53DA3}" type="presOf" srcId="{39759FE1-63A3-4CF1-9766-E14E92E42FA8}" destId="{2DFE3CD9-EB3C-4B76-8B84-2E841A2FDB20}" srcOrd="0" destOrd="1" presId="urn:microsoft.com/office/officeart/2005/8/layout/hProcess4"/>
    <dgm:cxn modelId="{4987A41A-632F-4794-988A-6FC43D7B053D}" type="presOf" srcId="{71F15EEA-D8C0-4177-807E-3D0907D57F5A}" destId="{2D7AF47A-EC9A-4F65-BADC-4E4EF49D8470}" srcOrd="1" destOrd="1" presId="urn:microsoft.com/office/officeart/2005/8/layout/hProcess4"/>
    <dgm:cxn modelId="{074BBB25-9884-4B74-B0FB-EFEBED4E6549}" type="presOf" srcId="{12D12736-3FB7-4499-A761-87FAA6C15102}" destId="{F78042C8-68B0-4616-84F8-5E656987E78B}" srcOrd="0" destOrd="0" presId="urn:microsoft.com/office/officeart/2005/8/layout/hProcess4"/>
    <dgm:cxn modelId="{DE47FF2C-E1D2-49BE-AC7A-10588A91625C}" srcId="{58DDE973-CD55-42FE-A5C6-F0D8A529CE22}" destId="{0B273AA2-1CD9-47D6-89E2-3667B0E73683}" srcOrd="0" destOrd="0" parTransId="{14E923D6-E949-4CD2-894B-7479C87287D0}" sibTransId="{3EE4DA4E-40C6-4965-8F73-777A543CC012}"/>
    <dgm:cxn modelId="{C0442832-E36F-4C91-9696-0B2604B51540}" srcId="{CC439590-7497-4AE0-B50C-C6C233E31F23}" destId="{B92401A6-26A9-4244-A585-FB37D55CD261}" srcOrd="0" destOrd="0" parTransId="{4E82A1F5-16A6-4F4B-8F52-93FC5AD09668}" sibTransId="{80CF1F70-079C-4EB5-A2E0-A4350C342ED2}"/>
    <dgm:cxn modelId="{9DF29D32-8E00-402B-B016-EC401D9899F6}" srcId="{DC2F78E2-2394-4E3D-933F-5B92A91DC27E}" destId="{B9C5D675-C6EF-4E3A-8267-F60976DAB03C}" srcOrd="1" destOrd="0" parTransId="{1DBB02F8-C149-4898-88EC-10AE93971A62}" sibTransId="{6B888BEF-39D4-488B-99CB-61A904EEBC08}"/>
    <dgm:cxn modelId="{BDC28D3E-44F1-4768-90D4-D435F72785E2}" type="presOf" srcId="{D298221B-E7FE-4B08-B111-F2471C16D7F7}" destId="{15FEC7EE-1CA0-4502-963D-036601533673}" srcOrd="1" destOrd="0" presId="urn:microsoft.com/office/officeart/2005/8/layout/hProcess4"/>
    <dgm:cxn modelId="{AAD2383F-93BE-4185-9FCF-D32D7483A312}" type="presOf" srcId="{34506362-0D06-4240-92DE-4C7D15CE14F4}" destId="{E91A4779-5E73-45A5-903E-DD3CB1C34AFE}" srcOrd="1" destOrd="1" presId="urn:microsoft.com/office/officeart/2005/8/layout/hProcess4"/>
    <dgm:cxn modelId="{BC21115B-5724-4392-85D8-A8DF15BB61B0}" type="presOf" srcId="{0B273AA2-1CD9-47D6-89E2-3667B0E73683}" destId="{BC401459-099A-460C-951D-45CEBA7C5A83}" srcOrd="1" destOrd="0" presId="urn:microsoft.com/office/officeart/2005/8/layout/hProcess4"/>
    <dgm:cxn modelId="{41948245-4844-44B3-AF55-55D3D874025E}" type="presOf" srcId="{0B273AA2-1CD9-47D6-89E2-3667B0E73683}" destId="{2DFE3CD9-EB3C-4B76-8B84-2E841A2FDB20}" srcOrd="0" destOrd="0" presId="urn:microsoft.com/office/officeart/2005/8/layout/hProcess4"/>
    <dgm:cxn modelId="{927E0649-E9F6-4B6E-94D8-642F3A926881}" type="presOf" srcId="{B9C5D675-C6EF-4E3A-8267-F60976DAB03C}" destId="{AF071BC9-4593-4AA4-BBC1-26119C24E75C}" srcOrd="0" destOrd="1" presId="urn:microsoft.com/office/officeart/2005/8/layout/hProcess4"/>
    <dgm:cxn modelId="{E0FC0B4E-5666-4880-B43B-3FADF60C542C}" type="presOf" srcId="{B92401A6-26A9-4244-A585-FB37D55CD261}" destId="{61035516-D0F4-4129-B9B6-B575870EEEDD}" srcOrd="0" destOrd="0" presId="urn:microsoft.com/office/officeart/2005/8/layout/hProcess4"/>
    <dgm:cxn modelId="{9C57A852-53E0-4685-936C-EB8A61EB7B53}" type="presOf" srcId="{58DDE973-CD55-42FE-A5C6-F0D8A529CE22}" destId="{01E34C2D-4E90-4793-8D28-15D64A01B83E}" srcOrd="0" destOrd="0" presId="urn:microsoft.com/office/officeart/2005/8/layout/hProcess4"/>
    <dgm:cxn modelId="{FE30127D-CEBA-4C46-8817-6C2323074DDE}" type="presOf" srcId="{B9C5D675-C6EF-4E3A-8267-F60976DAB03C}" destId="{15FEC7EE-1CA0-4502-963D-036601533673}" srcOrd="1" destOrd="1" presId="urn:microsoft.com/office/officeart/2005/8/layout/hProcess4"/>
    <dgm:cxn modelId="{F939D57F-AEFA-48A2-B91E-3E289501BBE6}" type="presOf" srcId="{34506362-0D06-4240-92DE-4C7D15CE14F4}" destId="{397B6687-0F0D-4302-96CB-CF6EF62EA370}" srcOrd="0" destOrd="1" presId="urn:microsoft.com/office/officeart/2005/8/layout/hProcess4"/>
    <dgm:cxn modelId="{5EBD4D85-B240-4ABD-9308-FBF096FFEBCA}" srcId="{9FA5BB5D-4636-4383-A6EE-246069401395}" destId="{DC2F78E2-2394-4E3D-933F-5B92A91DC27E}" srcOrd="3" destOrd="0" parTransId="{D7D352E0-4A36-4197-BD0C-F90E715A3F8F}" sibTransId="{C1D4CDAE-59FF-464A-8A73-7E9D658F0AEF}"/>
    <dgm:cxn modelId="{7E0C5A8B-4E59-455C-BD9D-3F939730C4BF}" srcId="{9FA5BB5D-4636-4383-A6EE-246069401395}" destId="{58DDE973-CD55-42FE-A5C6-F0D8A529CE22}" srcOrd="1" destOrd="0" parTransId="{6FAC897E-B540-42CC-BFA8-4CAB273467CD}" sibTransId="{D0A98E6A-83D6-4AFE-84FF-930B8BED003C}"/>
    <dgm:cxn modelId="{F7086D8D-905B-4942-8869-BAF992AB8DAA}" type="presOf" srcId="{9A0BF5D4-46A5-4F19-BE72-554EA3FD70F9}" destId="{84290E67-D45D-4EAF-AC50-E1DB1DD075D4}" srcOrd="0" destOrd="0" presId="urn:microsoft.com/office/officeart/2005/8/layout/hProcess4"/>
    <dgm:cxn modelId="{7E98E792-9F3B-4411-9348-35A28879D402}" type="presOf" srcId="{DC2F78E2-2394-4E3D-933F-5B92A91DC27E}" destId="{242A5CA3-DBA7-4E93-84AC-E1D4FA872B7C}" srcOrd="0" destOrd="0" presId="urn:microsoft.com/office/officeart/2005/8/layout/hProcess4"/>
    <dgm:cxn modelId="{F181CE94-A49D-4A81-9C7A-E4FBBA43A50E}" type="presOf" srcId="{9FA5BB5D-4636-4383-A6EE-246069401395}" destId="{83E03DCD-60E6-4283-98A5-CD413E639718}" srcOrd="0" destOrd="0" presId="urn:microsoft.com/office/officeart/2005/8/layout/hProcess4"/>
    <dgm:cxn modelId="{22100395-166A-4911-8532-E3684AF11905}" srcId="{CC439590-7497-4AE0-B50C-C6C233E31F23}" destId="{71F15EEA-D8C0-4177-807E-3D0907D57F5A}" srcOrd="1" destOrd="0" parTransId="{8651C3C1-93AE-4B5C-947B-C74D760B6C05}" sibTransId="{6EE1F90B-61EC-4338-BBDB-2DD8BDA81918}"/>
    <dgm:cxn modelId="{51F59399-C810-410C-935D-D6FEE53F6FB7}" srcId="{3DF5E87A-8E22-493D-971C-8B8A27525A92}" destId="{DF6B9245-A9EA-4623-B731-89B267562687}" srcOrd="0" destOrd="0" parTransId="{33CA0C41-5E86-4840-ABA3-65E293E81DEE}" sibTransId="{8B5ADFB7-AF1E-4BB6-A107-A5FD2F5337B4}"/>
    <dgm:cxn modelId="{662F6FA7-C14B-4E3D-BA07-D27ECE3BA68E}" type="presOf" srcId="{D298221B-E7FE-4B08-B111-F2471C16D7F7}" destId="{AF071BC9-4593-4AA4-BBC1-26119C24E75C}" srcOrd="0" destOrd="0" presId="urn:microsoft.com/office/officeart/2005/8/layout/hProcess4"/>
    <dgm:cxn modelId="{D2943FAB-E1D2-418A-90B0-837F5BA4F296}" type="presOf" srcId="{3DF5E87A-8E22-493D-971C-8B8A27525A92}" destId="{3933A686-E4C4-415D-BE45-2CA3D82BEF2C}" srcOrd="0" destOrd="0" presId="urn:microsoft.com/office/officeart/2005/8/layout/hProcess4"/>
    <dgm:cxn modelId="{527EADAF-472D-4005-8EB4-7B582E2A8964}" type="presOf" srcId="{71F15EEA-D8C0-4177-807E-3D0907D57F5A}" destId="{61035516-D0F4-4129-B9B6-B575870EEEDD}" srcOrd="0" destOrd="1" presId="urn:microsoft.com/office/officeart/2005/8/layout/hProcess4"/>
    <dgm:cxn modelId="{86F71DB3-A1E3-438C-A4D5-96E8558995BC}" type="presOf" srcId="{39759FE1-63A3-4CF1-9766-E14E92E42FA8}" destId="{BC401459-099A-460C-951D-45CEBA7C5A83}" srcOrd="1" destOrd="1" presId="urn:microsoft.com/office/officeart/2005/8/layout/hProcess4"/>
    <dgm:cxn modelId="{284796B3-C219-4985-9B90-3BEA4D320D8C}" srcId="{58DDE973-CD55-42FE-A5C6-F0D8A529CE22}" destId="{39759FE1-63A3-4CF1-9766-E14E92E42FA8}" srcOrd="1" destOrd="0" parTransId="{81764819-B6E0-42AC-AE5C-A106DFA9EFD0}" sibTransId="{F209279B-5860-4B80-8D86-C0D49D94009A}"/>
    <dgm:cxn modelId="{D7D546B6-BFF2-453C-9FE3-B58B7C042D32}" type="presOf" srcId="{DF6B9245-A9EA-4623-B731-89B267562687}" destId="{397B6687-0F0D-4302-96CB-CF6EF62EA370}" srcOrd="0" destOrd="0" presId="urn:microsoft.com/office/officeart/2005/8/layout/hProcess4"/>
    <dgm:cxn modelId="{7048E1BD-98BD-465F-8C46-A4044E0EA1BF}" srcId="{9FA5BB5D-4636-4383-A6EE-246069401395}" destId="{CC439590-7497-4AE0-B50C-C6C233E31F23}" srcOrd="2" destOrd="0" parTransId="{24D112F2-B989-4976-8794-FD7E18039BED}" sibTransId="{9A0BF5D4-46A5-4F19-BE72-554EA3FD70F9}"/>
    <dgm:cxn modelId="{CD9BEDBF-5F97-4FD1-A615-EC0FC9CF798C}" srcId="{3DF5E87A-8E22-493D-971C-8B8A27525A92}" destId="{34506362-0D06-4240-92DE-4C7D15CE14F4}" srcOrd="1" destOrd="0" parTransId="{E1C4E82A-94E8-4FD5-B099-A385A491439A}" sibTransId="{8561F6AD-98E2-4F12-B669-1B1C2823CE88}"/>
    <dgm:cxn modelId="{FB57E4C7-6DBD-44BE-A2A2-AF7B9B5E3E7A}" type="presOf" srcId="{B92401A6-26A9-4244-A585-FB37D55CD261}" destId="{2D7AF47A-EC9A-4F65-BADC-4E4EF49D8470}" srcOrd="1" destOrd="0" presId="urn:microsoft.com/office/officeart/2005/8/layout/hProcess4"/>
    <dgm:cxn modelId="{3E63BBF3-19CF-4526-942E-5D165C0F3B58}" type="presOf" srcId="{CC439590-7497-4AE0-B50C-C6C233E31F23}" destId="{ACD928B3-053C-420D-B056-E6DE73EB5EED}" srcOrd="0" destOrd="0" presId="urn:microsoft.com/office/officeart/2005/8/layout/hProcess4"/>
    <dgm:cxn modelId="{ECDC84F8-B05F-42A5-911A-8C2D7A9F7F6B}" srcId="{9FA5BB5D-4636-4383-A6EE-246069401395}" destId="{3DF5E87A-8E22-493D-971C-8B8A27525A92}" srcOrd="0" destOrd="0" parTransId="{E22A442B-71B1-4600-9979-6C7C6ECEB19F}" sibTransId="{12D12736-3FB7-4499-A761-87FAA6C15102}"/>
    <dgm:cxn modelId="{298103FC-14AC-4C68-B0FC-7008073C4BC4}" type="presOf" srcId="{D0A98E6A-83D6-4AFE-84FF-930B8BED003C}" destId="{7B5A0218-EA90-4869-8E5E-9D72A40584AD}" srcOrd="0" destOrd="0" presId="urn:microsoft.com/office/officeart/2005/8/layout/hProcess4"/>
    <dgm:cxn modelId="{78576EFD-4D2C-462A-8FB9-002B9BE05EEE}" type="presOf" srcId="{DF6B9245-A9EA-4623-B731-89B267562687}" destId="{E91A4779-5E73-45A5-903E-DD3CB1C34AFE}" srcOrd="1" destOrd="0" presId="urn:microsoft.com/office/officeart/2005/8/layout/hProcess4"/>
    <dgm:cxn modelId="{AECFFF70-7C9A-4074-8181-D8539D800182}" type="presParOf" srcId="{83E03DCD-60E6-4283-98A5-CD413E639718}" destId="{675489AA-AD10-488E-BE42-AE0C9376593C}" srcOrd="0" destOrd="0" presId="urn:microsoft.com/office/officeart/2005/8/layout/hProcess4"/>
    <dgm:cxn modelId="{A7D38486-47B4-4AC7-8AAD-530F026D6146}" type="presParOf" srcId="{83E03DCD-60E6-4283-98A5-CD413E639718}" destId="{EEC54E9D-9CF5-46A4-982C-4D035F48DD7E}" srcOrd="1" destOrd="0" presId="urn:microsoft.com/office/officeart/2005/8/layout/hProcess4"/>
    <dgm:cxn modelId="{CB8BA3D8-3B64-415B-BD13-5BDE5810A6D1}" type="presParOf" srcId="{83E03DCD-60E6-4283-98A5-CD413E639718}" destId="{0D063D13-32D7-4BA4-A06C-A77C3D0BF844}" srcOrd="2" destOrd="0" presId="urn:microsoft.com/office/officeart/2005/8/layout/hProcess4"/>
    <dgm:cxn modelId="{0AA897DF-4301-47A5-A510-BA8191594B26}" type="presParOf" srcId="{0D063D13-32D7-4BA4-A06C-A77C3D0BF844}" destId="{D23C2F41-C406-4678-8078-7EED62B9AE49}" srcOrd="0" destOrd="0" presId="urn:microsoft.com/office/officeart/2005/8/layout/hProcess4"/>
    <dgm:cxn modelId="{38AE8500-0DEB-4302-868F-BA95EA0EF00E}" type="presParOf" srcId="{D23C2F41-C406-4678-8078-7EED62B9AE49}" destId="{70E9B4FF-1210-4B09-A0F6-08D94D68C6A0}" srcOrd="0" destOrd="0" presId="urn:microsoft.com/office/officeart/2005/8/layout/hProcess4"/>
    <dgm:cxn modelId="{0B99444D-A28C-4D17-A127-657815539B61}" type="presParOf" srcId="{D23C2F41-C406-4678-8078-7EED62B9AE49}" destId="{397B6687-0F0D-4302-96CB-CF6EF62EA370}" srcOrd="1" destOrd="0" presId="urn:microsoft.com/office/officeart/2005/8/layout/hProcess4"/>
    <dgm:cxn modelId="{652A3755-04F4-4F75-B76B-DD7F17DCF232}" type="presParOf" srcId="{D23C2F41-C406-4678-8078-7EED62B9AE49}" destId="{E91A4779-5E73-45A5-903E-DD3CB1C34AFE}" srcOrd="2" destOrd="0" presId="urn:microsoft.com/office/officeart/2005/8/layout/hProcess4"/>
    <dgm:cxn modelId="{270CFC90-AF57-42AC-94E4-3220A54B2E73}" type="presParOf" srcId="{D23C2F41-C406-4678-8078-7EED62B9AE49}" destId="{3933A686-E4C4-415D-BE45-2CA3D82BEF2C}" srcOrd="3" destOrd="0" presId="urn:microsoft.com/office/officeart/2005/8/layout/hProcess4"/>
    <dgm:cxn modelId="{1A7BB78E-ACC0-49AB-B1BC-51B73059120E}" type="presParOf" srcId="{D23C2F41-C406-4678-8078-7EED62B9AE49}" destId="{1F0A85A3-5C43-4F4A-8455-C0FC6674AF4B}" srcOrd="4" destOrd="0" presId="urn:microsoft.com/office/officeart/2005/8/layout/hProcess4"/>
    <dgm:cxn modelId="{454D5860-B279-49FD-902B-B933734AF874}" type="presParOf" srcId="{0D063D13-32D7-4BA4-A06C-A77C3D0BF844}" destId="{F78042C8-68B0-4616-84F8-5E656987E78B}" srcOrd="1" destOrd="0" presId="urn:microsoft.com/office/officeart/2005/8/layout/hProcess4"/>
    <dgm:cxn modelId="{0B0904B7-7286-487F-BE16-49C9197D4F0B}" type="presParOf" srcId="{0D063D13-32D7-4BA4-A06C-A77C3D0BF844}" destId="{B6004B82-ADA2-4A84-AC4D-F6335ADCA388}" srcOrd="2" destOrd="0" presId="urn:microsoft.com/office/officeart/2005/8/layout/hProcess4"/>
    <dgm:cxn modelId="{8D2ECAF3-29E9-4B85-BAF9-4E54F69BD5D4}" type="presParOf" srcId="{B6004B82-ADA2-4A84-AC4D-F6335ADCA388}" destId="{C5B03E16-47E8-4F64-A650-4A2196D72A6E}" srcOrd="0" destOrd="0" presId="urn:microsoft.com/office/officeart/2005/8/layout/hProcess4"/>
    <dgm:cxn modelId="{19CEF359-9CDF-40C2-AF91-3D65E9A76A68}" type="presParOf" srcId="{B6004B82-ADA2-4A84-AC4D-F6335ADCA388}" destId="{2DFE3CD9-EB3C-4B76-8B84-2E841A2FDB20}" srcOrd="1" destOrd="0" presId="urn:microsoft.com/office/officeart/2005/8/layout/hProcess4"/>
    <dgm:cxn modelId="{37627F02-F9D8-4BDB-A39B-C6BD72C90FF4}" type="presParOf" srcId="{B6004B82-ADA2-4A84-AC4D-F6335ADCA388}" destId="{BC401459-099A-460C-951D-45CEBA7C5A83}" srcOrd="2" destOrd="0" presId="urn:microsoft.com/office/officeart/2005/8/layout/hProcess4"/>
    <dgm:cxn modelId="{8E60FA3C-360C-4EA3-9E0E-D57A0E09B5CA}" type="presParOf" srcId="{B6004B82-ADA2-4A84-AC4D-F6335ADCA388}" destId="{01E34C2D-4E90-4793-8D28-15D64A01B83E}" srcOrd="3" destOrd="0" presId="urn:microsoft.com/office/officeart/2005/8/layout/hProcess4"/>
    <dgm:cxn modelId="{EF882FF2-9021-4B6E-8E61-BE5181213667}" type="presParOf" srcId="{B6004B82-ADA2-4A84-AC4D-F6335ADCA388}" destId="{B914F43F-A9CC-41AB-B52C-C5A6E92CFF4D}" srcOrd="4" destOrd="0" presId="urn:microsoft.com/office/officeart/2005/8/layout/hProcess4"/>
    <dgm:cxn modelId="{FC0CC5CC-10C3-47A0-9649-0FE266826AC7}" type="presParOf" srcId="{0D063D13-32D7-4BA4-A06C-A77C3D0BF844}" destId="{7B5A0218-EA90-4869-8E5E-9D72A40584AD}" srcOrd="3" destOrd="0" presId="urn:microsoft.com/office/officeart/2005/8/layout/hProcess4"/>
    <dgm:cxn modelId="{1D451957-984A-4A58-B585-B801E2DD115E}" type="presParOf" srcId="{0D063D13-32D7-4BA4-A06C-A77C3D0BF844}" destId="{DEE80A77-0CAB-4D01-A124-174FD2735125}" srcOrd="4" destOrd="0" presId="urn:microsoft.com/office/officeart/2005/8/layout/hProcess4"/>
    <dgm:cxn modelId="{EC449CF9-EDA6-4E5F-BE0C-3CE9E02049F6}" type="presParOf" srcId="{DEE80A77-0CAB-4D01-A124-174FD2735125}" destId="{57F51668-94BE-43C3-ADAC-C40684AD281F}" srcOrd="0" destOrd="0" presId="urn:microsoft.com/office/officeart/2005/8/layout/hProcess4"/>
    <dgm:cxn modelId="{4F6A7FA8-AA93-4156-B3F1-470AD6F30D28}" type="presParOf" srcId="{DEE80A77-0CAB-4D01-A124-174FD2735125}" destId="{61035516-D0F4-4129-B9B6-B575870EEEDD}" srcOrd="1" destOrd="0" presId="urn:microsoft.com/office/officeart/2005/8/layout/hProcess4"/>
    <dgm:cxn modelId="{4CDA6898-CBDB-4339-BB63-46945A636F2B}" type="presParOf" srcId="{DEE80A77-0CAB-4D01-A124-174FD2735125}" destId="{2D7AF47A-EC9A-4F65-BADC-4E4EF49D8470}" srcOrd="2" destOrd="0" presId="urn:microsoft.com/office/officeart/2005/8/layout/hProcess4"/>
    <dgm:cxn modelId="{159917F0-589A-439E-BB83-97769C1F9094}" type="presParOf" srcId="{DEE80A77-0CAB-4D01-A124-174FD2735125}" destId="{ACD928B3-053C-420D-B056-E6DE73EB5EED}" srcOrd="3" destOrd="0" presId="urn:microsoft.com/office/officeart/2005/8/layout/hProcess4"/>
    <dgm:cxn modelId="{09AC4AA2-DADD-410B-80F0-A9876487AB4A}" type="presParOf" srcId="{DEE80A77-0CAB-4D01-A124-174FD2735125}" destId="{2F604736-FC95-4389-BE3E-83EF7C4E0FA6}" srcOrd="4" destOrd="0" presId="urn:microsoft.com/office/officeart/2005/8/layout/hProcess4"/>
    <dgm:cxn modelId="{82A6DB8C-63DE-4101-9CE4-22AD4300C8AF}" type="presParOf" srcId="{0D063D13-32D7-4BA4-A06C-A77C3D0BF844}" destId="{84290E67-D45D-4EAF-AC50-E1DB1DD075D4}" srcOrd="5" destOrd="0" presId="urn:microsoft.com/office/officeart/2005/8/layout/hProcess4"/>
    <dgm:cxn modelId="{C77A0DD4-22FD-45BB-87B5-11A5C7FE8863}" type="presParOf" srcId="{0D063D13-32D7-4BA4-A06C-A77C3D0BF844}" destId="{B599B7CE-BC29-4743-BBC9-26D7A251EFFE}" srcOrd="6" destOrd="0" presId="urn:microsoft.com/office/officeart/2005/8/layout/hProcess4"/>
    <dgm:cxn modelId="{B9CB0F84-43F8-4C57-BE94-D11019913D98}" type="presParOf" srcId="{B599B7CE-BC29-4743-BBC9-26D7A251EFFE}" destId="{E7F2AE4A-983F-4D98-84FA-24557673D4A1}" srcOrd="0" destOrd="0" presId="urn:microsoft.com/office/officeart/2005/8/layout/hProcess4"/>
    <dgm:cxn modelId="{96BAF449-2999-45AC-ACBC-BF11EB738A25}" type="presParOf" srcId="{B599B7CE-BC29-4743-BBC9-26D7A251EFFE}" destId="{AF071BC9-4593-4AA4-BBC1-26119C24E75C}" srcOrd="1" destOrd="0" presId="urn:microsoft.com/office/officeart/2005/8/layout/hProcess4"/>
    <dgm:cxn modelId="{A6B4E463-A9DE-4605-ADE0-4FFB7D24135C}" type="presParOf" srcId="{B599B7CE-BC29-4743-BBC9-26D7A251EFFE}" destId="{15FEC7EE-1CA0-4502-963D-036601533673}" srcOrd="2" destOrd="0" presId="urn:microsoft.com/office/officeart/2005/8/layout/hProcess4"/>
    <dgm:cxn modelId="{24FB67A1-2F20-4712-98BB-6E5FCE84C362}" type="presParOf" srcId="{B599B7CE-BC29-4743-BBC9-26D7A251EFFE}" destId="{242A5CA3-DBA7-4E93-84AC-E1D4FA872B7C}" srcOrd="3" destOrd="0" presId="urn:microsoft.com/office/officeart/2005/8/layout/hProcess4"/>
    <dgm:cxn modelId="{FBA87F04-C846-4695-BE73-D7787CCA7AD1}" type="presParOf" srcId="{B599B7CE-BC29-4743-BBC9-26D7A251EFFE}" destId="{722972E8-C2D7-43E4-BE21-54D035136192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7B6687-0F0D-4302-96CB-CF6EF62EA370}">
      <dsp:nvSpPr>
        <dsp:cNvPr id="0" name=""/>
        <dsp:cNvSpPr/>
      </dsp:nvSpPr>
      <dsp:spPr>
        <a:xfrm>
          <a:off x="0" y="836273"/>
          <a:ext cx="2333147" cy="21738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Abordagens baseadas em léxicos (dicionários) e regras manuais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b="0" kern="1200" dirty="0"/>
            <a:t>O </a:t>
          </a:r>
          <a:r>
            <a:rPr lang="pt-BR" sz="1400" kern="1200" dirty="0"/>
            <a:t>sentimento era a soma das polaridades de palavras individuais rotuladas por humanos (</a:t>
          </a:r>
          <a:r>
            <a:rPr lang="pt-BR" sz="1400" kern="1200" dirty="0" err="1"/>
            <a:t>ex</a:t>
          </a:r>
          <a:r>
            <a:rPr lang="pt-BR" sz="1400" kern="1200" dirty="0"/>
            <a:t>: </a:t>
          </a:r>
          <a:r>
            <a:rPr lang="pt-BR" sz="1400" kern="1200" dirty="0" err="1"/>
            <a:t>SentiWordNet</a:t>
          </a:r>
          <a:r>
            <a:rPr lang="pt-BR" sz="1400" kern="1200" dirty="0"/>
            <a:t>)</a:t>
          </a:r>
        </a:p>
      </dsp:txBody>
      <dsp:txXfrm>
        <a:off x="50026" y="886299"/>
        <a:ext cx="2233095" cy="1607954"/>
      </dsp:txXfrm>
    </dsp:sp>
    <dsp:sp modelId="{F78042C8-68B0-4616-84F8-5E656987E78B}">
      <dsp:nvSpPr>
        <dsp:cNvPr id="0" name=""/>
        <dsp:cNvSpPr/>
      </dsp:nvSpPr>
      <dsp:spPr>
        <a:xfrm>
          <a:off x="1313459" y="1704627"/>
          <a:ext cx="2462364" cy="2462364"/>
        </a:xfrm>
        <a:prstGeom prst="leftCircularArrow">
          <a:avLst>
            <a:gd name="adj1" fmla="val 3896"/>
            <a:gd name="adj2" fmla="val 487983"/>
            <a:gd name="adj3" fmla="val 2550152"/>
            <a:gd name="adj4" fmla="val 9311148"/>
            <a:gd name="adj5" fmla="val 4545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33A686-E4C4-415D-BE45-2CA3D82BEF2C}">
      <dsp:nvSpPr>
        <dsp:cNvPr id="0" name=""/>
        <dsp:cNvSpPr/>
      </dsp:nvSpPr>
      <dsp:spPr>
        <a:xfrm>
          <a:off x="580285" y="2660349"/>
          <a:ext cx="1882342" cy="7485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Fase 1: Regras</a:t>
          </a:r>
        </a:p>
      </dsp:txBody>
      <dsp:txXfrm>
        <a:off x="602209" y="2682273"/>
        <a:ext cx="1838494" cy="704697"/>
      </dsp:txXfrm>
    </dsp:sp>
    <dsp:sp modelId="{2DFE3CD9-EB3C-4B76-8B84-2E841A2FDB20}">
      <dsp:nvSpPr>
        <dsp:cNvPr id="0" name=""/>
        <dsp:cNvSpPr/>
      </dsp:nvSpPr>
      <dsp:spPr>
        <a:xfrm>
          <a:off x="2875102" y="1118903"/>
          <a:ext cx="2117635" cy="24020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79374"/>
              <a:satOff val="-3219"/>
              <a:lumOff val="7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Machine Learning tradicional supervisionado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Algoritmos aprendiam as regras a partir dos dados, transformando texto em vetores numéricos gigantes</a:t>
          </a:r>
        </a:p>
      </dsp:txBody>
      <dsp:txXfrm>
        <a:off x="2930380" y="1688903"/>
        <a:ext cx="2007079" cy="1776759"/>
      </dsp:txXfrm>
    </dsp:sp>
    <dsp:sp modelId="{7B5A0218-EA90-4869-8E5E-9D72A40584AD}">
      <dsp:nvSpPr>
        <dsp:cNvPr id="0" name=""/>
        <dsp:cNvSpPr/>
      </dsp:nvSpPr>
      <dsp:spPr>
        <a:xfrm>
          <a:off x="4133894" y="21789"/>
          <a:ext cx="2728223" cy="2728223"/>
        </a:xfrm>
        <a:prstGeom prst="circularArrow">
          <a:avLst>
            <a:gd name="adj1" fmla="val 3516"/>
            <a:gd name="adj2" fmla="val 436435"/>
            <a:gd name="adj3" fmla="val 18944170"/>
            <a:gd name="adj4" fmla="val 12131626"/>
            <a:gd name="adj5" fmla="val 4102"/>
          </a:avLst>
        </a:prstGeom>
        <a:solidFill>
          <a:schemeClr val="accent2">
            <a:hueOff val="-419062"/>
            <a:satOff val="-4829"/>
            <a:lumOff val="107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34C2D-4E90-4793-8D28-15D64A01B83E}">
      <dsp:nvSpPr>
        <dsp:cNvPr id="0" name=""/>
        <dsp:cNvSpPr/>
      </dsp:nvSpPr>
      <dsp:spPr>
        <a:xfrm>
          <a:off x="3390010" y="909876"/>
          <a:ext cx="1882342" cy="748545"/>
        </a:xfrm>
        <a:prstGeom prst="roundRect">
          <a:avLst>
            <a:gd name="adj" fmla="val 10000"/>
          </a:avLst>
        </a:prstGeom>
        <a:solidFill>
          <a:schemeClr val="accent2">
            <a:hueOff val="-279374"/>
            <a:satOff val="-3219"/>
            <a:lumOff val="72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Fase 2: Aprendizado de máquina</a:t>
          </a:r>
        </a:p>
      </dsp:txBody>
      <dsp:txXfrm>
        <a:off x="3411934" y="931800"/>
        <a:ext cx="1838494" cy="704697"/>
      </dsp:txXfrm>
    </dsp:sp>
    <dsp:sp modelId="{61035516-D0F4-4129-B9B6-B575870EEEDD}">
      <dsp:nvSpPr>
        <dsp:cNvPr id="0" name=""/>
        <dsp:cNvSpPr/>
      </dsp:nvSpPr>
      <dsp:spPr>
        <a:xfrm>
          <a:off x="5491804" y="652289"/>
          <a:ext cx="2472593" cy="2456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558749"/>
              <a:satOff val="-6439"/>
              <a:lumOff val="14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 err="1"/>
            <a:t>Deep</a:t>
          </a:r>
          <a:r>
            <a:rPr lang="pt-BR" sz="1400" kern="1200" dirty="0"/>
            <a:t> Learning e Word </a:t>
          </a:r>
          <a:r>
            <a:rPr lang="pt-BR" sz="1400" kern="1200" dirty="0" err="1"/>
            <a:t>Embeddings</a:t>
          </a:r>
          <a:endParaRPr lang="pt-B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Automatizou a extração de características. "Word </a:t>
          </a:r>
          <a:r>
            <a:rPr lang="pt-BR" sz="1400" kern="1200" dirty="0" err="1"/>
            <a:t>Embeddings</a:t>
          </a:r>
          <a:r>
            <a:rPr lang="pt-BR" sz="1400" kern="1200" dirty="0"/>
            <a:t>" capturam o significado semântico em vetores densos e </a:t>
          </a:r>
          <a:r>
            <a:rPr lang="pt-BR" sz="1400" kern="1200" dirty="0" err="1"/>
            <a:t>RNNs</a:t>
          </a:r>
          <a:r>
            <a:rPr lang="pt-BR" sz="1400" kern="1200" dirty="0"/>
            <a:t> processavam a sequência do texto</a:t>
          </a:r>
        </a:p>
      </dsp:txBody>
      <dsp:txXfrm>
        <a:off x="5548325" y="708810"/>
        <a:ext cx="2359551" cy="1816719"/>
      </dsp:txXfrm>
    </dsp:sp>
    <dsp:sp modelId="{84290E67-D45D-4EAF-AC50-E1DB1DD075D4}">
      <dsp:nvSpPr>
        <dsp:cNvPr id="0" name=""/>
        <dsp:cNvSpPr/>
      </dsp:nvSpPr>
      <dsp:spPr>
        <a:xfrm>
          <a:off x="7101070" y="1663254"/>
          <a:ext cx="2499347" cy="2499347"/>
        </a:xfrm>
        <a:prstGeom prst="leftCircularArrow">
          <a:avLst>
            <a:gd name="adj1" fmla="val 3838"/>
            <a:gd name="adj2" fmla="val 480094"/>
            <a:gd name="adj3" fmla="val 2488751"/>
            <a:gd name="adj4" fmla="val 9257636"/>
            <a:gd name="adj5" fmla="val 4478"/>
          </a:avLst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D928B3-053C-420D-B056-E6DE73EB5EED}">
      <dsp:nvSpPr>
        <dsp:cNvPr id="0" name=""/>
        <dsp:cNvSpPr/>
      </dsp:nvSpPr>
      <dsp:spPr>
        <a:xfrm>
          <a:off x="6377213" y="2661357"/>
          <a:ext cx="1882342" cy="748545"/>
        </a:xfrm>
        <a:prstGeom prst="roundRect">
          <a:avLst>
            <a:gd name="adj" fmla="val 10000"/>
          </a:avLst>
        </a:prstGeom>
        <a:solidFill>
          <a:schemeClr val="accent2">
            <a:hueOff val="-558749"/>
            <a:satOff val="-6439"/>
            <a:lumOff val="14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Fase 3: Revolução neural</a:t>
          </a:r>
        </a:p>
      </dsp:txBody>
      <dsp:txXfrm>
        <a:off x="6399137" y="2683281"/>
        <a:ext cx="1838494" cy="704697"/>
      </dsp:txXfrm>
    </dsp:sp>
    <dsp:sp modelId="{AF071BC9-4593-4AA4-BBC1-26119C24E75C}">
      <dsp:nvSpPr>
        <dsp:cNvPr id="0" name=""/>
        <dsp:cNvSpPr/>
      </dsp:nvSpPr>
      <dsp:spPr>
        <a:xfrm>
          <a:off x="8706420" y="1076036"/>
          <a:ext cx="2117635" cy="24328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Arquitetura </a:t>
          </a:r>
          <a:r>
            <a:rPr lang="pt-BR" sz="1400" kern="1200" dirty="0" err="1"/>
            <a:t>Transformer</a:t>
          </a:r>
          <a:r>
            <a:rPr lang="pt-BR" sz="1400" kern="1200" dirty="0"/>
            <a:t> e Mecanismo de Atenção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Analisa a frase inteira ponderando a importância entre todas as palavras</a:t>
          </a:r>
        </a:p>
      </dsp:txBody>
      <dsp:txXfrm>
        <a:off x="8762407" y="1653347"/>
        <a:ext cx="2005661" cy="1799549"/>
      </dsp:txXfrm>
    </dsp:sp>
    <dsp:sp modelId="{242A5CA3-DBA7-4E93-84AC-E1D4FA872B7C}">
      <dsp:nvSpPr>
        <dsp:cNvPr id="0" name=""/>
        <dsp:cNvSpPr/>
      </dsp:nvSpPr>
      <dsp:spPr>
        <a:xfrm>
          <a:off x="9186938" y="909766"/>
          <a:ext cx="1882342" cy="748545"/>
        </a:xfrm>
        <a:prstGeom prst="roundRect">
          <a:avLst>
            <a:gd name="adj" fmla="val 10000"/>
          </a:avLst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Fase 4: Era moderna</a:t>
          </a:r>
        </a:p>
      </dsp:txBody>
      <dsp:txXfrm>
        <a:off x="9208862" y="931690"/>
        <a:ext cx="1838494" cy="7046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e96fd5876e_0_1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e96fd5876e_0_16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e96fd5876e_0_1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e96fd5876e_0_16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3089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Abordagens de análise </a:t>
            </a:r>
            <a:br>
              <a:rPr lang="pt-BR" sz="4800" dirty="0"/>
            </a:br>
            <a:r>
              <a:rPr lang="pt-BR" sz="4800" dirty="0"/>
              <a:t>de sentimentos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sz="2700" dirty="0"/>
              <a:t>Identificar as principais abordagens computacionais para a análise de sentimentos</a:t>
            </a:r>
          </a:p>
          <a:p>
            <a:r>
              <a:rPr lang="pt-BR" sz="2700" dirty="0"/>
              <a:t>Descrever o funcionamento dos modelos baseados em léxico, compreendendo o papel dos dicionários</a:t>
            </a:r>
          </a:p>
          <a:p>
            <a:r>
              <a:rPr lang="pt-BR" sz="2700" dirty="0"/>
              <a:t>Diferenciar as técnicas de </a:t>
            </a:r>
            <a:r>
              <a:rPr lang="pt-BR" sz="2700" i="1" dirty="0"/>
              <a:t>Machine Learning</a:t>
            </a:r>
            <a:r>
              <a:rPr lang="pt-BR" sz="2700" dirty="0"/>
              <a:t> clássico das abordagens de </a:t>
            </a:r>
            <a:r>
              <a:rPr lang="pt-BR" sz="2700" i="1" dirty="0" err="1"/>
              <a:t>Deep</a:t>
            </a:r>
            <a:r>
              <a:rPr lang="pt-BR" sz="2700" i="1" dirty="0"/>
              <a:t> Learning</a:t>
            </a:r>
            <a:r>
              <a:rPr lang="pt-BR" sz="2700" dirty="0"/>
              <a:t>, focando na necessidade de engenharia manual de </a:t>
            </a:r>
            <a:r>
              <a:rPr lang="pt-BR" sz="2700" i="1" dirty="0"/>
              <a:t>features</a:t>
            </a:r>
            <a:r>
              <a:rPr lang="pt-BR" sz="2700" dirty="0"/>
              <a:t> </a:t>
            </a:r>
            <a:r>
              <a:rPr lang="pt-BR" sz="2700" i="1" dirty="0"/>
              <a:t>versus</a:t>
            </a:r>
            <a:r>
              <a:rPr lang="pt-BR" sz="2700" dirty="0"/>
              <a:t> o aprendizado automático de contexto</a:t>
            </a:r>
          </a:p>
          <a:p>
            <a:r>
              <a:rPr lang="pt-BR" sz="2700" dirty="0"/>
              <a:t>Avaliar as vantagens e as limitações de cada abordagem em termos de </a:t>
            </a:r>
            <a:r>
              <a:rPr lang="pt-BR" sz="2700" dirty="0" err="1"/>
              <a:t>interpretabilidade</a:t>
            </a:r>
            <a:r>
              <a:rPr lang="pt-BR" sz="2700" dirty="0"/>
              <a:t>, necessidade de dados, custo computacional e precisão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12983095-577B-239B-8E14-40C68F99AF2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A análise de sentimentos pode ser realizada por diferentes </a:t>
            </a:r>
            <a:r>
              <a:rPr lang="pt-BR" b="1" dirty="0"/>
              <a:t>abordagens computacionais</a:t>
            </a:r>
            <a:r>
              <a:rPr lang="pt-BR" dirty="0"/>
              <a:t>, que variam em complexidade, necessidade de dados, </a:t>
            </a:r>
            <a:r>
              <a:rPr lang="pt-BR" dirty="0" err="1"/>
              <a:t>interpretabilidade</a:t>
            </a:r>
            <a:r>
              <a:rPr lang="pt-BR" dirty="0"/>
              <a:t> e desempenho</a:t>
            </a:r>
          </a:p>
          <a:p>
            <a:endParaRPr lang="pt-BR" dirty="0"/>
          </a:p>
          <a:p>
            <a:r>
              <a:rPr lang="pt-BR" dirty="0"/>
              <a:t>Principais abordagens</a:t>
            </a:r>
          </a:p>
          <a:p>
            <a:pPr lvl="1"/>
            <a:r>
              <a:rPr lang="pt-BR" dirty="0"/>
              <a:t>Abordagens baseadas em Léxico</a:t>
            </a:r>
          </a:p>
          <a:p>
            <a:pPr lvl="1"/>
            <a:r>
              <a:rPr lang="pt-BR" dirty="0"/>
              <a:t>Abordagens baseadas em </a:t>
            </a:r>
            <a:r>
              <a:rPr lang="pt-BR" i="1" dirty="0"/>
              <a:t>Machine Learning</a:t>
            </a:r>
            <a:endParaRPr lang="pt-BR" dirty="0"/>
          </a:p>
          <a:p>
            <a:pPr lvl="1"/>
            <a:r>
              <a:rPr lang="pt-BR" dirty="0"/>
              <a:t>Abordagens baseadas em </a:t>
            </a:r>
            <a:r>
              <a:rPr lang="pt-BR" i="1" dirty="0" err="1"/>
              <a:t>Deep</a:t>
            </a:r>
            <a:r>
              <a:rPr lang="pt-BR" i="1" dirty="0"/>
              <a:t> Learning </a:t>
            </a:r>
            <a:r>
              <a:rPr lang="pt-BR" dirty="0"/>
              <a:t>e </a:t>
            </a:r>
            <a:r>
              <a:rPr lang="pt-BR" i="1" dirty="0"/>
              <a:t>Transformers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BE1FD66-7375-D02F-7DB4-645B826C3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Abordagens de Análise de Sentimentos</a:t>
            </a:r>
          </a:p>
        </p:txBody>
      </p:sp>
    </p:spTree>
    <p:extLst>
      <p:ext uri="{BB962C8B-B14F-4D97-AF65-F5344CB8AC3E}">
        <p14:creationId xmlns:p14="http://schemas.microsoft.com/office/powerpoint/2010/main" val="1312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5" name="Google Shape;1185;p29"/>
          <p:cNvGraphicFramePr/>
          <p:nvPr>
            <p:extLst>
              <p:ext uri="{D42A27DB-BD31-4B8C-83A1-F6EECF244321}">
                <p14:modId xmlns:p14="http://schemas.microsoft.com/office/powerpoint/2010/main" val="2284482593"/>
              </p:ext>
            </p:extLst>
          </p:nvPr>
        </p:nvGraphicFramePr>
        <p:xfrm>
          <a:off x="609601" y="1718635"/>
          <a:ext cx="6525480" cy="466269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9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5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019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 b="1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01</a:t>
                      </a:r>
                      <a:endParaRPr sz="2700" b="1">
                        <a:solidFill>
                          <a:schemeClr val="accen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Abordagens baseadas em léxico</a:t>
                      </a:r>
                      <a:endParaRPr sz="2700"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Utilizam dicionários pré-construídos de palavras com scores de sentimentos associados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dirty="0" err="1">
                          <a:solidFill>
                            <a:srgbClr val="0070C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</a:t>
                      </a:r>
                      <a:r>
                        <a:rPr lang="pt-BR" sz="1600" dirty="0">
                          <a:solidFill>
                            <a:srgbClr val="0070C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VADER, </a:t>
                      </a:r>
                      <a:r>
                        <a:rPr lang="pt-BR" sz="1600" dirty="0" err="1">
                          <a:solidFill>
                            <a:srgbClr val="0070C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TextBlob</a:t>
                      </a:r>
                      <a:r>
                        <a:rPr lang="pt-BR" sz="1600" dirty="0">
                          <a:solidFill>
                            <a:srgbClr val="0070C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pt-BR" sz="1600" dirty="0" err="1">
                          <a:solidFill>
                            <a:srgbClr val="0070C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SentiWordNet</a:t>
                      </a:r>
                      <a:r>
                        <a:rPr lang="pt-BR" sz="1600" dirty="0">
                          <a:solidFill>
                            <a:srgbClr val="0070C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AFINN</a:t>
                      </a:r>
                      <a:endParaRPr sz="1600" dirty="0">
                        <a:solidFill>
                          <a:srgbClr val="0070C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19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 b="1">
                          <a:solidFill>
                            <a:schemeClr val="accent4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02</a:t>
                      </a:r>
                      <a:endParaRPr sz="2700" b="1">
                        <a:solidFill>
                          <a:schemeClr val="accent4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Abordagens clássicas de machine learning</a:t>
                      </a:r>
                      <a:endParaRPr sz="2700"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Tratam a análise de sentimentos como um problema de classificação supervisionada com dados rotulados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dirty="0" err="1">
                          <a:solidFill>
                            <a:srgbClr val="0070C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</a:t>
                      </a:r>
                      <a:r>
                        <a:rPr lang="pt-BR" sz="1600" dirty="0">
                          <a:solidFill>
                            <a:srgbClr val="0070C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</a:t>
                      </a:r>
                      <a:r>
                        <a:rPr lang="pt-BR" sz="1600" dirty="0" err="1">
                          <a:solidFill>
                            <a:srgbClr val="0070C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Naive-Bayes</a:t>
                      </a:r>
                      <a:r>
                        <a:rPr lang="pt-BR" sz="1600" dirty="0">
                          <a:solidFill>
                            <a:srgbClr val="0070C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SVM, Regressão Logística, </a:t>
                      </a:r>
                      <a:r>
                        <a:rPr lang="pt-BR" sz="1600" dirty="0" err="1">
                          <a:solidFill>
                            <a:srgbClr val="0070C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RandomForest</a:t>
                      </a:r>
                      <a:endParaRPr sz="1600" dirty="0">
                        <a:solidFill>
                          <a:srgbClr val="0070C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19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 b="1" dirty="0">
                          <a:solidFill>
                            <a:schemeClr val="accent5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03</a:t>
                      </a:r>
                      <a:endParaRPr sz="2700" b="1" dirty="0">
                        <a:solidFill>
                          <a:schemeClr val="accent5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Abordagens de deep learning</a:t>
                      </a:r>
                      <a:endParaRPr sz="2700"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Modelos baseados em redes neurais e Transformers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rgbClr val="0070C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Ex: RNNs, CNNs, BERTs, GPTs</a:t>
                      </a:r>
                      <a:endParaRPr sz="1600" dirty="0">
                        <a:solidFill>
                          <a:srgbClr val="0070C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186" name="Google Shape;1186;p29"/>
          <p:cNvGrpSpPr/>
          <p:nvPr/>
        </p:nvGrpSpPr>
        <p:grpSpPr>
          <a:xfrm>
            <a:off x="7032104" y="1772816"/>
            <a:ext cx="4694293" cy="4248472"/>
            <a:chOff x="457200" y="997005"/>
            <a:chExt cx="4114785" cy="3734967"/>
          </a:xfrm>
        </p:grpSpPr>
        <p:sp>
          <p:nvSpPr>
            <p:cNvPr id="1187" name="Google Shape;1187;p29"/>
            <p:cNvSpPr/>
            <p:nvPr/>
          </p:nvSpPr>
          <p:spPr>
            <a:xfrm>
              <a:off x="457200" y="4475703"/>
              <a:ext cx="3036451" cy="256268"/>
            </a:xfrm>
            <a:custGeom>
              <a:avLst/>
              <a:gdLst/>
              <a:ahLst/>
              <a:cxnLst/>
              <a:rect l="l" t="t" r="r" b="b"/>
              <a:pathLst>
                <a:path w="85915" h="7251" extrusionOk="0">
                  <a:moveTo>
                    <a:pt x="40754" y="1"/>
                  </a:moveTo>
                  <a:lnTo>
                    <a:pt x="38564" y="14"/>
                  </a:lnTo>
                  <a:lnTo>
                    <a:pt x="36414" y="42"/>
                  </a:lnTo>
                  <a:lnTo>
                    <a:pt x="34306" y="69"/>
                  </a:lnTo>
                  <a:lnTo>
                    <a:pt x="32225" y="110"/>
                  </a:lnTo>
                  <a:lnTo>
                    <a:pt x="30184" y="164"/>
                  </a:lnTo>
                  <a:lnTo>
                    <a:pt x="28185" y="219"/>
                  </a:lnTo>
                  <a:lnTo>
                    <a:pt x="26240" y="287"/>
                  </a:lnTo>
                  <a:lnTo>
                    <a:pt x="24335" y="355"/>
                  </a:lnTo>
                  <a:lnTo>
                    <a:pt x="22485" y="436"/>
                  </a:lnTo>
                  <a:lnTo>
                    <a:pt x="20690" y="518"/>
                  </a:lnTo>
                  <a:lnTo>
                    <a:pt x="18935" y="613"/>
                  </a:lnTo>
                  <a:lnTo>
                    <a:pt x="17262" y="722"/>
                  </a:lnTo>
                  <a:lnTo>
                    <a:pt x="15630" y="831"/>
                  </a:lnTo>
                  <a:lnTo>
                    <a:pt x="14079" y="939"/>
                  </a:lnTo>
                  <a:lnTo>
                    <a:pt x="12583" y="1062"/>
                  </a:lnTo>
                  <a:lnTo>
                    <a:pt x="11168" y="1184"/>
                  </a:lnTo>
                  <a:lnTo>
                    <a:pt x="9808" y="1320"/>
                  </a:lnTo>
                  <a:lnTo>
                    <a:pt x="8543" y="1456"/>
                  </a:lnTo>
                  <a:lnTo>
                    <a:pt x="7332" y="1592"/>
                  </a:lnTo>
                  <a:lnTo>
                    <a:pt x="6217" y="1742"/>
                  </a:lnTo>
                  <a:lnTo>
                    <a:pt x="5183" y="1892"/>
                  </a:lnTo>
                  <a:lnTo>
                    <a:pt x="4244" y="2055"/>
                  </a:lnTo>
                  <a:lnTo>
                    <a:pt x="3374" y="2218"/>
                  </a:lnTo>
                  <a:lnTo>
                    <a:pt x="2612" y="2381"/>
                  </a:lnTo>
                  <a:lnTo>
                    <a:pt x="1932" y="2545"/>
                  </a:lnTo>
                  <a:lnTo>
                    <a:pt x="1361" y="2721"/>
                  </a:lnTo>
                  <a:lnTo>
                    <a:pt x="1102" y="2803"/>
                  </a:lnTo>
                  <a:lnTo>
                    <a:pt x="871" y="2898"/>
                  </a:lnTo>
                  <a:lnTo>
                    <a:pt x="667" y="2980"/>
                  </a:lnTo>
                  <a:lnTo>
                    <a:pt x="504" y="3075"/>
                  </a:lnTo>
                  <a:lnTo>
                    <a:pt x="354" y="3157"/>
                  </a:lnTo>
                  <a:lnTo>
                    <a:pt x="218" y="3252"/>
                  </a:lnTo>
                  <a:lnTo>
                    <a:pt x="123" y="3347"/>
                  </a:lnTo>
                  <a:lnTo>
                    <a:pt x="55" y="3442"/>
                  </a:lnTo>
                  <a:lnTo>
                    <a:pt x="14" y="3538"/>
                  </a:lnTo>
                  <a:lnTo>
                    <a:pt x="0" y="3619"/>
                  </a:lnTo>
                  <a:lnTo>
                    <a:pt x="14" y="3714"/>
                  </a:lnTo>
                  <a:lnTo>
                    <a:pt x="55" y="3810"/>
                  </a:lnTo>
                  <a:lnTo>
                    <a:pt x="123" y="3905"/>
                  </a:lnTo>
                  <a:lnTo>
                    <a:pt x="218" y="4000"/>
                  </a:lnTo>
                  <a:lnTo>
                    <a:pt x="354" y="4082"/>
                  </a:lnTo>
                  <a:lnTo>
                    <a:pt x="504" y="4177"/>
                  </a:lnTo>
                  <a:lnTo>
                    <a:pt x="667" y="4272"/>
                  </a:lnTo>
                  <a:lnTo>
                    <a:pt x="871" y="4354"/>
                  </a:lnTo>
                  <a:lnTo>
                    <a:pt x="1102" y="4449"/>
                  </a:lnTo>
                  <a:lnTo>
                    <a:pt x="1361" y="4531"/>
                  </a:lnTo>
                  <a:lnTo>
                    <a:pt x="1932" y="4707"/>
                  </a:lnTo>
                  <a:lnTo>
                    <a:pt x="2612" y="4871"/>
                  </a:lnTo>
                  <a:lnTo>
                    <a:pt x="3374" y="5034"/>
                  </a:lnTo>
                  <a:lnTo>
                    <a:pt x="4244" y="5197"/>
                  </a:lnTo>
                  <a:lnTo>
                    <a:pt x="5183" y="5360"/>
                  </a:lnTo>
                  <a:lnTo>
                    <a:pt x="6217" y="5510"/>
                  </a:lnTo>
                  <a:lnTo>
                    <a:pt x="7332" y="5646"/>
                  </a:lnTo>
                  <a:lnTo>
                    <a:pt x="8543" y="5796"/>
                  </a:lnTo>
                  <a:lnTo>
                    <a:pt x="9808" y="5932"/>
                  </a:lnTo>
                  <a:lnTo>
                    <a:pt x="11168" y="6068"/>
                  </a:lnTo>
                  <a:lnTo>
                    <a:pt x="12583" y="6190"/>
                  </a:lnTo>
                  <a:lnTo>
                    <a:pt x="14079" y="6312"/>
                  </a:lnTo>
                  <a:lnTo>
                    <a:pt x="15630" y="6421"/>
                  </a:lnTo>
                  <a:lnTo>
                    <a:pt x="17262" y="6530"/>
                  </a:lnTo>
                  <a:lnTo>
                    <a:pt x="18935" y="6639"/>
                  </a:lnTo>
                  <a:lnTo>
                    <a:pt x="20690" y="6721"/>
                  </a:lnTo>
                  <a:lnTo>
                    <a:pt x="22485" y="6816"/>
                  </a:lnTo>
                  <a:lnTo>
                    <a:pt x="24335" y="6897"/>
                  </a:lnTo>
                  <a:lnTo>
                    <a:pt x="26240" y="6965"/>
                  </a:lnTo>
                  <a:lnTo>
                    <a:pt x="28185" y="7033"/>
                  </a:lnTo>
                  <a:lnTo>
                    <a:pt x="30184" y="7088"/>
                  </a:lnTo>
                  <a:lnTo>
                    <a:pt x="32225" y="7142"/>
                  </a:lnTo>
                  <a:lnTo>
                    <a:pt x="34306" y="7183"/>
                  </a:lnTo>
                  <a:lnTo>
                    <a:pt x="36414" y="7210"/>
                  </a:lnTo>
                  <a:lnTo>
                    <a:pt x="38564" y="7237"/>
                  </a:lnTo>
                  <a:lnTo>
                    <a:pt x="40754" y="7251"/>
                  </a:lnTo>
                  <a:lnTo>
                    <a:pt x="45175" y="7251"/>
                  </a:lnTo>
                  <a:lnTo>
                    <a:pt x="47351" y="7237"/>
                  </a:lnTo>
                  <a:lnTo>
                    <a:pt x="49500" y="7210"/>
                  </a:lnTo>
                  <a:lnTo>
                    <a:pt x="51622" y="7183"/>
                  </a:lnTo>
                  <a:lnTo>
                    <a:pt x="53690" y="7142"/>
                  </a:lnTo>
                  <a:lnTo>
                    <a:pt x="55730" y="7088"/>
                  </a:lnTo>
                  <a:lnTo>
                    <a:pt x="57730" y="7033"/>
                  </a:lnTo>
                  <a:lnTo>
                    <a:pt x="59675" y="6965"/>
                  </a:lnTo>
                  <a:lnTo>
                    <a:pt x="61579" y="6897"/>
                  </a:lnTo>
                  <a:lnTo>
                    <a:pt x="63429" y="6816"/>
                  </a:lnTo>
                  <a:lnTo>
                    <a:pt x="65238" y="6721"/>
                  </a:lnTo>
                  <a:lnTo>
                    <a:pt x="66980" y="6639"/>
                  </a:lnTo>
                  <a:lnTo>
                    <a:pt x="68666" y="6530"/>
                  </a:lnTo>
                  <a:lnTo>
                    <a:pt x="70285" y="6421"/>
                  </a:lnTo>
                  <a:lnTo>
                    <a:pt x="71836" y="6312"/>
                  </a:lnTo>
                  <a:lnTo>
                    <a:pt x="73332" y="6190"/>
                  </a:lnTo>
                  <a:lnTo>
                    <a:pt x="74760" y="6068"/>
                  </a:lnTo>
                  <a:lnTo>
                    <a:pt x="76107" y="5932"/>
                  </a:lnTo>
                  <a:lnTo>
                    <a:pt x="77386" y="5796"/>
                  </a:lnTo>
                  <a:lnTo>
                    <a:pt x="78583" y="5646"/>
                  </a:lnTo>
                  <a:lnTo>
                    <a:pt x="79698" y="5510"/>
                  </a:lnTo>
                  <a:lnTo>
                    <a:pt x="80732" y="5360"/>
                  </a:lnTo>
                  <a:lnTo>
                    <a:pt x="81684" y="5197"/>
                  </a:lnTo>
                  <a:lnTo>
                    <a:pt x="82541" y="5034"/>
                  </a:lnTo>
                  <a:lnTo>
                    <a:pt x="83303" y="4871"/>
                  </a:lnTo>
                  <a:lnTo>
                    <a:pt x="83983" y="4707"/>
                  </a:lnTo>
                  <a:lnTo>
                    <a:pt x="84568" y="4531"/>
                  </a:lnTo>
                  <a:lnTo>
                    <a:pt x="84813" y="4449"/>
                  </a:lnTo>
                  <a:lnTo>
                    <a:pt x="85044" y="4354"/>
                  </a:lnTo>
                  <a:lnTo>
                    <a:pt x="85248" y="4272"/>
                  </a:lnTo>
                  <a:lnTo>
                    <a:pt x="85425" y="4177"/>
                  </a:lnTo>
                  <a:lnTo>
                    <a:pt x="85574" y="4082"/>
                  </a:lnTo>
                  <a:lnTo>
                    <a:pt x="85697" y="4000"/>
                  </a:lnTo>
                  <a:lnTo>
                    <a:pt x="85792" y="3905"/>
                  </a:lnTo>
                  <a:lnTo>
                    <a:pt x="85860" y="3810"/>
                  </a:lnTo>
                  <a:lnTo>
                    <a:pt x="85901" y="3714"/>
                  </a:lnTo>
                  <a:lnTo>
                    <a:pt x="85914" y="3619"/>
                  </a:lnTo>
                  <a:lnTo>
                    <a:pt x="85901" y="3538"/>
                  </a:lnTo>
                  <a:lnTo>
                    <a:pt x="85860" y="3442"/>
                  </a:lnTo>
                  <a:lnTo>
                    <a:pt x="85792" y="3347"/>
                  </a:lnTo>
                  <a:lnTo>
                    <a:pt x="85697" y="3252"/>
                  </a:lnTo>
                  <a:lnTo>
                    <a:pt x="85574" y="3157"/>
                  </a:lnTo>
                  <a:lnTo>
                    <a:pt x="85425" y="3075"/>
                  </a:lnTo>
                  <a:lnTo>
                    <a:pt x="85248" y="2980"/>
                  </a:lnTo>
                  <a:lnTo>
                    <a:pt x="85044" y="2898"/>
                  </a:lnTo>
                  <a:lnTo>
                    <a:pt x="84813" y="2803"/>
                  </a:lnTo>
                  <a:lnTo>
                    <a:pt x="84568" y="2721"/>
                  </a:lnTo>
                  <a:lnTo>
                    <a:pt x="83983" y="2545"/>
                  </a:lnTo>
                  <a:lnTo>
                    <a:pt x="83303" y="2381"/>
                  </a:lnTo>
                  <a:lnTo>
                    <a:pt x="82541" y="2218"/>
                  </a:lnTo>
                  <a:lnTo>
                    <a:pt x="81684" y="2055"/>
                  </a:lnTo>
                  <a:lnTo>
                    <a:pt x="80732" y="1892"/>
                  </a:lnTo>
                  <a:lnTo>
                    <a:pt x="79698" y="1742"/>
                  </a:lnTo>
                  <a:lnTo>
                    <a:pt x="78583" y="1592"/>
                  </a:lnTo>
                  <a:lnTo>
                    <a:pt x="77386" y="1456"/>
                  </a:lnTo>
                  <a:lnTo>
                    <a:pt x="76107" y="1320"/>
                  </a:lnTo>
                  <a:lnTo>
                    <a:pt x="74760" y="1184"/>
                  </a:lnTo>
                  <a:lnTo>
                    <a:pt x="73332" y="1062"/>
                  </a:lnTo>
                  <a:lnTo>
                    <a:pt x="71836" y="939"/>
                  </a:lnTo>
                  <a:lnTo>
                    <a:pt x="70285" y="831"/>
                  </a:lnTo>
                  <a:lnTo>
                    <a:pt x="68666" y="722"/>
                  </a:lnTo>
                  <a:lnTo>
                    <a:pt x="66980" y="613"/>
                  </a:lnTo>
                  <a:lnTo>
                    <a:pt x="65238" y="518"/>
                  </a:lnTo>
                  <a:lnTo>
                    <a:pt x="63429" y="436"/>
                  </a:lnTo>
                  <a:lnTo>
                    <a:pt x="61579" y="355"/>
                  </a:lnTo>
                  <a:lnTo>
                    <a:pt x="59675" y="287"/>
                  </a:lnTo>
                  <a:lnTo>
                    <a:pt x="57730" y="219"/>
                  </a:lnTo>
                  <a:lnTo>
                    <a:pt x="55730" y="164"/>
                  </a:lnTo>
                  <a:lnTo>
                    <a:pt x="53690" y="110"/>
                  </a:lnTo>
                  <a:lnTo>
                    <a:pt x="51622" y="69"/>
                  </a:lnTo>
                  <a:lnTo>
                    <a:pt x="49500" y="42"/>
                  </a:lnTo>
                  <a:lnTo>
                    <a:pt x="47351" y="14"/>
                  </a:lnTo>
                  <a:lnTo>
                    <a:pt x="45175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8" name="Google Shape;1188;p29"/>
            <p:cNvSpPr/>
            <p:nvPr/>
          </p:nvSpPr>
          <p:spPr>
            <a:xfrm>
              <a:off x="1125429" y="3092593"/>
              <a:ext cx="204386" cy="1191325"/>
            </a:xfrm>
            <a:custGeom>
              <a:avLst/>
              <a:gdLst/>
              <a:ahLst/>
              <a:cxnLst/>
              <a:rect l="l" t="t" r="r" b="b"/>
              <a:pathLst>
                <a:path w="5783" h="33708" extrusionOk="0">
                  <a:moveTo>
                    <a:pt x="531" y="0"/>
                  </a:moveTo>
                  <a:lnTo>
                    <a:pt x="423" y="14"/>
                  </a:lnTo>
                  <a:lnTo>
                    <a:pt x="327" y="41"/>
                  </a:lnTo>
                  <a:lnTo>
                    <a:pt x="232" y="96"/>
                  </a:lnTo>
                  <a:lnTo>
                    <a:pt x="151" y="164"/>
                  </a:lnTo>
                  <a:lnTo>
                    <a:pt x="96" y="245"/>
                  </a:lnTo>
                  <a:lnTo>
                    <a:pt x="42" y="327"/>
                  </a:lnTo>
                  <a:lnTo>
                    <a:pt x="15" y="422"/>
                  </a:lnTo>
                  <a:lnTo>
                    <a:pt x="1" y="531"/>
                  </a:lnTo>
                  <a:lnTo>
                    <a:pt x="1" y="10420"/>
                  </a:lnTo>
                  <a:lnTo>
                    <a:pt x="15" y="10529"/>
                  </a:lnTo>
                  <a:lnTo>
                    <a:pt x="42" y="10624"/>
                  </a:lnTo>
                  <a:lnTo>
                    <a:pt x="83" y="10719"/>
                  </a:lnTo>
                  <a:lnTo>
                    <a:pt x="151" y="10801"/>
                  </a:lnTo>
                  <a:lnTo>
                    <a:pt x="4721" y="15371"/>
                  </a:lnTo>
                  <a:lnTo>
                    <a:pt x="4721" y="19983"/>
                  </a:lnTo>
                  <a:lnTo>
                    <a:pt x="341" y="24376"/>
                  </a:lnTo>
                  <a:lnTo>
                    <a:pt x="273" y="24444"/>
                  </a:lnTo>
                  <a:lnTo>
                    <a:pt x="219" y="24539"/>
                  </a:lnTo>
                  <a:lnTo>
                    <a:pt x="191" y="24635"/>
                  </a:lnTo>
                  <a:lnTo>
                    <a:pt x="178" y="24743"/>
                  </a:lnTo>
                  <a:lnTo>
                    <a:pt x="178" y="33177"/>
                  </a:lnTo>
                  <a:lnTo>
                    <a:pt x="191" y="33286"/>
                  </a:lnTo>
                  <a:lnTo>
                    <a:pt x="219" y="33395"/>
                  </a:lnTo>
                  <a:lnTo>
                    <a:pt x="273" y="33476"/>
                  </a:lnTo>
                  <a:lnTo>
                    <a:pt x="341" y="33558"/>
                  </a:lnTo>
                  <a:lnTo>
                    <a:pt x="409" y="33626"/>
                  </a:lnTo>
                  <a:lnTo>
                    <a:pt x="504" y="33667"/>
                  </a:lnTo>
                  <a:lnTo>
                    <a:pt x="599" y="33707"/>
                  </a:lnTo>
                  <a:lnTo>
                    <a:pt x="817" y="33707"/>
                  </a:lnTo>
                  <a:lnTo>
                    <a:pt x="912" y="33667"/>
                  </a:lnTo>
                  <a:lnTo>
                    <a:pt x="1007" y="33626"/>
                  </a:lnTo>
                  <a:lnTo>
                    <a:pt x="1089" y="33558"/>
                  </a:lnTo>
                  <a:lnTo>
                    <a:pt x="1144" y="33476"/>
                  </a:lnTo>
                  <a:lnTo>
                    <a:pt x="1198" y="33395"/>
                  </a:lnTo>
                  <a:lnTo>
                    <a:pt x="1225" y="33286"/>
                  </a:lnTo>
                  <a:lnTo>
                    <a:pt x="1239" y="33177"/>
                  </a:lnTo>
                  <a:lnTo>
                    <a:pt x="1239" y="24961"/>
                  </a:lnTo>
                  <a:lnTo>
                    <a:pt x="5632" y="20581"/>
                  </a:lnTo>
                  <a:lnTo>
                    <a:pt x="5700" y="20499"/>
                  </a:lnTo>
                  <a:lnTo>
                    <a:pt x="5741" y="20404"/>
                  </a:lnTo>
                  <a:lnTo>
                    <a:pt x="5768" y="20309"/>
                  </a:lnTo>
                  <a:lnTo>
                    <a:pt x="5782" y="20200"/>
                  </a:lnTo>
                  <a:lnTo>
                    <a:pt x="5782" y="15154"/>
                  </a:lnTo>
                  <a:lnTo>
                    <a:pt x="5768" y="15045"/>
                  </a:lnTo>
                  <a:lnTo>
                    <a:pt x="5741" y="14950"/>
                  </a:lnTo>
                  <a:lnTo>
                    <a:pt x="5700" y="14854"/>
                  </a:lnTo>
                  <a:lnTo>
                    <a:pt x="5632" y="14773"/>
                  </a:lnTo>
                  <a:lnTo>
                    <a:pt x="1062" y="10202"/>
                  </a:lnTo>
                  <a:lnTo>
                    <a:pt x="1062" y="531"/>
                  </a:lnTo>
                  <a:lnTo>
                    <a:pt x="1048" y="422"/>
                  </a:lnTo>
                  <a:lnTo>
                    <a:pt x="1021" y="327"/>
                  </a:lnTo>
                  <a:lnTo>
                    <a:pt x="967" y="245"/>
                  </a:lnTo>
                  <a:lnTo>
                    <a:pt x="899" y="164"/>
                  </a:lnTo>
                  <a:lnTo>
                    <a:pt x="831" y="96"/>
                  </a:lnTo>
                  <a:lnTo>
                    <a:pt x="735" y="41"/>
                  </a:lnTo>
                  <a:lnTo>
                    <a:pt x="640" y="14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9" name="Google Shape;1189;p29"/>
            <p:cNvSpPr/>
            <p:nvPr/>
          </p:nvSpPr>
          <p:spPr>
            <a:xfrm>
              <a:off x="1484583" y="3638253"/>
              <a:ext cx="111541" cy="667302"/>
            </a:xfrm>
            <a:custGeom>
              <a:avLst/>
              <a:gdLst/>
              <a:ahLst/>
              <a:cxnLst/>
              <a:rect l="l" t="t" r="r" b="b"/>
              <a:pathLst>
                <a:path w="3156" h="18881" extrusionOk="0">
                  <a:moveTo>
                    <a:pt x="2517" y="0"/>
                  </a:moveTo>
                  <a:lnTo>
                    <a:pt x="2421" y="41"/>
                  </a:lnTo>
                  <a:lnTo>
                    <a:pt x="2326" y="82"/>
                  </a:lnTo>
                  <a:lnTo>
                    <a:pt x="2244" y="150"/>
                  </a:lnTo>
                  <a:lnTo>
                    <a:pt x="2176" y="232"/>
                  </a:lnTo>
                  <a:lnTo>
                    <a:pt x="2136" y="313"/>
                  </a:lnTo>
                  <a:lnTo>
                    <a:pt x="2108" y="422"/>
                  </a:lnTo>
                  <a:lnTo>
                    <a:pt x="2095" y="531"/>
                  </a:lnTo>
                  <a:lnTo>
                    <a:pt x="2095" y="6489"/>
                  </a:lnTo>
                  <a:lnTo>
                    <a:pt x="163" y="8420"/>
                  </a:lnTo>
                  <a:lnTo>
                    <a:pt x="95" y="8502"/>
                  </a:lnTo>
                  <a:lnTo>
                    <a:pt x="41" y="8583"/>
                  </a:lnTo>
                  <a:lnTo>
                    <a:pt x="14" y="8692"/>
                  </a:lnTo>
                  <a:lnTo>
                    <a:pt x="0" y="8787"/>
                  </a:lnTo>
                  <a:lnTo>
                    <a:pt x="0" y="18350"/>
                  </a:lnTo>
                  <a:lnTo>
                    <a:pt x="14" y="18459"/>
                  </a:lnTo>
                  <a:lnTo>
                    <a:pt x="41" y="18568"/>
                  </a:lnTo>
                  <a:lnTo>
                    <a:pt x="95" y="18649"/>
                  </a:lnTo>
                  <a:lnTo>
                    <a:pt x="163" y="18731"/>
                  </a:lnTo>
                  <a:lnTo>
                    <a:pt x="245" y="18799"/>
                  </a:lnTo>
                  <a:lnTo>
                    <a:pt x="327" y="18840"/>
                  </a:lnTo>
                  <a:lnTo>
                    <a:pt x="422" y="18881"/>
                  </a:lnTo>
                  <a:lnTo>
                    <a:pt x="639" y="18881"/>
                  </a:lnTo>
                  <a:lnTo>
                    <a:pt x="735" y="18840"/>
                  </a:lnTo>
                  <a:lnTo>
                    <a:pt x="830" y="18799"/>
                  </a:lnTo>
                  <a:lnTo>
                    <a:pt x="911" y="18731"/>
                  </a:lnTo>
                  <a:lnTo>
                    <a:pt x="979" y="18649"/>
                  </a:lnTo>
                  <a:lnTo>
                    <a:pt x="1020" y="18568"/>
                  </a:lnTo>
                  <a:lnTo>
                    <a:pt x="1047" y="18459"/>
                  </a:lnTo>
                  <a:lnTo>
                    <a:pt x="1061" y="18350"/>
                  </a:lnTo>
                  <a:lnTo>
                    <a:pt x="1061" y="9005"/>
                  </a:lnTo>
                  <a:lnTo>
                    <a:pt x="2993" y="7074"/>
                  </a:lnTo>
                  <a:lnTo>
                    <a:pt x="3061" y="6992"/>
                  </a:lnTo>
                  <a:lnTo>
                    <a:pt x="3115" y="6910"/>
                  </a:lnTo>
                  <a:lnTo>
                    <a:pt x="3142" y="6802"/>
                  </a:lnTo>
                  <a:lnTo>
                    <a:pt x="3156" y="6706"/>
                  </a:lnTo>
                  <a:lnTo>
                    <a:pt x="3156" y="531"/>
                  </a:lnTo>
                  <a:lnTo>
                    <a:pt x="3142" y="422"/>
                  </a:lnTo>
                  <a:lnTo>
                    <a:pt x="3115" y="313"/>
                  </a:lnTo>
                  <a:lnTo>
                    <a:pt x="3061" y="232"/>
                  </a:lnTo>
                  <a:lnTo>
                    <a:pt x="2993" y="150"/>
                  </a:lnTo>
                  <a:lnTo>
                    <a:pt x="2925" y="82"/>
                  </a:lnTo>
                  <a:lnTo>
                    <a:pt x="2829" y="41"/>
                  </a:lnTo>
                  <a:lnTo>
                    <a:pt x="27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0" name="Google Shape;1190;p29"/>
            <p:cNvSpPr/>
            <p:nvPr/>
          </p:nvSpPr>
          <p:spPr>
            <a:xfrm>
              <a:off x="1689360" y="3070009"/>
              <a:ext cx="205799" cy="1235538"/>
            </a:xfrm>
            <a:custGeom>
              <a:avLst/>
              <a:gdLst/>
              <a:ahLst/>
              <a:cxnLst/>
              <a:rect l="l" t="t" r="r" b="b"/>
              <a:pathLst>
                <a:path w="5823" h="34959" extrusionOk="0">
                  <a:moveTo>
                    <a:pt x="531" y="0"/>
                  </a:moveTo>
                  <a:lnTo>
                    <a:pt x="422" y="14"/>
                  </a:lnTo>
                  <a:lnTo>
                    <a:pt x="327" y="41"/>
                  </a:lnTo>
                  <a:lnTo>
                    <a:pt x="232" y="95"/>
                  </a:lnTo>
                  <a:lnTo>
                    <a:pt x="164" y="150"/>
                  </a:lnTo>
                  <a:lnTo>
                    <a:pt x="96" y="231"/>
                  </a:lnTo>
                  <a:lnTo>
                    <a:pt x="42" y="327"/>
                  </a:lnTo>
                  <a:lnTo>
                    <a:pt x="14" y="422"/>
                  </a:lnTo>
                  <a:lnTo>
                    <a:pt x="1" y="531"/>
                  </a:lnTo>
                  <a:lnTo>
                    <a:pt x="1" y="7726"/>
                  </a:lnTo>
                  <a:lnTo>
                    <a:pt x="14" y="7835"/>
                  </a:lnTo>
                  <a:lnTo>
                    <a:pt x="42" y="7930"/>
                  </a:lnTo>
                  <a:lnTo>
                    <a:pt x="96" y="8026"/>
                  </a:lnTo>
                  <a:lnTo>
                    <a:pt x="164" y="8107"/>
                  </a:lnTo>
                  <a:lnTo>
                    <a:pt x="4762" y="12705"/>
                  </a:lnTo>
                  <a:lnTo>
                    <a:pt x="4762" y="34428"/>
                  </a:lnTo>
                  <a:lnTo>
                    <a:pt x="4775" y="34537"/>
                  </a:lnTo>
                  <a:lnTo>
                    <a:pt x="4802" y="34646"/>
                  </a:lnTo>
                  <a:lnTo>
                    <a:pt x="4857" y="34727"/>
                  </a:lnTo>
                  <a:lnTo>
                    <a:pt x="4911" y="34809"/>
                  </a:lnTo>
                  <a:lnTo>
                    <a:pt x="4993" y="34877"/>
                  </a:lnTo>
                  <a:lnTo>
                    <a:pt x="5088" y="34918"/>
                  </a:lnTo>
                  <a:lnTo>
                    <a:pt x="5183" y="34959"/>
                  </a:lnTo>
                  <a:lnTo>
                    <a:pt x="5401" y="34959"/>
                  </a:lnTo>
                  <a:lnTo>
                    <a:pt x="5496" y="34918"/>
                  </a:lnTo>
                  <a:lnTo>
                    <a:pt x="5591" y="34877"/>
                  </a:lnTo>
                  <a:lnTo>
                    <a:pt x="5673" y="34809"/>
                  </a:lnTo>
                  <a:lnTo>
                    <a:pt x="5727" y="34727"/>
                  </a:lnTo>
                  <a:lnTo>
                    <a:pt x="5782" y="34646"/>
                  </a:lnTo>
                  <a:lnTo>
                    <a:pt x="5809" y="34537"/>
                  </a:lnTo>
                  <a:lnTo>
                    <a:pt x="5823" y="34428"/>
                  </a:lnTo>
                  <a:lnTo>
                    <a:pt x="5823" y="12487"/>
                  </a:lnTo>
                  <a:lnTo>
                    <a:pt x="5809" y="12392"/>
                  </a:lnTo>
                  <a:lnTo>
                    <a:pt x="5782" y="12283"/>
                  </a:lnTo>
                  <a:lnTo>
                    <a:pt x="5727" y="12202"/>
                  </a:lnTo>
                  <a:lnTo>
                    <a:pt x="5673" y="12120"/>
                  </a:lnTo>
                  <a:lnTo>
                    <a:pt x="1062" y="7509"/>
                  </a:lnTo>
                  <a:lnTo>
                    <a:pt x="1062" y="531"/>
                  </a:lnTo>
                  <a:lnTo>
                    <a:pt x="1048" y="422"/>
                  </a:lnTo>
                  <a:lnTo>
                    <a:pt x="1021" y="327"/>
                  </a:lnTo>
                  <a:lnTo>
                    <a:pt x="967" y="231"/>
                  </a:lnTo>
                  <a:lnTo>
                    <a:pt x="912" y="150"/>
                  </a:lnTo>
                  <a:lnTo>
                    <a:pt x="831" y="95"/>
                  </a:lnTo>
                  <a:lnTo>
                    <a:pt x="735" y="41"/>
                  </a:lnTo>
                  <a:lnTo>
                    <a:pt x="640" y="14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1" name="Google Shape;1191;p29"/>
            <p:cNvSpPr/>
            <p:nvPr/>
          </p:nvSpPr>
          <p:spPr>
            <a:xfrm>
              <a:off x="2097995" y="3230077"/>
              <a:ext cx="167842" cy="1103852"/>
            </a:xfrm>
            <a:custGeom>
              <a:avLst/>
              <a:gdLst/>
              <a:ahLst/>
              <a:cxnLst/>
              <a:rect l="l" t="t" r="r" b="b"/>
              <a:pathLst>
                <a:path w="4749" h="31233" extrusionOk="0">
                  <a:moveTo>
                    <a:pt x="4041" y="1"/>
                  </a:moveTo>
                  <a:lnTo>
                    <a:pt x="3932" y="14"/>
                  </a:lnTo>
                  <a:lnTo>
                    <a:pt x="3823" y="42"/>
                  </a:lnTo>
                  <a:lnTo>
                    <a:pt x="3742" y="96"/>
                  </a:lnTo>
                  <a:lnTo>
                    <a:pt x="3660" y="150"/>
                  </a:lnTo>
                  <a:lnTo>
                    <a:pt x="3592" y="232"/>
                  </a:lnTo>
                  <a:lnTo>
                    <a:pt x="3551" y="327"/>
                  </a:lnTo>
                  <a:lnTo>
                    <a:pt x="3510" y="422"/>
                  </a:lnTo>
                  <a:lnTo>
                    <a:pt x="3510" y="531"/>
                  </a:lnTo>
                  <a:lnTo>
                    <a:pt x="3510" y="6856"/>
                  </a:lnTo>
                  <a:lnTo>
                    <a:pt x="151" y="10203"/>
                  </a:lnTo>
                  <a:lnTo>
                    <a:pt x="96" y="10284"/>
                  </a:lnTo>
                  <a:lnTo>
                    <a:pt x="42" y="10379"/>
                  </a:lnTo>
                  <a:lnTo>
                    <a:pt x="15" y="10475"/>
                  </a:lnTo>
                  <a:lnTo>
                    <a:pt x="1" y="10570"/>
                  </a:lnTo>
                  <a:lnTo>
                    <a:pt x="1" y="20731"/>
                  </a:lnTo>
                  <a:lnTo>
                    <a:pt x="15" y="20826"/>
                  </a:lnTo>
                  <a:lnTo>
                    <a:pt x="42" y="20921"/>
                  </a:lnTo>
                  <a:lnTo>
                    <a:pt x="96" y="21017"/>
                  </a:lnTo>
                  <a:lnTo>
                    <a:pt x="151" y="21098"/>
                  </a:lnTo>
                  <a:lnTo>
                    <a:pt x="3701" y="24635"/>
                  </a:lnTo>
                  <a:lnTo>
                    <a:pt x="3701" y="30702"/>
                  </a:lnTo>
                  <a:lnTo>
                    <a:pt x="3701" y="30810"/>
                  </a:lnTo>
                  <a:lnTo>
                    <a:pt x="3742" y="30919"/>
                  </a:lnTo>
                  <a:lnTo>
                    <a:pt x="3783" y="31001"/>
                  </a:lnTo>
                  <a:lnTo>
                    <a:pt x="3851" y="31082"/>
                  </a:lnTo>
                  <a:lnTo>
                    <a:pt x="3932" y="31151"/>
                  </a:lnTo>
                  <a:lnTo>
                    <a:pt x="4014" y="31191"/>
                  </a:lnTo>
                  <a:lnTo>
                    <a:pt x="4123" y="31232"/>
                  </a:lnTo>
                  <a:lnTo>
                    <a:pt x="4327" y="31232"/>
                  </a:lnTo>
                  <a:lnTo>
                    <a:pt x="4435" y="31191"/>
                  </a:lnTo>
                  <a:lnTo>
                    <a:pt x="4517" y="31151"/>
                  </a:lnTo>
                  <a:lnTo>
                    <a:pt x="4599" y="31082"/>
                  </a:lnTo>
                  <a:lnTo>
                    <a:pt x="4667" y="31001"/>
                  </a:lnTo>
                  <a:lnTo>
                    <a:pt x="4707" y="30919"/>
                  </a:lnTo>
                  <a:lnTo>
                    <a:pt x="4748" y="30810"/>
                  </a:lnTo>
                  <a:lnTo>
                    <a:pt x="4748" y="30702"/>
                  </a:lnTo>
                  <a:lnTo>
                    <a:pt x="4748" y="24417"/>
                  </a:lnTo>
                  <a:lnTo>
                    <a:pt x="4748" y="24308"/>
                  </a:lnTo>
                  <a:lnTo>
                    <a:pt x="4721" y="24213"/>
                  </a:lnTo>
                  <a:lnTo>
                    <a:pt x="4667" y="24118"/>
                  </a:lnTo>
                  <a:lnTo>
                    <a:pt x="4599" y="24050"/>
                  </a:lnTo>
                  <a:lnTo>
                    <a:pt x="1062" y="20500"/>
                  </a:lnTo>
                  <a:lnTo>
                    <a:pt x="1062" y="10801"/>
                  </a:lnTo>
                  <a:lnTo>
                    <a:pt x="4408" y="7441"/>
                  </a:lnTo>
                  <a:lnTo>
                    <a:pt x="4476" y="7360"/>
                  </a:lnTo>
                  <a:lnTo>
                    <a:pt x="4531" y="7278"/>
                  </a:lnTo>
                  <a:lnTo>
                    <a:pt x="4558" y="7183"/>
                  </a:lnTo>
                  <a:lnTo>
                    <a:pt x="4558" y="7074"/>
                  </a:lnTo>
                  <a:lnTo>
                    <a:pt x="4558" y="531"/>
                  </a:lnTo>
                  <a:lnTo>
                    <a:pt x="4558" y="422"/>
                  </a:lnTo>
                  <a:lnTo>
                    <a:pt x="4517" y="327"/>
                  </a:lnTo>
                  <a:lnTo>
                    <a:pt x="4476" y="232"/>
                  </a:lnTo>
                  <a:lnTo>
                    <a:pt x="4408" y="150"/>
                  </a:lnTo>
                  <a:lnTo>
                    <a:pt x="4327" y="96"/>
                  </a:lnTo>
                  <a:lnTo>
                    <a:pt x="4245" y="42"/>
                  </a:lnTo>
                  <a:lnTo>
                    <a:pt x="4136" y="14"/>
                  </a:lnTo>
                  <a:lnTo>
                    <a:pt x="40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2" name="Google Shape;1192;p29"/>
            <p:cNvSpPr/>
            <p:nvPr/>
          </p:nvSpPr>
          <p:spPr>
            <a:xfrm>
              <a:off x="2493659" y="3432946"/>
              <a:ext cx="163989" cy="913003"/>
            </a:xfrm>
            <a:custGeom>
              <a:avLst/>
              <a:gdLst/>
              <a:ahLst/>
              <a:cxnLst/>
              <a:rect l="l" t="t" r="r" b="b"/>
              <a:pathLst>
                <a:path w="4640" h="25833" extrusionOk="0">
                  <a:moveTo>
                    <a:pt x="599" y="1"/>
                  </a:moveTo>
                  <a:lnTo>
                    <a:pt x="504" y="42"/>
                  </a:lnTo>
                  <a:lnTo>
                    <a:pt x="423" y="83"/>
                  </a:lnTo>
                  <a:lnTo>
                    <a:pt x="341" y="151"/>
                  </a:lnTo>
                  <a:lnTo>
                    <a:pt x="273" y="232"/>
                  </a:lnTo>
                  <a:lnTo>
                    <a:pt x="219" y="314"/>
                  </a:lnTo>
                  <a:lnTo>
                    <a:pt x="191" y="423"/>
                  </a:lnTo>
                  <a:lnTo>
                    <a:pt x="178" y="531"/>
                  </a:lnTo>
                  <a:lnTo>
                    <a:pt x="178" y="9577"/>
                  </a:lnTo>
                  <a:lnTo>
                    <a:pt x="191" y="9672"/>
                  </a:lnTo>
                  <a:lnTo>
                    <a:pt x="219" y="9768"/>
                  </a:lnTo>
                  <a:lnTo>
                    <a:pt x="273" y="9863"/>
                  </a:lnTo>
                  <a:lnTo>
                    <a:pt x="341" y="9944"/>
                  </a:lnTo>
                  <a:lnTo>
                    <a:pt x="3578" y="13182"/>
                  </a:lnTo>
                  <a:lnTo>
                    <a:pt x="3578" y="18473"/>
                  </a:lnTo>
                  <a:lnTo>
                    <a:pt x="151" y="21901"/>
                  </a:lnTo>
                  <a:lnTo>
                    <a:pt x="83" y="21983"/>
                  </a:lnTo>
                  <a:lnTo>
                    <a:pt x="42" y="22064"/>
                  </a:lnTo>
                  <a:lnTo>
                    <a:pt x="1" y="22173"/>
                  </a:lnTo>
                  <a:lnTo>
                    <a:pt x="1" y="22268"/>
                  </a:lnTo>
                  <a:lnTo>
                    <a:pt x="1" y="25302"/>
                  </a:lnTo>
                  <a:lnTo>
                    <a:pt x="1" y="25411"/>
                  </a:lnTo>
                  <a:lnTo>
                    <a:pt x="42" y="25506"/>
                  </a:lnTo>
                  <a:lnTo>
                    <a:pt x="83" y="25601"/>
                  </a:lnTo>
                  <a:lnTo>
                    <a:pt x="151" y="25669"/>
                  </a:lnTo>
                  <a:lnTo>
                    <a:pt x="232" y="25737"/>
                  </a:lnTo>
                  <a:lnTo>
                    <a:pt x="314" y="25791"/>
                  </a:lnTo>
                  <a:lnTo>
                    <a:pt x="423" y="25819"/>
                  </a:lnTo>
                  <a:lnTo>
                    <a:pt x="531" y="25832"/>
                  </a:lnTo>
                  <a:lnTo>
                    <a:pt x="627" y="25819"/>
                  </a:lnTo>
                  <a:lnTo>
                    <a:pt x="735" y="25791"/>
                  </a:lnTo>
                  <a:lnTo>
                    <a:pt x="817" y="25737"/>
                  </a:lnTo>
                  <a:lnTo>
                    <a:pt x="899" y="25669"/>
                  </a:lnTo>
                  <a:lnTo>
                    <a:pt x="967" y="25601"/>
                  </a:lnTo>
                  <a:lnTo>
                    <a:pt x="1021" y="25506"/>
                  </a:lnTo>
                  <a:lnTo>
                    <a:pt x="1048" y="25411"/>
                  </a:lnTo>
                  <a:lnTo>
                    <a:pt x="1062" y="25302"/>
                  </a:lnTo>
                  <a:lnTo>
                    <a:pt x="1062" y="22486"/>
                  </a:lnTo>
                  <a:lnTo>
                    <a:pt x="4476" y="19072"/>
                  </a:lnTo>
                  <a:lnTo>
                    <a:pt x="4544" y="18990"/>
                  </a:lnTo>
                  <a:lnTo>
                    <a:pt x="4599" y="18895"/>
                  </a:lnTo>
                  <a:lnTo>
                    <a:pt x="4626" y="18800"/>
                  </a:lnTo>
                  <a:lnTo>
                    <a:pt x="4639" y="18691"/>
                  </a:lnTo>
                  <a:lnTo>
                    <a:pt x="4639" y="12964"/>
                  </a:lnTo>
                  <a:lnTo>
                    <a:pt x="4626" y="12855"/>
                  </a:lnTo>
                  <a:lnTo>
                    <a:pt x="4599" y="12760"/>
                  </a:lnTo>
                  <a:lnTo>
                    <a:pt x="4544" y="12665"/>
                  </a:lnTo>
                  <a:lnTo>
                    <a:pt x="4476" y="12597"/>
                  </a:lnTo>
                  <a:lnTo>
                    <a:pt x="1239" y="9346"/>
                  </a:lnTo>
                  <a:lnTo>
                    <a:pt x="1239" y="531"/>
                  </a:lnTo>
                  <a:lnTo>
                    <a:pt x="1225" y="423"/>
                  </a:lnTo>
                  <a:lnTo>
                    <a:pt x="1198" y="314"/>
                  </a:lnTo>
                  <a:lnTo>
                    <a:pt x="1157" y="232"/>
                  </a:lnTo>
                  <a:lnTo>
                    <a:pt x="1089" y="151"/>
                  </a:lnTo>
                  <a:lnTo>
                    <a:pt x="1008" y="83"/>
                  </a:lnTo>
                  <a:lnTo>
                    <a:pt x="912" y="4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3" name="Google Shape;1193;p29"/>
            <p:cNvSpPr/>
            <p:nvPr/>
          </p:nvSpPr>
          <p:spPr>
            <a:xfrm>
              <a:off x="2641251" y="3274786"/>
              <a:ext cx="118786" cy="1009134"/>
            </a:xfrm>
            <a:custGeom>
              <a:avLst/>
              <a:gdLst/>
              <a:ahLst/>
              <a:cxnLst/>
              <a:rect l="l" t="t" r="r" b="b"/>
              <a:pathLst>
                <a:path w="3361" h="28553" extrusionOk="0">
                  <a:moveTo>
                    <a:pt x="2545" y="1"/>
                  </a:moveTo>
                  <a:lnTo>
                    <a:pt x="2449" y="14"/>
                  </a:lnTo>
                  <a:lnTo>
                    <a:pt x="2341" y="42"/>
                  </a:lnTo>
                  <a:lnTo>
                    <a:pt x="2259" y="96"/>
                  </a:lnTo>
                  <a:lnTo>
                    <a:pt x="2177" y="150"/>
                  </a:lnTo>
                  <a:lnTo>
                    <a:pt x="2109" y="232"/>
                  </a:lnTo>
                  <a:lnTo>
                    <a:pt x="2069" y="327"/>
                  </a:lnTo>
                  <a:lnTo>
                    <a:pt x="2028" y="422"/>
                  </a:lnTo>
                  <a:lnTo>
                    <a:pt x="2028" y="531"/>
                  </a:lnTo>
                  <a:lnTo>
                    <a:pt x="2028" y="7441"/>
                  </a:lnTo>
                  <a:lnTo>
                    <a:pt x="151" y="9318"/>
                  </a:lnTo>
                  <a:lnTo>
                    <a:pt x="83" y="9400"/>
                  </a:lnTo>
                  <a:lnTo>
                    <a:pt x="42" y="9482"/>
                  </a:lnTo>
                  <a:lnTo>
                    <a:pt x="15" y="9591"/>
                  </a:lnTo>
                  <a:lnTo>
                    <a:pt x="1" y="9686"/>
                  </a:lnTo>
                  <a:lnTo>
                    <a:pt x="1" y="12284"/>
                  </a:lnTo>
                  <a:lnTo>
                    <a:pt x="15" y="12379"/>
                  </a:lnTo>
                  <a:lnTo>
                    <a:pt x="42" y="12488"/>
                  </a:lnTo>
                  <a:lnTo>
                    <a:pt x="83" y="12569"/>
                  </a:lnTo>
                  <a:lnTo>
                    <a:pt x="151" y="12651"/>
                  </a:lnTo>
                  <a:lnTo>
                    <a:pt x="2300" y="14800"/>
                  </a:lnTo>
                  <a:lnTo>
                    <a:pt x="2300" y="28022"/>
                  </a:lnTo>
                  <a:lnTo>
                    <a:pt x="2313" y="28131"/>
                  </a:lnTo>
                  <a:lnTo>
                    <a:pt x="2341" y="28240"/>
                  </a:lnTo>
                  <a:lnTo>
                    <a:pt x="2395" y="28321"/>
                  </a:lnTo>
                  <a:lnTo>
                    <a:pt x="2463" y="28403"/>
                  </a:lnTo>
                  <a:lnTo>
                    <a:pt x="2545" y="28471"/>
                  </a:lnTo>
                  <a:lnTo>
                    <a:pt x="2626" y="28512"/>
                  </a:lnTo>
                  <a:lnTo>
                    <a:pt x="2721" y="28552"/>
                  </a:lnTo>
                  <a:lnTo>
                    <a:pt x="2939" y="28552"/>
                  </a:lnTo>
                  <a:lnTo>
                    <a:pt x="3034" y="28512"/>
                  </a:lnTo>
                  <a:lnTo>
                    <a:pt x="3130" y="28471"/>
                  </a:lnTo>
                  <a:lnTo>
                    <a:pt x="3211" y="28403"/>
                  </a:lnTo>
                  <a:lnTo>
                    <a:pt x="3279" y="28321"/>
                  </a:lnTo>
                  <a:lnTo>
                    <a:pt x="3320" y="28240"/>
                  </a:lnTo>
                  <a:lnTo>
                    <a:pt x="3347" y="28131"/>
                  </a:lnTo>
                  <a:lnTo>
                    <a:pt x="3361" y="28022"/>
                  </a:lnTo>
                  <a:lnTo>
                    <a:pt x="3361" y="14583"/>
                  </a:lnTo>
                  <a:lnTo>
                    <a:pt x="3361" y="14487"/>
                  </a:lnTo>
                  <a:lnTo>
                    <a:pt x="3320" y="14379"/>
                  </a:lnTo>
                  <a:lnTo>
                    <a:pt x="3279" y="14297"/>
                  </a:lnTo>
                  <a:lnTo>
                    <a:pt x="3211" y="14215"/>
                  </a:lnTo>
                  <a:lnTo>
                    <a:pt x="1062" y="12066"/>
                  </a:lnTo>
                  <a:lnTo>
                    <a:pt x="1062" y="9903"/>
                  </a:lnTo>
                  <a:lnTo>
                    <a:pt x="2925" y="8040"/>
                  </a:lnTo>
                  <a:lnTo>
                    <a:pt x="2994" y="7958"/>
                  </a:lnTo>
                  <a:lnTo>
                    <a:pt x="3034" y="7877"/>
                  </a:lnTo>
                  <a:lnTo>
                    <a:pt x="3075" y="7768"/>
                  </a:lnTo>
                  <a:lnTo>
                    <a:pt x="3075" y="7673"/>
                  </a:lnTo>
                  <a:lnTo>
                    <a:pt x="3075" y="531"/>
                  </a:lnTo>
                  <a:lnTo>
                    <a:pt x="3075" y="422"/>
                  </a:lnTo>
                  <a:lnTo>
                    <a:pt x="3034" y="327"/>
                  </a:lnTo>
                  <a:lnTo>
                    <a:pt x="2994" y="232"/>
                  </a:lnTo>
                  <a:lnTo>
                    <a:pt x="2925" y="150"/>
                  </a:lnTo>
                  <a:lnTo>
                    <a:pt x="2844" y="96"/>
                  </a:lnTo>
                  <a:lnTo>
                    <a:pt x="2762" y="42"/>
                  </a:lnTo>
                  <a:lnTo>
                    <a:pt x="2653" y="14"/>
                  </a:lnTo>
                  <a:lnTo>
                    <a:pt x="25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4" name="Google Shape;1194;p29"/>
            <p:cNvSpPr/>
            <p:nvPr/>
          </p:nvSpPr>
          <p:spPr>
            <a:xfrm>
              <a:off x="1060539" y="3002222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67" y="0"/>
                  </a:moveTo>
                  <a:lnTo>
                    <a:pt x="2123" y="14"/>
                  </a:lnTo>
                  <a:lnTo>
                    <a:pt x="1891" y="41"/>
                  </a:lnTo>
                  <a:lnTo>
                    <a:pt x="1660" y="109"/>
                  </a:lnTo>
                  <a:lnTo>
                    <a:pt x="1442" y="177"/>
                  </a:lnTo>
                  <a:lnTo>
                    <a:pt x="1238" y="286"/>
                  </a:lnTo>
                  <a:lnTo>
                    <a:pt x="1048" y="395"/>
                  </a:lnTo>
                  <a:lnTo>
                    <a:pt x="858" y="531"/>
                  </a:lnTo>
                  <a:lnTo>
                    <a:pt x="694" y="694"/>
                  </a:lnTo>
                  <a:lnTo>
                    <a:pt x="545" y="857"/>
                  </a:lnTo>
                  <a:lnTo>
                    <a:pt x="409" y="1034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77"/>
                  </a:lnTo>
                  <a:lnTo>
                    <a:pt x="14" y="2122"/>
                  </a:lnTo>
                  <a:lnTo>
                    <a:pt x="1" y="2353"/>
                  </a:lnTo>
                  <a:lnTo>
                    <a:pt x="14" y="2598"/>
                  </a:lnTo>
                  <a:lnTo>
                    <a:pt x="55" y="2829"/>
                  </a:lnTo>
                  <a:lnTo>
                    <a:pt x="109" y="3061"/>
                  </a:lnTo>
                  <a:lnTo>
                    <a:pt x="191" y="3278"/>
                  </a:lnTo>
                  <a:lnTo>
                    <a:pt x="286" y="3482"/>
                  </a:lnTo>
                  <a:lnTo>
                    <a:pt x="409" y="3673"/>
                  </a:lnTo>
                  <a:lnTo>
                    <a:pt x="545" y="3863"/>
                  </a:lnTo>
                  <a:lnTo>
                    <a:pt x="694" y="4026"/>
                  </a:lnTo>
                  <a:lnTo>
                    <a:pt x="858" y="4176"/>
                  </a:lnTo>
                  <a:lnTo>
                    <a:pt x="1048" y="4312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1"/>
                  </a:lnTo>
                  <a:lnTo>
                    <a:pt x="1891" y="4666"/>
                  </a:lnTo>
                  <a:lnTo>
                    <a:pt x="2123" y="4707"/>
                  </a:lnTo>
                  <a:lnTo>
                    <a:pt x="2367" y="4720"/>
                  </a:lnTo>
                  <a:lnTo>
                    <a:pt x="2612" y="4707"/>
                  </a:lnTo>
                  <a:lnTo>
                    <a:pt x="2843" y="4666"/>
                  </a:lnTo>
                  <a:lnTo>
                    <a:pt x="3061" y="4611"/>
                  </a:lnTo>
                  <a:lnTo>
                    <a:pt x="3279" y="4530"/>
                  </a:lnTo>
                  <a:lnTo>
                    <a:pt x="3483" y="4435"/>
                  </a:lnTo>
                  <a:lnTo>
                    <a:pt x="3687" y="4312"/>
                  </a:lnTo>
                  <a:lnTo>
                    <a:pt x="3864" y="4176"/>
                  </a:lnTo>
                  <a:lnTo>
                    <a:pt x="4027" y="4026"/>
                  </a:lnTo>
                  <a:lnTo>
                    <a:pt x="4190" y="3863"/>
                  </a:lnTo>
                  <a:lnTo>
                    <a:pt x="4326" y="3673"/>
                  </a:lnTo>
                  <a:lnTo>
                    <a:pt x="4435" y="3482"/>
                  </a:lnTo>
                  <a:lnTo>
                    <a:pt x="4544" y="3278"/>
                  </a:lnTo>
                  <a:lnTo>
                    <a:pt x="4612" y="3061"/>
                  </a:lnTo>
                  <a:lnTo>
                    <a:pt x="4680" y="2829"/>
                  </a:lnTo>
                  <a:lnTo>
                    <a:pt x="4707" y="2598"/>
                  </a:lnTo>
                  <a:lnTo>
                    <a:pt x="4721" y="2353"/>
                  </a:lnTo>
                  <a:lnTo>
                    <a:pt x="4707" y="2122"/>
                  </a:lnTo>
                  <a:lnTo>
                    <a:pt x="4680" y="1877"/>
                  </a:lnTo>
                  <a:lnTo>
                    <a:pt x="4612" y="1660"/>
                  </a:lnTo>
                  <a:lnTo>
                    <a:pt x="4544" y="1442"/>
                  </a:lnTo>
                  <a:lnTo>
                    <a:pt x="4435" y="1238"/>
                  </a:lnTo>
                  <a:lnTo>
                    <a:pt x="4326" y="1034"/>
                  </a:lnTo>
                  <a:lnTo>
                    <a:pt x="4190" y="857"/>
                  </a:lnTo>
                  <a:lnTo>
                    <a:pt x="4027" y="694"/>
                  </a:lnTo>
                  <a:lnTo>
                    <a:pt x="3864" y="531"/>
                  </a:lnTo>
                  <a:lnTo>
                    <a:pt x="3687" y="395"/>
                  </a:lnTo>
                  <a:lnTo>
                    <a:pt x="3483" y="286"/>
                  </a:lnTo>
                  <a:lnTo>
                    <a:pt x="3279" y="177"/>
                  </a:lnTo>
                  <a:lnTo>
                    <a:pt x="3061" y="109"/>
                  </a:lnTo>
                  <a:lnTo>
                    <a:pt x="2843" y="41"/>
                  </a:lnTo>
                  <a:lnTo>
                    <a:pt x="2612" y="14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5" name="Google Shape;1195;p29"/>
            <p:cNvSpPr/>
            <p:nvPr/>
          </p:nvSpPr>
          <p:spPr>
            <a:xfrm>
              <a:off x="1493702" y="3526711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67" y="0"/>
                  </a:moveTo>
                  <a:lnTo>
                    <a:pt x="2123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48" y="409"/>
                  </a:lnTo>
                  <a:lnTo>
                    <a:pt x="857" y="545"/>
                  </a:lnTo>
                  <a:lnTo>
                    <a:pt x="694" y="694"/>
                  </a:lnTo>
                  <a:lnTo>
                    <a:pt x="545" y="857"/>
                  </a:lnTo>
                  <a:lnTo>
                    <a:pt x="409" y="1048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2"/>
                  </a:lnTo>
                  <a:lnTo>
                    <a:pt x="1" y="2354"/>
                  </a:lnTo>
                  <a:lnTo>
                    <a:pt x="14" y="2599"/>
                  </a:lnTo>
                  <a:lnTo>
                    <a:pt x="55" y="2830"/>
                  </a:lnTo>
                  <a:lnTo>
                    <a:pt x="109" y="3061"/>
                  </a:lnTo>
                  <a:lnTo>
                    <a:pt x="191" y="3279"/>
                  </a:lnTo>
                  <a:lnTo>
                    <a:pt x="286" y="3483"/>
                  </a:lnTo>
                  <a:lnTo>
                    <a:pt x="409" y="3673"/>
                  </a:lnTo>
                  <a:lnTo>
                    <a:pt x="545" y="3864"/>
                  </a:lnTo>
                  <a:lnTo>
                    <a:pt x="694" y="4027"/>
                  </a:lnTo>
                  <a:lnTo>
                    <a:pt x="857" y="4176"/>
                  </a:lnTo>
                  <a:lnTo>
                    <a:pt x="1048" y="4312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2"/>
                  </a:lnTo>
                  <a:lnTo>
                    <a:pt x="1891" y="4666"/>
                  </a:lnTo>
                  <a:lnTo>
                    <a:pt x="2123" y="4707"/>
                  </a:lnTo>
                  <a:lnTo>
                    <a:pt x="2367" y="4721"/>
                  </a:lnTo>
                  <a:lnTo>
                    <a:pt x="2599" y="4707"/>
                  </a:lnTo>
                  <a:lnTo>
                    <a:pt x="2843" y="4666"/>
                  </a:lnTo>
                  <a:lnTo>
                    <a:pt x="3061" y="4612"/>
                  </a:lnTo>
                  <a:lnTo>
                    <a:pt x="3279" y="4530"/>
                  </a:lnTo>
                  <a:lnTo>
                    <a:pt x="3483" y="4435"/>
                  </a:lnTo>
                  <a:lnTo>
                    <a:pt x="3687" y="4312"/>
                  </a:lnTo>
                  <a:lnTo>
                    <a:pt x="3864" y="4176"/>
                  </a:lnTo>
                  <a:lnTo>
                    <a:pt x="4027" y="4027"/>
                  </a:lnTo>
                  <a:lnTo>
                    <a:pt x="4190" y="3864"/>
                  </a:lnTo>
                  <a:lnTo>
                    <a:pt x="4326" y="3673"/>
                  </a:lnTo>
                  <a:lnTo>
                    <a:pt x="4435" y="3483"/>
                  </a:lnTo>
                  <a:lnTo>
                    <a:pt x="4544" y="3279"/>
                  </a:lnTo>
                  <a:lnTo>
                    <a:pt x="4612" y="3061"/>
                  </a:lnTo>
                  <a:lnTo>
                    <a:pt x="4680" y="2830"/>
                  </a:lnTo>
                  <a:lnTo>
                    <a:pt x="4707" y="2599"/>
                  </a:lnTo>
                  <a:lnTo>
                    <a:pt x="4721" y="2354"/>
                  </a:lnTo>
                  <a:lnTo>
                    <a:pt x="4707" y="2122"/>
                  </a:lnTo>
                  <a:lnTo>
                    <a:pt x="4680" y="1891"/>
                  </a:lnTo>
                  <a:lnTo>
                    <a:pt x="4612" y="1660"/>
                  </a:lnTo>
                  <a:lnTo>
                    <a:pt x="4544" y="1442"/>
                  </a:lnTo>
                  <a:lnTo>
                    <a:pt x="4435" y="1238"/>
                  </a:lnTo>
                  <a:lnTo>
                    <a:pt x="4326" y="1048"/>
                  </a:lnTo>
                  <a:lnTo>
                    <a:pt x="4190" y="857"/>
                  </a:lnTo>
                  <a:lnTo>
                    <a:pt x="4027" y="694"/>
                  </a:lnTo>
                  <a:lnTo>
                    <a:pt x="3864" y="545"/>
                  </a:lnTo>
                  <a:lnTo>
                    <a:pt x="3687" y="409"/>
                  </a:lnTo>
                  <a:lnTo>
                    <a:pt x="3483" y="286"/>
                  </a:lnTo>
                  <a:lnTo>
                    <a:pt x="3279" y="191"/>
                  </a:lnTo>
                  <a:lnTo>
                    <a:pt x="3061" y="109"/>
                  </a:lnTo>
                  <a:lnTo>
                    <a:pt x="2843" y="55"/>
                  </a:lnTo>
                  <a:lnTo>
                    <a:pt x="2599" y="14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6" name="Google Shape;1196;p29"/>
            <p:cNvSpPr/>
            <p:nvPr/>
          </p:nvSpPr>
          <p:spPr>
            <a:xfrm>
              <a:off x="1624966" y="2976245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53" y="1"/>
                  </a:moveTo>
                  <a:lnTo>
                    <a:pt x="2108" y="14"/>
                  </a:lnTo>
                  <a:lnTo>
                    <a:pt x="1877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24" y="286"/>
                  </a:lnTo>
                  <a:lnTo>
                    <a:pt x="1034" y="409"/>
                  </a:lnTo>
                  <a:lnTo>
                    <a:pt x="857" y="545"/>
                  </a:lnTo>
                  <a:lnTo>
                    <a:pt x="680" y="694"/>
                  </a:lnTo>
                  <a:lnTo>
                    <a:pt x="531" y="858"/>
                  </a:lnTo>
                  <a:lnTo>
                    <a:pt x="394" y="1048"/>
                  </a:lnTo>
                  <a:lnTo>
                    <a:pt x="286" y="1238"/>
                  </a:lnTo>
                  <a:lnTo>
                    <a:pt x="177" y="1442"/>
                  </a:lnTo>
                  <a:lnTo>
                    <a:pt x="95" y="1660"/>
                  </a:lnTo>
                  <a:lnTo>
                    <a:pt x="41" y="1891"/>
                  </a:lnTo>
                  <a:lnTo>
                    <a:pt x="14" y="2123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41" y="2844"/>
                  </a:lnTo>
                  <a:lnTo>
                    <a:pt x="95" y="3061"/>
                  </a:lnTo>
                  <a:lnTo>
                    <a:pt x="177" y="3279"/>
                  </a:lnTo>
                  <a:lnTo>
                    <a:pt x="286" y="3483"/>
                  </a:lnTo>
                  <a:lnTo>
                    <a:pt x="394" y="3687"/>
                  </a:lnTo>
                  <a:lnTo>
                    <a:pt x="531" y="3864"/>
                  </a:lnTo>
                  <a:lnTo>
                    <a:pt x="680" y="4027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24" y="4435"/>
                  </a:lnTo>
                  <a:lnTo>
                    <a:pt x="1442" y="4544"/>
                  </a:lnTo>
                  <a:lnTo>
                    <a:pt x="1660" y="4612"/>
                  </a:lnTo>
                  <a:lnTo>
                    <a:pt x="1877" y="4680"/>
                  </a:lnTo>
                  <a:lnTo>
                    <a:pt x="2108" y="4707"/>
                  </a:lnTo>
                  <a:lnTo>
                    <a:pt x="2353" y="4721"/>
                  </a:lnTo>
                  <a:lnTo>
                    <a:pt x="2598" y="4707"/>
                  </a:lnTo>
                  <a:lnTo>
                    <a:pt x="2829" y="4680"/>
                  </a:lnTo>
                  <a:lnTo>
                    <a:pt x="3061" y="4612"/>
                  </a:lnTo>
                  <a:lnTo>
                    <a:pt x="3278" y="4544"/>
                  </a:lnTo>
                  <a:lnTo>
                    <a:pt x="3482" y="4435"/>
                  </a:lnTo>
                  <a:lnTo>
                    <a:pt x="3673" y="4326"/>
                  </a:lnTo>
                  <a:lnTo>
                    <a:pt x="3850" y="4190"/>
                  </a:lnTo>
                  <a:lnTo>
                    <a:pt x="4026" y="4027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4" y="3483"/>
                  </a:lnTo>
                  <a:lnTo>
                    <a:pt x="4530" y="3279"/>
                  </a:lnTo>
                  <a:lnTo>
                    <a:pt x="4611" y="3061"/>
                  </a:lnTo>
                  <a:lnTo>
                    <a:pt x="4666" y="2844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3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2"/>
                  </a:lnTo>
                  <a:lnTo>
                    <a:pt x="4434" y="1238"/>
                  </a:lnTo>
                  <a:lnTo>
                    <a:pt x="4312" y="1048"/>
                  </a:lnTo>
                  <a:lnTo>
                    <a:pt x="4176" y="858"/>
                  </a:lnTo>
                  <a:lnTo>
                    <a:pt x="4026" y="694"/>
                  </a:lnTo>
                  <a:lnTo>
                    <a:pt x="3850" y="545"/>
                  </a:lnTo>
                  <a:lnTo>
                    <a:pt x="3673" y="409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29" y="55"/>
                  </a:lnTo>
                  <a:lnTo>
                    <a:pt x="2598" y="14"/>
                  </a:lnTo>
                  <a:lnTo>
                    <a:pt x="235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7" name="Google Shape;1197;p29"/>
            <p:cNvSpPr/>
            <p:nvPr/>
          </p:nvSpPr>
          <p:spPr>
            <a:xfrm>
              <a:off x="2157159" y="3143063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67" y="1"/>
                  </a:moveTo>
                  <a:lnTo>
                    <a:pt x="2122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48" y="409"/>
                  </a:lnTo>
                  <a:lnTo>
                    <a:pt x="857" y="545"/>
                  </a:lnTo>
                  <a:lnTo>
                    <a:pt x="694" y="694"/>
                  </a:lnTo>
                  <a:lnTo>
                    <a:pt x="544" y="858"/>
                  </a:lnTo>
                  <a:lnTo>
                    <a:pt x="408" y="1048"/>
                  </a:lnTo>
                  <a:lnTo>
                    <a:pt x="286" y="1238"/>
                  </a:lnTo>
                  <a:lnTo>
                    <a:pt x="191" y="1443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3"/>
                  </a:lnTo>
                  <a:lnTo>
                    <a:pt x="0" y="2368"/>
                  </a:lnTo>
                  <a:lnTo>
                    <a:pt x="14" y="2599"/>
                  </a:lnTo>
                  <a:lnTo>
                    <a:pt x="55" y="2844"/>
                  </a:lnTo>
                  <a:lnTo>
                    <a:pt x="109" y="3061"/>
                  </a:lnTo>
                  <a:lnTo>
                    <a:pt x="191" y="3279"/>
                  </a:lnTo>
                  <a:lnTo>
                    <a:pt x="286" y="3483"/>
                  </a:lnTo>
                  <a:lnTo>
                    <a:pt x="408" y="3687"/>
                  </a:lnTo>
                  <a:lnTo>
                    <a:pt x="544" y="3864"/>
                  </a:lnTo>
                  <a:lnTo>
                    <a:pt x="694" y="4027"/>
                  </a:lnTo>
                  <a:lnTo>
                    <a:pt x="857" y="4190"/>
                  </a:lnTo>
                  <a:lnTo>
                    <a:pt x="1048" y="4326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2"/>
                  </a:lnTo>
                  <a:lnTo>
                    <a:pt x="1891" y="4680"/>
                  </a:lnTo>
                  <a:lnTo>
                    <a:pt x="2122" y="4707"/>
                  </a:lnTo>
                  <a:lnTo>
                    <a:pt x="2367" y="4721"/>
                  </a:lnTo>
                  <a:lnTo>
                    <a:pt x="2598" y="4707"/>
                  </a:lnTo>
                  <a:lnTo>
                    <a:pt x="2843" y="4680"/>
                  </a:lnTo>
                  <a:lnTo>
                    <a:pt x="3061" y="4612"/>
                  </a:lnTo>
                  <a:lnTo>
                    <a:pt x="3278" y="4530"/>
                  </a:lnTo>
                  <a:lnTo>
                    <a:pt x="3482" y="4435"/>
                  </a:lnTo>
                  <a:lnTo>
                    <a:pt x="3686" y="4326"/>
                  </a:lnTo>
                  <a:lnTo>
                    <a:pt x="3863" y="4190"/>
                  </a:lnTo>
                  <a:lnTo>
                    <a:pt x="4026" y="4027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5" y="3483"/>
                  </a:lnTo>
                  <a:lnTo>
                    <a:pt x="4530" y="3279"/>
                  </a:lnTo>
                  <a:lnTo>
                    <a:pt x="4611" y="3061"/>
                  </a:lnTo>
                  <a:lnTo>
                    <a:pt x="4666" y="2844"/>
                  </a:lnTo>
                  <a:lnTo>
                    <a:pt x="4707" y="2599"/>
                  </a:lnTo>
                  <a:lnTo>
                    <a:pt x="4720" y="2368"/>
                  </a:lnTo>
                  <a:lnTo>
                    <a:pt x="4707" y="2123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3"/>
                  </a:lnTo>
                  <a:lnTo>
                    <a:pt x="4435" y="1238"/>
                  </a:lnTo>
                  <a:lnTo>
                    <a:pt x="4312" y="1048"/>
                  </a:lnTo>
                  <a:lnTo>
                    <a:pt x="4176" y="858"/>
                  </a:lnTo>
                  <a:lnTo>
                    <a:pt x="4026" y="694"/>
                  </a:lnTo>
                  <a:lnTo>
                    <a:pt x="3863" y="545"/>
                  </a:lnTo>
                  <a:lnTo>
                    <a:pt x="3686" y="409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43" y="55"/>
                  </a:lnTo>
                  <a:lnTo>
                    <a:pt x="2598" y="14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8" name="Google Shape;1198;p29"/>
            <p:cNvSpPr/>
            <p:nvPr/>
          </p:nvSpPr>
          <p:spPr>
            <a:xfrm>
              <a:off x="2435520" y="3343069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53" y="0"/>
                  </a:moveTo>
                  <a:lnTo>
                    <a:pt x="2122" y="14"/>
                  </a:lnTo>
                  <a:lnTo>
                    <a:pt x="1877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34" y="408"/>
                  </a:lnTo>
                  <a:lnTo>
                    <a:pt x="857" y="544"/>
                  </a:lnTo>
                  <a:lnTo>
                    <a:pt x="694" y="694"/>
                  </a:lnTo>
                  <a:lnTo>
                    <a:pt x="531" y="871"/>
                  </a:lnTo>
                  <a:lnTo>
                    <a:pt x="394" y="1048"/>
                  </a:lnTo>
                  <a:lnTo>
                    <a:pt x="286" y="1238"/>
                  </a:lnTo>
                  <a:lnTo>
                    <a:pt x="177" y="1442"/>
                  </a:lnTo>
                  <a:lnTo>
                    <a:pt x="109" y="1660"/>
                  </a:lnTo>
                  <a:lnTo>
                    <a:pt x="41" y="1891"/>
                  </a:lnTo>
                  <a:lnTo>
                    <a:pt x="14" y="2122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41" y="2843"/>
                  </a:lnTo>
                  <a:lnTo>
                    <a:pt x="109" y="3074"/>
                  </a:lnTo>
                  <a:lnTo>
                    <a:pt x="177" y="3279"/>
                  </a:lnTo>
                  <a:lnTo>
                    <a:pt x="286" y="3496"/>
                  </a:lnTo>
                  <a:lnTo>
                    <a:pt x="394" y="3687"/>
                  </a:lnTo>
                  <a:lnTo>
                    <a:pt x="531" y="3863"/>
                  </a:lnTo>
                  <a:lnTo>
                    <a:pt x="694" y="4040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38" y="4435"/>
                  </a:lnTo>
                  <a:lnTo>
                    <a:pt x="1442" y="4544"/>
                  </a:lnTo>
                  <a:lnTo>
                    <a:pt x="1660" y="4625"/>
                  </a:lnTo>
                  <a:lnTo>
                    <a:pt x="1877" y="4680"/>
                  </a:lnTo>
                  <a:lnTo>
                    <a:pt x="2122" y="4707"/>
                  </a:lnTo>
                  <a:lnTo>
                    <a:pt x="2353" y="4720"/>
                  </a:lnTo>
                  <a:lnTo>
                    <a:pt x="2598" y="4707"/>
                  </a:lnTo>
                  <a:lnTo>
                    <a:pt x="2829" y="4680"/>
                  </a:lnTo>
                  <a:lnTo>
                    <a:pt x="3061" y="4625"/>
                  </a:lnTo>
                  <a:lnTo>
                    <a:pt x="3278" y="4544"/>
                  </a:lnTo>
                  <a:lnTo>
                    <a:pt x="3482" y="4435"/>
                  </a:lnTo>
                  <a:lnTo>
                    <a:pt x="3673" y="4326"/>
                  </a:lnTo>
                  <a:lnTo>
                    <a:pt x="3863" y="4190"/>
                  </a:lnTo>
                  <a:lnTo>
                    <a:pt x="4026" y="4040"/>
                  </a:lnTo>
                  <a:lnTo>
                    <a:pt x="4176" y="3863"/>
                  </a:lnTo>
                  <a:lnTo>
                    <a:pt x="4312" y="3687"/>
                  </a:lnTo>
                  <a:lnTo>
                    <a:pt x="4434" y="3496"/>
                  </a:lnTo>
                  <a:lnTo>
                    <a:pt x="4530" y="3279"/>
                  </a:lnTo>
                  <a:lnTo>
                    <a:pt x="4611" y="3074"/>
                  </a:lnTo>
                  <a:lnTo>
                    <a:pt x="4666" y="2843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2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2"/>
                  </a:lnTo>
                  <a:lnTo>
                    <a:pt x="4434" y="1238"/>
                  </a:lnTo>
                  <a:lnTo>
                    <a:pt x="4312" y="1048"/>
                  </a:lnTo>
                  <a:lnTo>
                    <a:pt x="4176" y="871"/>
                  </a:lnTo>
                  <a:lnTo>
                    <a:pt x="4026" y="694"/>
                  </a:lnTo>
                  <a:lnTo>
                    <a:pt x="3863" y="544"/>
                  </a:lnTo>
                  <a:lnTo>
                    <a:pt x="3673" y="408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29" y="55"/>
                  </a:lnTo>
                  <a:lnTo>
                    <a:pt x="2598" y="14"/>
                  </a:lnTo>
                  <a:lnTo>
                    <a:pt x="235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9" name="Google Shape;1199;p29"/>
            <p:cNvSpPr/>
            <p:nvPr/>
          </p:nvSpPr>
          <p:spPr>
            <a:xfrm>
              <a:off x="2648002" y="3165188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54" y="0"/>
                  </a:moveTo>
                  <a:lnTo>
                    <a:pt x="2122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34" y="408"/>
                  </a:lnTo>
                  <a:lnTo>
                    <a:pt x="857" y="544"/>
                  </a:lnTo>
                  <a:lnTo>
                    <a:pt x="694" y="694"/>
                  </a:lnTo>
                  <a:lnTo>
                    <a:pt x="544" y="871"/>
                  </a:lnTo>
                  <a:lnTo>
                    <a:pt x="408" y="1048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2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55" y="2843"/>
                  </a:lnTo>
                  <a:lnTo>
                    <a:pt x="109" y="3075"/>
                  </a:lnTo>
                  <a:lnTo>
                    <a:pt x="191" y="3279"/>
                  </a:lnTo>
                  <a:lnTo>
                    <a:pt x="286" y="3496"/>
                  </a:lnTo>
                  <a:lnTo>
                    <a:pt x="408" y="3687"/>
                  </a:lnTo>
                  <a:lnTo>
                    <a:pt x="544" y="3864"/>
                  </a:lnTo>
                  <a:lnTo>
                    <a:pt x="694" y="4040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38" y="4435"/>
                  </a:lnTo>
                  <a:lnTo>
                    <a:pt x="1442" y="4544"/>
                  </a:lnTo>
                  <a:lnTo>
                    <a:pt x="1660" y="4625"/>
                  </a:lnTo>
                  <a:lnTo>
                    <a:pt x="1891" y="4680"/>
                  </a:lnTo>
                  <a:lnTo>
                    <a:pt x="2122" y="4707"/>
                  </a:lnTo>
                  <a:lnTo>
                    <a:pt x="2354" y="4720"/>
                  </a:lnTo>
                  <a:lnTo>
                    <a:pt x="2598" y="4707"/>
                  </a:lnTo>
                  <a:lnTo>
                    <a:pt x="2830" y="4680"/>
                  </a:lnTo>
                  <a:lnTo>
                    <a:pt x="3061" y="4625"/>
                  </a:lnTo>
                  <a:lnTo>
                    <a:pt x="3279" y="4544"/>
                  </a:lnTo>
                  <a:lnTo>
                    <a:pt x="3483" y="4435"/>
                  </a:lnTo>
                  <a:lnTo>
                    <a:pt x="3673" y="4326"/>
                  </a:lnTo>
                  <a:lnTo>
                    <a:pt x="3864" y="4190"/>
                  </a:lnTo>
                  <a:lnTo>
                    <a:pt x="4027" y="4040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5" y="3496"/>
                  </a:lnTo>
                  <a:lnTo>
                    <a:pt x="4530" y="3279"/>
                  </a:lnTo>
                  <a:lnTo>
                    <a:pt x="4612" y="3075"/>
                  </a:lnTo>
                  <a:lnTo>
                    <a:pt x="4666" y="2843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2"/>
                  </a:lnTo>
                  <a:lnTo>
                    <a:pt x="4666" y="1891"/>
                  </a:lnTo>
                  <a:lnTo>
                    <a:pt x="4612" y="1660"/>
                  </a:lnTo>
                  <a:lnTo>
                    <a:pt x="4530" y="1442"/>
                  </a:lnTo>
                  <a:lnTo>
                    <a:pt x="4435" y="1238"/>
                  </a:lnTo>
                  <a:lnTo>
                    <a:pt x="4312" y="1048"/>
                  </a:lnTo>
                  <a:lnTo>
                    <a:pt x="4176" y="871"/>
                  </a:lnTo>
                  <a:lnTo>
                    <a:pt x="4027" y="694"/>
                  </a:lnTo>
                  <a:lnTo>
                    <a:pt x="3864" y="544"/>
                  </a:lnTo>
                  <a:lnTo>
                    <a:pt x="3673" y="408"/>
                  </a:lnTo>
                  <a:lnTo>
                    <a:pt x="3483" y="286"/>
                  </a:lnTo>
                  <a:lnTo>
                    <a:pt x="3279" y="191"/>
                  </a:lnTo>
                  <a:lnTo>
                    <a:pt x="3061" y="109"/>
                  </a:lnTo>
                  <a:lnTo>
                    <a:pt x="2830" y="55"/>
                  </a:lnTo>
                  <a:lnTo>
                    <a:pt x="2598" y="14"/>
                  </a:lnTo>
                  <a:lnTo>
                    <a:pt x="235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0" name="Google Shape;1200;p29"/>
            <p:cNvSpPr/>
            <p:nvPr/>
          </p:nvSpPr>
          <p:spPr>
            <a:xfrm>
              <a:off x="658160" y="4315141"/>
              <a:ext cx="2634536" cy="317340"/>
            </a:xfrm>
            <a:custGeom>
              <a:avLst/>
              <a:gdLst/>
              <a:ahLst/>
              <a:cxnLst/>
              <a:rect l="l" t="t" r="r" b="b"/>
              <a:pathLst>
                <a:path w="74543" h="8979" extrusionOk="0">
                  <a:moveTo>
                    <a:pt x="2830" y="1"/>
                  </a:moveTo>
                  <a:lnTo>
                    <a:pt x="2544" y="28"/>
                  </a:lnTo>
                  <a:lnTo>
                    <a:pt x="2258" y="69"/>
                  </a:lnTo>
                  <a:lnTo>
                    <a:pt x="1986" y="137"/>
                  </a:lnTo>
                  <a:lnTo>
                    <a:pt x="1728" y="232"/>
                  </a:lnTo>
                  <a:lnTo>
                    <a:pt x="1483" y="354"/>
                  </a:lnTo>
                  <a:lnTo>
                    <a:pt x="1252" y="490"/>
                  </a:lnTo>
                  <a:lnTo>
                    <a:pt x="1034" y="654"/>
                  </a:lnTo>
                  <a:lnTo>
                    <a:pt x="830" y="844"/>
                  </a:lnTo>
                  <a:lnTo>
                    <a:pt x="639" y="1034"/>
                  </a:lnTo>
                  <a:lnTo>
                    <a:pt x="476" y="1252"/>
                  </a:lnTo>
                  <a:lnTo>
                    <a:pt x="340" y="1497"/>
                  </a:lnTo>
                  <a:lnTo>
                    <a:pt x="218" y="1742"/>
                  </a:lnTo>
                  <a:lnTo>
                    <a:pt x="123" y="2000"/>
                  </a:lnTo>
                  <a:lnTo>
                    <a:pt x="55" y="2272"/>
                  </a:lnTo>
                  <a:lnTo>
                    <a:pt x="14" y="2544"/>
                  </a:lnTo>
                  <a:lnTo>
                    <a:pt x="0" y="2844"/>
                  </a:lnTo>
                  <a:lnTo>
                    <a:pt x="0" y="6135"/>
                  </a:lnTo>
                  <a:lnTo>
                    <a:pt x="14" y="6435"/>
                  </a:lnTo>
                  <a:lnTo>
                    <a:pt x="55" y="6707"/>
                  </a:lnTo>
                  <a:lnTo>
                    <a:pt x="123" y="6979"/>
                  </a:lnTo>
                  <a:lnTo>
                    <a:pt x="218" y="7237"/>
                  </a:lnTo>
                  <a:lnTo>
                    <a:pt x="340" y="7482"/>
                  </a:lnTo>
                  <a:lnTo>
                    <a:pt x="476" y="7727"/>
                  </a:lnTo>
                  <a:lnTo>
                    <a:pt x="639" y="7944"/>
                  </a:lnTo>
                  <a:lnTo>
                    <a:pt x="830" y="8135"/>
                  </a:lnTo>
                  <a:lnTo>
                    <a:pt x="1034" y="8325"/>
                  </a:lnTo>
                  <a:lnTo>
                    <a:pt x="1252" y="8489"/>
                  </a:lnTo>
                  <a:lnTo>
                    <a:pt x="1483" y="8625"/>
                  </a:lnTo>
                  <a:lnTo>
                    <a:pt x="1728" y="8747"/>
                  </a:lnTo>
                  <a:lnTo>
                    <a:pt x="1986" y="8842"/>
                  </a:lnTo>
                  <a:lnTo>
                    <a:pt x="2258" y="8910"/>
                  </a:lnTo>
                  <a:lnTo>
                    <a:pt x="2544" y="8951"/>
                  </a:lnTo>
                  <a:lnTo>
                    <a:pt x="2830" y="8978"/>
                  </a:lnTo>
                  <a:lnTo>
                    <a:pt x="71713" y="8978"/>
                  </a:lnTo>
                  <a:lnTo>
                    <a:pt x="72012" y="8951"/>
                  </a:lnTo>
                  <a:lnTo>
                    <a:pt x="72284" y="8910"/>
                  </a:lnTo>
                  <a:lnTo>
                    <a:pt x="72556" y="8842"/>
                  </a:lnTo>
                  <a:lnTo>
                    <a:pt x="72815" y="8747"/>
                  </a:lnTo>
                  <a:lnTo>
                    <a:pt x="73060" y="8625"/>
                  </a:lnTo>
                  <a:lnTo>
                    <a:pt x="73291" y="8489"/>
                  </a:lnTo>
                  <a:lnTo>
                    <a:pt x="73509" y="8325"/>
                  </a:lnTo>
                  <a:lnTo>
                    <a:pt x="73713" y="8135"/>
                  </a:lnTo>
                  <a:lnTo>
                    <a:pt x="73903" y="7944"/>
                  </a:lnTo>
                  <a:lnTo>
                    <a:pt x="74066" y="7727"/>
                  </a:lnTo>
                  <a:lnTo>
                    <a:pt x="74202" y="7482"/>
                  </a:lnTo>
                  <a:lnTo>
                    <a:pt x="74325" y="7237"/>
                  </a:lnTo>
                  <a:lnTo>
                    <a:pt x="74420" y="6979"/>
                  </a:lnTo>
                  <a:lnTo>
                    <a:pt x="74488" y="6707"/>
                  </a:lnTo>
                  <a:lnTo>
                    <a:pt x="74529" y="6435"/>
                  </a:lnTo>
                  <a:lnTo>
                    <a:pt x="74542" y="6135"/>
                  </a:lnTo>
                  <a:lnTo>
                    <a:pt x="74542" y="2844"/>
                  </a:lnTo>
                  <a:lnTo>
                    <a:pt x="74529" y="2544"/>
                  </a:lnTo>
                  <a:lnTo>
                    <a:pt x="74488" y="2272"/>
                  </a:lnTo>
                  <a:lnTo>
                    <a:pt x="74420" y="2000"/>
                  </a:lnTo>
                  <a:lnTo>
                    <a:pt x="74325" y="1742"/>
                  </a:lnTo>
                  <a:lnTo>
                    <a:pt x="74202" y="1497"/>
                  </a:lnTo>
                  <a:lnTo>
                    <a:pt x="74066" y="1252"/>
                  </a:lnTo>
                  <a:lnTo>
                    <a:pt x="73903" y="1034"/>
                  </a:lnTo>
                  <a:lnTo>
                    <a:pt x="73713" y="844"/>
                  </a:lnTo>
                  <a:lnTo>
                    <a:pt x="73509" y="654"/>
                  </a:lnTo>
                  <a:lnTo>
                    <a:pt x="73291" y="490"/>
                  </a:lnTo>
                  <a:lnTo>
                    <a:pt x="73060" y="354"/>
                  </a:lnTo>
                  <a:lnTo>
                    <a:pt x="72815" y="232"/>
                  </a:lnTo>
                  <a:lnTo>
                    <a:pt x="72556" y="137"/>
                  </a:lnTo>
                  <a:lnTo>
                    <a:pt x="72284" y="69"/>
                  </a:lnTo>
                  <a:lnTo>
                    <a:pt x="72012" y="28"/>
                  </a:lnTo>
                  <a:lnTo>
                    <a:pt x="717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1" name="Google Shape;1201;p29"/>
            <p:cNvSpPr/>
            <p:nvPr/>
          </p:nvSpPr>
          <p:spPr>
            <a:xfrm>
              <a:off x="658160" y="4469483"/>
              <a:ext cx="2634536" cy="163000"/>
            </a:xfrm>
            <a:custGeom>
              <a:avLst/>
              <a:gdLst/>
              <a:ahLst/>
              <a:cxnLst/>
              <a:rect l="l" t="t" r="r" b="b"/>
              <a:pathLst>
                <a:path w="74543" h="4612" extrusionOk="0">
                  <a:moveTo>
                    <a:pt x="0" y="0"/>
                  </a:moveTo>
                  <a:lnTo>
                    <a:pt x="0" y="1768"/>
                  </a:lnTo>
                  <a:lnTo>
                    <a:pt x="14" y="2068"/>
                  </a:lnTo>
                  <a:lnTo>
                    <a:pt x="55" y="2340"/>
                  </a:lnTo>
                  <a:lnTo>
                    <a:pt x="123" y="2612"/>
                  </a:lnTo>
                  <a:lnTo>
                    <a:pt x="218" y="2870"/>
                  </a:lnTo>
                  <a:lnTo>
                    <a:pt x="340" y="3115"/>
                  </a:lnTo>
                  <a:lnTo>
                    <a:pt x="476" y="3360"/>
                  </a:lnTo>
                  <a:lnTo>
                    <a:pt x="639" y="3577"/>
                  </a:lnTo>
                  <a:lnTo>
                    <a:pt x="830" y="3768"/>
                  </a:lnTo>
                  <a:lnTo>
                    <a:pt x="1034" y="3958"/>
                  </a:lnTo>
                  <a:lnTo>
                    <a:pt x="1252" y="4122"/>
                  </a:lnTo>
                  <a:lnTo>
                    <a:pt x="1483" y="4258"/>
                  </a:lnTo>
                  <a:lnTo>
                    <a:pt x="1728" y="4380"/>
                  </a:lnTo>
                  <a:lnTo>
                    <a:pt x="1986" y="4475"/>
                  </a:lnTo>
                  <a:lnTo>
                    <a:pt x="2258" y="4543"/>
                  </a:lnTo>
                  <a:lnTo>
                    <a:pt x="2544" y="4584"/>
                  </a:lnTo>
                  <a:lnTo>
                    <a:pt x="2830" y="4611"/>
                  </a:lnTo>
                  <a:lnTo>
                    <a:pt x="71713" y="4611"/>
                  </a:lnTo>
                  <a:lnTo>
                    <a:pt x="72012" y="4584"/>
                  </a:lnTo>
                  <a:lnTo>
                    <a:pt x="72284" y="4543"/>
                  </a:lnTo>
                  <a:lnTo>
                    <a:pt x="72556" y="4475"/>
                  </a:lnTo>
                  <a:lnTo>
                    <a:pt x="72815" y="4380"/>
                  </a:lnTo>
                  <a:lnTo>
                    <a:pt x="73060" y="4258"/>
                  </a:lnTo>
                  <a:lnTo>
                    <a:pt x="73291" y="4122"/>
                  </a:lnTo>
                  <a:lnTo>
                    <a:pt x="73509" y="3958"/>
                  </a:lnTo>
                  <a:lnTo>
                    <a:pt x="73713" y="3768"/>
                  </a:lnTo>
                  <a:lnTo>
                    <a:pt x="73903" y="3577"/>
                  </a:lnTo>
                  <a:lnTo>
                    <a:pt x="74066" y="3360"/>
                  </a:lnTo>
                  <a:lnTo>
                    <a:pt x="74202" y="3115"/>
                  </a:lnTo>
                  <a:lnTo>
                    <a:pt x="74325" y="2870"/>
                  </a:lnTo>
                  <a:lnTo>
                    <a:pt x="74420" y="2612"/>
                  </a:lnTo>
                  <a:lnTo>
                    <a:pt x="74488" y="2340"/>
                  </a:lnTo>
                  <a:lnTo>
                    <a:pt x="74529" y="2068"/>
                  </a:lnTo>
                  <a:lnTo>
                    <a:pt x="74542" y="1768"/>
                  </a:lnTo>
                  <a:lnTo>
                    <a:pt x="7454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2" name="Google Shape;1202;p29"/>
            <p:cNvSpPr/>
            <p:nvPr/>
          </p:nvSpPr>
          <p:spPr>
            <a:xfrm>
              <a:off x="883153" y="997005"/>
              <a:ext cx="2198975" cy="3376799"/>
            </a:xfrm>
            <a:custGeom>
              <a:avLst/>
              <a:gdLst/>
              <a:ahLst/>
              <a:cxnLst/>
              <a:rect l="l" t="t" r="r" b="b"/>
              <a:pathLst>
                <a:path w="62219" h="95545" extrusionOk="0">
                  <a:moveTo>
                    <a:pt x="31273" y="3061"/>
                  </a:moveTo>
                  <a:lnTo>
                    <a:pt x="31994" y="3074"/>
                  </a:lnTo>
                  <a:lnTo>
                    <a:pt x="32714" y="3101"/>
                  </a:lnTo>
                  <a:lnTo>
                    <a:pt x="33435" y="3156"/>
                  </a:lnTo>
                  <a:lnTo>
                    <a:pt x="34143" y="3224"/>
                  </a:lnTo>
                  <a:lnTo>
                    <a:pt x="34836" y="3305"/>
                  </a:lnTo>
                  <a:lnTo>
                    <a:pt x="35544" y="3414"/>
                  </a:lnTo>
                  <a:lnTo>
                    <a:pt x="36238" y="3537"/>
                  </a:lnTo>
                  <a:lnTo>
                    <a:pt x="36918" y="3673"/>
                  </a:lnTo>
                  <a:lnTo>
                    <a:pt x="37598" y="3822"/>
                  </a:lnTo>
                  <a:lnTo>
                    <a:pt x="38264" y="3999"/>
                  </a:lnTo>
                  <a:lnTo>
                    <a:pt x="38931" y="4190"/>
                  </a:lnTo>
                  <a:lnTo>
                    <a:pt x="39597" y="4380"/>
                  </a:lnTo>
                  <a:lnTo>
                    <a:pt x="40250" y="4611"/>
                  </a:lnTo>
                  <a:lnTo>
                    <a:pt x="40890" y="4842"/>
                  </a:lnTo>
                  <a:lnTo>
                    <a:pt x="41529" y="5087"/>
                  </a:lnTo>
                  <a:lnTo>
                    <a:pt x="42155" y="5359"/>
                  </a:lnTo>
                  <a:lnTo>
                    <a:pt x="42780" y="5631"/>
                  </a:lnTo>
                  <a:lnTo>
                    <a:pt x="43393" y="5931"/>
                  </a:lnTo>
                  <a:lnTo>
                    <a:pt x="44005" y="6244"/>
                  </a:lnTo>
                  <a:lnTo>
                    <a:pt x="44603" y="6556"/>
                  </a:lnTo>
                  <a:lnTo>
                    <a:pt x="45188" y="6896"/>
                  </a:lnTo>
                  <a:lnTo>
                    <a:pt x="45773" y="7250"/>
                  </a:lnTo>
                  <a:lnTo>
                    <a:pt x="46331" y="7617"/>
                  </a:lnTo>
                  <a:lnTo>
                    <a:pt x="46902" y="7998"/>
                  </a:lnTo>
                  <a:lnTo>
                    <a:pt x="47446" y="8379"/>
                  </a:lnTo>
                  <a:lnTo>
                    <a:pt x="47990" y="8787"/>
                  </a:lnTo>
                  <a:lnTo>
                    <a:pt x="48521" y="9209"/>
                  </a:lnTo>
                  <a:lnTo>
                    <a:pt x="49038" y="9631"/>
                  </a:lnTo>
                  <a:lnTo>
                    <a:pt x="49554" y="10079"/>
                  </a:lnTo>
                  <a:lnTo>
                    <a:pt x="50058" y="10528"/>
                  </a:lnTo>
                  <a:lnTo>
                    <a:pt x="50547" y="10991"/>
                  </a:lnTo>
                  <a:lnTo>
                    <a:pt x="51024" y="11467"/>
                  </a:lnTo>
                  <a:lnTo>
                    <a:pt x="51486" y="11957"/>
                  </a:lnTo>
                  <a:lnTo>
                    <a:pt x="51935" y="12460"/>
                  </a:lnTo>
                  <a:lnTo>
                    <a:pt x="52384" y="12963"/>
                  </a:lnTo>
                  <a:lnTo>
                    <a:pt x="52819" y="13480"/>
                  </a:lnTo>
                  <a:lnTo>
                    <a:pt x="53227" y="14011"/>
                  </a:lnTo>
                  <a:lnTo>
                    <a:pt x="53635" y="14555"/>
                  </a:lnTo>
                  <a:lnTo>
                    <a:pt x="54030" y="15112"/>
                  </a:lnTo>
                  <a:lnTo>
                    <a:pt x="54411" y="15670"/>
                  </a:lnTo>
                  <a:lnTo>
                    <a:pt x="54778" y="16241"/>
                  </a:lnTo>
                  <a:lnTo>
                    <a:pt x="55132" y="16813"/>
                  </a:lnTo>
                  <a:lnTo>
                    <a:pt x="55485" y="17398"/>
                  </a:lnTo>
                  <a:lnTo>
                    <a:pt x="55812" y="17996"/>
                  </a:lnTo>
                  <a:lnTo>
                    <a:pt x="56125" y="18608"/>
                  </a:lnTo>
                  <a:lnTo>
                    <a:pt x="56424" y="19220"/>
                  </a:lnTo>
                  <a:lnTo>
                    <a:pt x="56709" y="19832"/>
                  </a:lnTo>
                  <a:lnTo>
                    <a:pt x="56982" y="20472"/>
                  </a:lnTo>
                  <a:lnTo>
                    <a:pt x="57226" y="21111"/>
                  </a:lnTo>
                  <a:lnTo>
                    <a:pt x="57471" y="21750"/>
                  </a:lnTo>
                  <a:lnTo>
                    <a:pt x="57702" y="22403"/>
                  </a:lnTo>
                  <a:lnTo>
                    <a:pt x="57906" y="23056"/>
                  </a:lnTo>
                  <a:lnTo>
                    <a:pt x="58097" y="23723"/>
                  </a:lnTo>
                  <a:lnTo>
                    <a:pt x="58287" y="24389"/>
                  </a:lnTo>
                  <a:lnTo>
                    <a:pt x="58451" y="25069"/>
                  </a:lnTo>
                  <a:lnTo>
                    <a:pt x="58587" y="25763"/>
                  </a:lnTo>
                  <a:lnTo>
                    <a:pt x="58723" y="26443"/>
                  </a:lnTo>
                  <a:lnTo>
                    <a:pt x="58831" y="27137"/>
                  </a:lnTo>
                  <a:lnTo>
                    <a:pt x="58927" y="27844"/>
                  </a:lnTo>
                  <a:lnTo>
                    <a:pt x="59008" y="28552"/>
                  </a:lnTo>
                  <a:lnTo>
                    <a:pt x="59076" y="29259"/>
                  </a:lnTo>
                  <a:lnTo>
                    <a:pt x="59117" y="29966"/>
                  </a:lnTo>
                  <a:lnTo>
                    <a:pt x="59144" y="30687"/>
                  </a:lnTo>
                  <a:lnTo>
                    <a:pt x="59158" y="31408"/>
                  </a:lnTo>
                  <a:lnTo>
                    <a:pt x="59158" y="90634"/>
                  </a:lnTo>
                  <a:lnTo>
                    <a:pt x="59144" y="90810"/>
                  </a:lnTo>
                  <a:lnTo>
                    <a:pt x="59117" y="91001"/>
                  </a:lnTo>
                  <a:lnTo>
                    <a:pt x="59076" y="91178"/>
                  </a:lnTo>
                  <a:lnTo>
                    <a:pt x="59008" y="91341"/>
                  </a:lnTo>
                  <a:lnTo>
                    <a:pt x="58927" y="91504"/>
                  </a:lnTo>
                  <a:lnTo>
                    <a:pt x="58845" y="91667"/>
                  </a:lnTo>
                  <a:lnTo>
                    <a:pt x="58736" y="91803"/>
                  </a:lnTo>
                  <a:lnTo>
                    <a:pt x="58614" y="91939"/>
                  </a:lnTo>
                  <a:lnTo>
                    <a:pt x="58478" y="92048"/>
                  </a:lnTo>
                  <a:lnTo>
                    <a:pt x="58342" y="92157"/>
                  </a:lnTo>
                  <a:lnTo>
                    <a:pt x="58192" y="92252"/>
                  </a:lnTo>
                  <a:lnTo>
                    <a:pt x="58029" y="92334"/>
                  </a:lnTo>
                  <a:lnTo>
                    <a:pt x="57852" y="92388"/>
                  </a:lnTo>
                  <a:lnTo>
                    <a:pt x="57675" y="92443"/>
                  </a:lnTo>
                  <a:lnTo>
                    <a:pt x="57498" y="92470"/>
                  </a:lnTo>
                  <a:lnTo>
                    <a:pt x="4720" y="92470"/>
                  </a:lnTo>
                  <a:lnTo>
                    <a:pt x="4543" y="92443"/>
                  </a:lnTo>
                  <a:lnTo>
                    <a:pt x="4367" y="92388"/>
                  </a:lnTo>
                  <a:lnTo>
                    <a:pt x="4203" y="92334"/>
                  </a:lnTo>
                  <a:lnTo>
                    <a:pt x="4040" y="92252"/>
                  </a:lnTo>
                  <a:lnTo>
                    <a:pt x="3877" y="92157"/>
                  </a:lnTo>
                  <a:lnTo>
                    <a:pt x="3741" y="92048"/>
                  </a:lnTo>
                  <a:lnTo>
                    <a:pt x="3605" y="91939"/>
                  </a:lnTo>
                  <a:lnTo>
                    <a:pt x="3496" y="91803"/>
                  </a:lnTo>
                  <a:lnTo>
                    <a:pt x="3387" y="91667"/>
                  </a:lnTo>
                  <a:lnTo>
                    <a:pt x="3292" y="91504"/>
                  </a:lnTo>
                  <a:lnTo>
                    <a:pt x="3210" y="91341"/>
                  </a:lnTo>
                  <a:lnTo>
                    <a:pt x="3156" y="91178"/>
                  </a:lnTo>
                  <a:lnTo>
                    <a:pt x="3102" y="91001"/>
                  </a:lnTo>
                  <a:lnTo>
                    <a:pt x="3074" y="90810"/>
                  </a:lnTo>
                  <a:lnTo>
                    <a:pt x="3074" y="90634"/>
                  </a:lnTo>
                  <a:lnTo>
                    <a:pt x="3074" y="31109"/>
                  </a:lnTo>
                  <a:lnTo>
                    <a:pt x="3074" y="30374"/>
                  </a:lnTo>
                  <a:lnTo>
                    <a:pt x="3102" y="29654"/>
                  </a:lnTo>
                  <a:lnTo>
                    <a:pt x="3156" y="28946"/>
                  </a:lnTo>
                  <a:lnTo>
                    <a:pt x="3210" y="28239"/>
                  </a:lnTo>
                  <a:lnTo>
                    <a:pt x="3292" y="27532"/>
                  </a:lnTo>
                  <a:lnTo>
                    <a:pt x="3387" y="26824"/>
                  </a:lnTo>
                  <a:lnTo>
                    <a:pt x="3510" y="26130"/>
                  </a:lnTo>
                  <a:lnTo>
                    <a:pt x="3646" y="25437"/>
                  </a:lnTo>
                  <a:lnTo>
                    <a:pt x="3795" y="24757"/>
                  </a:lnTo>
                  <a:lnTo>
                    <a:pt x="3959" y="24076"/>
                  </a:lnTo>
                  <a:lnTo>
                    <a:pt x="4135" y="23410"/>
                  </a:lnTo>
                  <a:lnTo>
                    <a:pt x="4339" y="22743"/>
                  </a:lnTo>
                  <a:lnTo>
                    <a:pt x="4557" y="22090"/>
                  </a:lnTo>
                  <a:lnTo>
                    <a:pt x="4788" y="21438"/>
                  </a:lnTo>
                  <a:lnTo>
                    <a:pt x="5033" y="20798"/>
                  </a:lnTo>
                  <a:lnTo>
                    <a:pt x="5292" y="20159"/>
                  </a:lnTo>
                  <a:lnTo>
                    <a:pt x="5564" y="19533"/>
                  </a:lnTo>
                  <a:lnTo>
                    <a:pt x="5863" y="18921"/>
                  </a:lnTo>
                  <a:lnTo>
                    <a:pt x="6162" y="18309"/>
                  </a:lnTo>
                  <a:lnTo>
                    <a:pt x="6475" y="17710"/>
                  </a:lnTo>
                  <a:lnTo>
                    <a:pt x="6815" y="17112"/>
                  </a:lnTo>
                  <a:lnTo>
                    <a:pt x="7155" y="16527"/>
                  </a:lnTo>
                  <a:lnTo>
                    <a:pt x="7522" y="15956"/>
                  </a:lnTo>
                  <a:lnTo>
                    <a:pt x="7890" y="15384"/>
                  </a:lnTo>
                  <a:lnTo>
                    <a:pt x="8284" y="14840"/>
                  </a:lnTo>
                  <a:lnTo>
                    <a:pt x="8679" y="14283"/>
                  </a:lnTo>
                  <a:lnTo>
                    <a:pt x="9100" y="13752"/>
                  </a:lnTo>
                  <a:lnTo>
                    <a:pt x="9522" y="13222"/>
                  </a:lnTo>
                  <a:lnTo>
                    <a:pt x="9957" y="12705"/>
                  </a:lnTo>
                  <a:lnTo>
                    <a:pt x="10406" y="12201"/>
                  </a:lnTo>
                  <a:lnTo>
                    <a:pt x="10869" y="11712"/>
                  </a:lnTo>
                  <a:lnTo>
                    <a:pt x="11345" y="11236"/>
                  </a:lnTo>
                  <a:lnTo>
                    <a:pt x="11834" y="10760"/>
                  </a:lnTo>
                  <a:lnTo>
                    <a:pt x="12324" y="10297"/>
                  </a:lnTo>
                  <a:lnTo>
                    <a:pt x="12827" y="9848"/>
                  </a:lnTo>
                  <a:lnTo>
                    <a:pt x="13344" y="9413"/>
                  </a:lnTo>
                  <a:lnTo>
                    <a:pt x="13875" y="8991"/>
                  </a:lnTo>
                  <a:lnTo>
                    <a:pt x="14419" y="8583"/>
                  </a:lnTo>
                  <a:lnTo>
                    <a:pt x="14963" y="8189"/>
                  </a:lnTo>
                  <a:lnTo>
                    <a:pt x="15521" y="7808"/>
                  </a:lnTo>
                  <a:lnTo>
                    <a:pt x="16092" y="7427"/>
                  </a:lnTo>
                  <a:lnTo>
                    <a:pt x="16663" y="7073"/>
                  </a:lnTo>
                  <a:lnTo>
                    <a:pt x="17248" y="6733"/>
                  </a:lnTo>
                  <a:lnTo>
                    <a:pt x="17847" y="6407"/>
                  </a:lnTo>
                  <a:lnTo>
                    <a:pt x="18445" y="6080"/>
                  </a:lnTo>
                  <a:lnTo>
                    <a:pt x="19057" y="5781"/>
                  </a:lnTo>
                  <a:lnTo>
                    <a:pt x="19683" y="5495"/>
                  </a:lnTo>
                  <a:lnTo>
                    <a:pt x="20309" y="5223"/>
                  </a:lnTo>
                  <a:lnTo>
                    <a:pt x="20948" y="4965"/>
                  </a:lnTo>
                  <a:lnTo>
                    <a:pt x="21588" y="4720"/>
                  </a:lnTo>
                  <a:lnTo>
                    <a:pt x="22240" y="4502"/>
                  </a:lnTo>
                  <a:lnTo>
                    <a:pt x="22907" y="4285"/>
                  </a:lnTo>
                  <a:lnTo>
                    <a:pt x="23574" y="4094"/>
                  </a:lnTo>
                  <a:lnTo>
                    <a:pt x="24240" y="3918"/>
                  </a:lnTo>
                  <a:lnTo>
                    <a:pt x="24920" y="3754"/>
                  </a:lnTo>
                  <a:lnTo>
                    <a:pt x="25600" y="3605"/>
                  </a:lnTo>
                  <a:lnTo>
                    <a:pt x="26294" y="3482"/>
                  </a:lnTo>
                  <a:lnTo>
                    <a:pt x="26988" y="3360"/>
                  </a:lnTo>
                  <a:lnTo>
                    <a:pt x="27695" y="3265"/>
                  </a:lnTo>
                  <a:lnTo>
                    <a:pt x="28402" y="3197"/>
                  </a:lnTo>
                  <a:lnTo>
                    <a:pt x="29110" y="3129"/>
                  </a:lnTo>
                  <a:lnTo>
                    <a:pt x="29831" y="3088"/>
                  </a:lnTo>
                  <a:lnTo>
                    <a:pt x="30552" y="3074"/>
                  </a:lnTo>
                  <a:lnTo>
                    <a:pt x="31273" y="3061"/>
                  </a:lnTo>
                  <a:close/>
                  <a:moveTo>
                    <a:pt x="30933" y="0"/>
                  </a:moveTo>
                  <a:lnTo>
                    <a:pt x="30130" y="14"/>
                  </a:lnTo>
                  <a:lnTo>
                    <a:pt x="29327" y="41"/>
                  </a:lnTo>
                  <a:lnTo>
                    <a:pt x="28538" y="95"/>
                  </a:lnTo>
                  <a:lnTo>
                    <a:pt x="27750" y="177"/>
                  </a:lnTo>
                  <a:lnTo>
                    <a:pt x="26974" y="272"/>
                  </a:lnTo>
                  <a:lnTo>
                    <a:pt x="26199" y="381"/>
                  </a:lnTo>
                  <a:lnTo>
                    <a:pt x="25437" y="517"/>
                  </a:lnTo>
                  <a:lnTo>
                    <a:pt x="24675" y="667"/>
                  </a:lnTo>
                  <a:lnTo>
                    <a:pt x="23914" y="843"/>
                  </a:lnTo>
                  <a:lnTo>
                    <a:pt x="23165" y="1034"/>
                  </a:lnTo>
                  <a:lnTo>
                    <a:pt x="22431" y="1238"/>
                  </a:lnTo>
                  <a:lnTo>
                    <a:pt x="21696" y="1469"/>
                  </a:lnTo>
                  <a:lnTo>
                    <a:pt x="20975" y="1700"/>
                  </a:lnTo>
                  <a:lnTo>
                    <a:pt x="20268" y="1972"/>
                  </a:lnTo>
                  <a:lnTo>
                    <a:pt x="19547" y="2244"/>
                  </a:lnTo>
                  <a:lnTo>
                    <a:pt x="18853" y="2544"/>
                  </a:lnTo>
                  <a:lnTo>
                    <a:pt x="18160" y="2843"/>
                  </a:lnTo>
                  <a:lnTo>
                    <a:pt x="17480" y="3169"/>
                  </a:lnTo>
                  <a:lnTo>
                    <a:pt x="16813" y="3523"/>
                  </a:lnTo>
                  <a:lnTo>
                    <a:pt x="16146" y="3877"/>
                  </a:lnTo>
                  <a:lnTo>
                    <a:pt x="15494" y="4258"/>
                  </a:lnTo>
                  <a:lnTo>
                    <a:pt x="14854" y="4638"/>
                  </a:lnTo>
                  <a:lnTo>
                    <a:pt x="14229" y="5047"/>
                  </a:lnTo>
                  <a:lnTo>
                    <a:pt x="13603" y="5468"/>
                  </a:lnTo>
                  <a:lnTo>
                    <a:pt x="12991" y="5903"/>
                  </a:lnTo>
                  <a:lnTo>
                    <a:pt x="12392" y="6352"/>
                  </a:lnTo>
                  <a:lnTo>
                    <a:pt x="11794" y="6815"/>
                  </a:lnTo>
                  <a:lnTo>
                    <a:pt x="11222" y="7291"/>
                  </a:lnTo>
                  <a:lnTo>
                    <a:pt x="10651" y="7781"/>
                  </a:lnTo>
                  <a:lnTo>
                    <a:pt x="10107" y="8270"/>
                  </a:lnTo>
                  <a:lnTo>
                    <a:pt x="9563" y="8787"/>
                  </a:lnTo>
                  <a:lnTo>
                    <a:pt x="9032" y="9318"/>
                  </a:lnTo>
                  <a:lnTo>
                    <a:pt x="8515" y="9862"/>
                  </a:lnTo>
                  <a:lnTo>
                    <a:pt x="8012" y="10420"/>
                  </a:lnTo>
                  <a:lnTo>
                    <a:pt x="7509" y="10977"/>
                  </a:lnTo>
                  <a:lnTo>
                    <a:pt x="7033" y="11562"/>
                  </a:lnTo>
                  <a:lnTo>
                    <a:pt x="6570" y="12147"/>
                  </a:lnTo>
                  <a:lnTo>
                    <a:pt x="6121" y="12746"/>
                  </a:lnTo>
                  <a:lnTo>
                    <a:pt x="5686" y="13358"/>
                  </a:lnTo>
                  <a:lnTo>
                    <a:pt x="5264" y="13983"/>
                  </a:lnTo>
                  <a:lnTo>
                    <a:pt x="4856" y="14609"/>
                  </a:lnTo>
                  <a:lnTo>
                    <a:pt x="4462" y="15248"/>
                  </a:lnTo>
                  <a:lnTo>
                    <a:pt x="4081" y="15901"/>
                  </a:lnTo>
                  <a:lnTo>
                    <a:pt x="3714" y="16568"/>
                  </a:lnTo>
                  <a:lnTo>
                    <a:pt x="3374" y="17234"/>
                  </a:lnTo>
                  <a:lnTo>
                    <a:pt x="3034" y="17915"/>
                  </a:lnTo>
                  <a:lnTo>
                    <a:pt x="2721" y="18608"/>
                  </a:lnTo>
                  <a:lnTo>
                    <a:pt x="2421" y="19302"/>
                  </a:lnTo>
                  <a:lnTo>
                    <a:pt x="2136" y="20009"/>
                  </a:lnTo>
                  <a:lnTo>
                    <a:pt x="1864" y="20730"/>
                  </a:lnTo>
                  <a:lnTo>
                    <a:pt x="1619" y="21451"/>
                  </a:lnTo>
                  <a:lnTo>
                    <a:pt x="1388" y="22186"/>
                  </a:lnTo>
                  <a:lnTo>
                    <a:pt x="1170" y="22920"/>
                  </a:lnTo>
                  <a:lnTo>
                    <a:pt x="966" y="23668"/>
                  </a:lnTo>
                  <a:lnTo>
                    <a:pt x="789" y="24417"/>
                  </a:lnTo>
                  <a:lnTo>
                    <a:pt x="626" y="25178"/>
                  </a:lnTo>
                  <a:lnTo>
                    <a:pt x="476" y="25940"/>
                  </a:lnTo>
                  <a:lnTo>
                    <a:pt x="354" y="26702"/>
                  </a:lnTo>
                  <a:lnTo>
                    <a:pt x="245" y="27491"/>
                  </a:lnTo>
                  <a:lnTo>
                    <a:pt x="163" y="28266"/>
                  </a:lnTo>
                  <a:lnTo>
                    <a:pt x="95" y="29055"/>
                  </a:lnTo>
                  <a:lnTo>
                    <a:pt x="41" y="29844"/>
                  </a:lnTo>
                  <a:lnTo>
                    <a:pt x="14" y="30646"/>
                  </a:lnTo>
                  <a:lnTo>
                    <a:pt x="0" y="31449"/>
                  </a:lnTo>
                  <a:lnTo>
                    <a:pt x="0" y="92048"/>
                  </a:lnTo>
                  <a:lnTo>
                    <a:pt x="0" y="92225"/>
                  </a:lnTo>
                  <a:lnTo>
                    <a:pt x="14" y="92402"/>
                  </a:lnTo>
                  <a:lnTo>
                    <a:pt x="41" y="92579"/>
                  </a:lnTo>
                  <a:lnTo>
                    <a:pt x="68" y="92742"/>
                  </a:lnTo>
                  <a:lnTo>
                    <a:pt x="109" y="92919"/>
                  </a:lnTo>
                  <a:lnTo>
                    <a:pt x="163" y="93082"/>
                  </a:lnTo>
                  <a:lnTo>
                    <a:pt x="218" y="93245"/>
                  </a:lnTo>
                  <a:lnTo>
                    <a:pt x="272" y="93409"/>
                  </a:lnTo>
                  <a:lnTo>
                    <a:pt x="340" y="93558"/>
                  </a:lnTo>
                  <a:lnTo>
                    <a:pt x="422" y="93708"/>
                  </a:lnTo>
                  <a:lnTo>
                    <a:pt x="503" y="93857"/>
                  </a:lnTo>
                  <a:lnTo>
                    <a:pt x="599" y="93993"/>
                  </a:lnTo>
                  <a:lnTo>
                    <a:pt x="803" y="94265"/>
                  </a:lnTo>
                  <a:lnTo>
                    <a:pt x="1020" y="94524"/>
                  </a:lnTo>
                  <a:lnTo>
                    <a:pt x="1279" y="94742"/>
                  </a:lnTo>
                  <a:lnTo>
                    <a:pt x="1537" y="94946"/>
                  </a:lnTo>
                  <a:lnTo>
                    <a:pt x="1687" y="95041"/>
                  </a:lnTo>
                  <a:lnTo>
                    <a:pt x="1837" y="95122"/>
                  </a:lnTo>
                  <a:lnTo>
                    <a:pt x="1986" y="95204"/>
                  </a:lnTo>
                  <a:lnTo>
                    <a:pt x="2136" y="95272"/>
                  </a:lnTo>
                  <a:lnTo>
                    <a:pt x="2299" y="95326"/>
                  </a:lnTo>
                  <a:lnTo>
                    <a:pt x="2462" y="95381"/>
                  </a:lnTo>
                  <a:lnTo>
                    <a:pt x="2625" y="95435"/>
                  </a:lnTo>
                  <a:lnTo>
                    <a:pt x="2789" y="95476"/>
                  </a:lnTo>
                  <a:lnTo>
                    <a:pt x="2966" y="95503"/>
                  </a:lnTo>
                  <a:lnTo>
                    <a:pt x="3142" y="95531"/>
                  </a:lnTo>
                  <a:lnTo>
                    <a:pt x="3319" y="95544"/>
                  </a:lnTo>
                  <a:lnTo>
                    <a:pt x="58899" y="95544"/>
                  </a:lnTo>
                  <a:lnTo>
                    <a:pt x="59076" y="95531"/>
                  </a:lnTo>
                  <a:lnTo>
                    <a:pt x="59253" y="95503"/>
                  </a:lnTo>
                  <a:lnTo>
                    <a:pt x="59430" y="95476"/>
                  </a:lnTo>
                  <a:lnTo>
                    <a:pt x="59593" y="95435"/>
                  </a:lnTo>
                  <a:lnTo>
                    <a:pt x="59770" y="95381"/>
                  </a:lnTo>
                  <a:lnTo>
                    <a:pt x="59920" y="95326"/>
                  </a:lnTo>
                  <a:lnTo>
                    <a:pt x="60083" y="95272"/>
                  </a:lnTo>
                  <a:lnTo>
                    <a:pt x="60246" y="95204"/>
                  </a:lnTo>
                  <a:lnTo>
                    <a:pt x="60396" y="95122"/>
                  </a:lnTo>
                  <a:lnTo>
                    <a:pt x="60532" y="95041"/>
                  </a:lnTo>
                  <a:lnTo>
                    <a:pt x="60681" y="94946"/>
                  </a:lnTo>
                  <a:lnTo>
                    <a:pt x="60953" y="94742"/>
                  </a:lnTo>
                  <a:lnTo>
                    <a:pt x="61198" y="94524"/>
                  </a:lnTo>
                  <a:lnTo>
                    <a:pt x="61430" y="94265"/>
                  </a:lnTo>
                  <a:lnTo>
                    <a:pt x="61620" y="93993"/>
                  </a:lnTo>
                  <a:lnTo>
                    <a:pt x="61715" y="93857"/>
                  </a:lnTo>
                  <a:lnTo>
                    <a:pt x="61797" y="93708"/>
                  </a:lnTo>
                  <a:lnTo>
                    <a:pt x="61878" y="93558"/>
                  </a:lnTo>
                  <a:lnTo>
                    <a:pt x="61946" y="93409"/>
                  </a:lnTo>
                  <a:lnTo>
                    <a:pt x="62014" y="93245"/>
                  </a:lnTo>
                  <a:lnTo>
                    <a:pt x="62069" y="93082"/>
                  </a:lnTo>
                  <a:lnTo>
                    <a:pt x="62110" y="92919"/>
                  </a:lnTo>
                  <a:lnTo>
                    <a:pt x="62151" y="92742"/>
                  </a:lnTo>
                  <a:lnTo>
                    <a:pt x="62178" y="92579"/>
                  </a:lnTo>
                  <a:lnTo>
                    <a:pt x="62205" y="92402"/>
                  </a:lnTo>
                  <a:lnTo>
                    <a:pt x="62219" y="92225"/>
                  </a:lnTo>
                  <a:lnTo>
                    <a:pt x="62219" y="92048"/>
                  </a:lnTo>
                  <a:lnTo>
                    <a:pt x="62219" y="31109"/>
                  </a:lnTo>
                  <a:lnTo>
                    <a:pt x="62219" y="30306"/>
                  </a:lnTo>
                  <a:lnTo>
                    <a:pt x="62178" y="29504"/>
                  </a:lnTo>
                  <a:lnTo>
                    <a:pt x="62137" y="28701"/>
                  </a:lnTo>
                  <a:lnTo>
                    <a:pt x="62055" y="27912"/>
                  </a:lnTo>
                  <a:lnTo>
                    <a:pt x="61974" y="27137"/>
                  </a:lnTo>
                  <a:lnTo>
                    <a:pt x="61865" y="26362"/>
                  </a:lnTo>
                  <a:lnTo>
                    <a:pt x="61729" y="25586"/>
                  </a:lnTo>
                  <a:lnTo>
                    <a:pt x="61579" y="24825"/>
                  </a:lnTo>
                  <a:lnTo>
                    <a:pt x="61416" y="24063"/>
                  </a:lnTo>
                  <a:lnTo>
                    <a:pt x="61239" y="23315"/>
                  </a:lnTo>
                  <a:lnTo>
                    <a:pt x="61035" y="22567"/>
                  </a:lnTo>
                  <a:lnTo>
                    <a:pt x="60817" y="21832"/>
                  </a:lnTo>
                  <a:lnTo>
                    <a:pt x="60573" y="21111"/>
                  </a:lnTo>
                  <a:lnTo>
                    <a:pt x="60314" y="20390"/>
                  </a:lnTo>
                  <a:lnTo>
                    <a:pt x="60042" y="19669"/>
                  </a:lnTo>
                  <a:lnTo>
                    <a:pt x="59756" y="18962"/>
                  </a:lnTo>
                  <a:lnTo>
                    <a:pt x="59457" y="18268"/>
                  </a:lnTo>
                  <a:lnTo>
                    <a:pt x="59131" y="17588"/>
                  </a:lnTo>
                  <a:lnTo>
                    <a:pt x="58791" y="16908"/>
                  </a:lnTo>
                  <a:lnTo>
                    <a:pt x="58437" y="16241"/>
                  </a:lnTo>
                  <a:lnTo>
                    <a:pt x="58070" y="15588"/>
                  </a:lnTo>
                  <a:lnTo>
                    <a:pt x="57675" y="14936"/>
                  </a:lnTo>
                  <a:lnTo>
                    <a:pt x="57281" y="14296"/>
                  </a:lnTo>
                  <a:lnTo>
                    <a:pt x="56873" y="13671"/>
                  </a:lnTo>
                  <a:lnTo>
                    <a:pt x="56437" y="13058"/>
                  </a:lnTo>
                  <a:lnTo>
                    <a:pt x="55989" y="12446"/>
                  </a:lnTo>
                  <a:lnTo>
                    <a:pt x="55540" y="11848"/>
                  </a:lnTo>
                  <a:lnTo>
                    <a:pt x="55064" y="11276"/>
                  </a:lnTo>
                  <a:lnTo>
                    <a:pt x="54574" y="10705"/>
                  </a:lnTo>
                  <a:lnTo>
                    <a:pt x="54084" y="10134"/>
                  </a:lnTo>
                  <a:lnTo>
                    <a:pt x="53567" y="9590"/>
                  </a:lnTo>
                  <a:lnTo>
                    <a:pt x="53037" y="9059"/>
                  </a:lnTo>
                  <a:lnTo>
                    <a:pt x="52506" y="8542"/>
                  </a:lnTo>
                  <a:lnTo>
                    <a:pt x="51949" y="8025"/>
                  </a:lnTo>
                  <a:lnTo>
                    <a:pt x="51391" y="7536"/>
                  </a:lnTo>
                  <a:lnTo>
                    <a:pt x="50820" y="7046"/>
                  </a:lnTo>
                  <a:lnTo>
                    <a:pt x="50235" y="6584"/>
                  </a:lnTo>
                  <a:lnTo>
                    <a:pt x="49636" y="6121"/>
                  </a:lnTo>
                  <a:lnTo>
                    <a:pt x="49024" y="5686"/>
                  </a:lnTo>
                  <a:lnTo>
                    <a:pt x="48412" y="5251"/>
                  </a:lnTo>
                  <a:lnTo>
                    <a:pt x="47773" y="4842"/>
                  </a:lnTo>
                  <a:lnTo>
                    <a:pt x="47133" y="4448"/>
                  </a:lnTo>
                  <a:lnTo>
                    <a:pt x="46480" y="4067"/>
                  </a:lnTo>
                  <a:lnTo>
                    <a:pt x="45827" y="3700"/>
                  </a:lnTo>
                  <a:lnTo>
                    <a:pt x="45161" y="3346"/>
                  </a:lnTo>
                  <a:lnTo>
                    <a:pt x="44481" y="3020"/>
                  </a:lnTo>
                  <a:lnTo>
                    <a:pt x="43787" y="2693"/>
                  </a:lnTo>
                  <a:lnTo>
                    <a:pt x="43093" y="2394"/>
                  </a:lnTo>
                  <a:lnTo>
                    <a:pt x="42386" y="2108"/>
                  </a:lnTo>
                  <a:lnTo>
                    <a:pt x="41665" y="1836"/>
                  </a:lnTo>
                  <a:lnTo>
                    <a:pt x="40944" y="1591"/>
                  </a:lnTo>
                  <a:lnTo>
                    <a:pt x="40223" y="1360"/>
                  </a:lnTo>
                  <a:lnTo>
                    <a:pt x="39475" y="1143"/>
                  </a:lnTo>
                  <a:lnTo>
                    <a:pt x="38740" y="939"/>
                  </a:lnTo>
                  <a:lnTo>
                    <a:pt x="37979" y="762"/>
                  </a:lnTo>
                  <a:lnTo>
                    <a:pt x="37217" y="599"/>
                  </a:lnTo>
                  <a:lnTo>
                    <a:pt x="36455" y="449"/>
                  </a:lnTo>
                  <a:lnTo>
                    <a:pt x="35680" y="326"/>
                  </a:lnTo>
                  <a:lnTo>
                    <a:pt x="34904" y="231"/>
                  </a:lnTo>
                  <a:lnTo>
                    <a:pt x="34116" y="136"/>
                  </a:lnTo>
                  <a:lnTo>
                    <a:pt x="33327" y="68"/>
                  </a:lnTo>
                  <a:lnTo>
                    <a:pt x="32538" y="27"/>
                  </a:lnTo>
                  <a:lnTo>
                    <a:pt x="317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3" name="Google Shape;1203;p29"/>
            <p:cNvSpPr/>
            <p:nvPr/>
          </p:nvSpPr>
          <p:spPr>
            <a:xfrm>
              <a:off x="1217285" y="1476291"/>
              <a:ext cx="1552843" cy="922581"/>
            </a:xfrm>
            <a:custGeom>
              <a:avLst/>
              <a:gdLst/>
              <a:ahLst/>
              <a:cxnLst/>
              <a:rect l="l" t="t" r="r" b="b"/>
              <a:pathLst>
                <a:path w="43937" h="26104" extrusionOk="0">
                  <a:moveTo>
                    <a:pt x="19778" y="1"/>
                  </a:moveTo>
                  <a:lnTo>
                    <a:pt x="19207" y="28"/>
                  </a:lnTo>
                  <a:lnTo>
                    <a:pt x="18636" y="69"/>
                  </a:lnTo>
                  <a:lnTo>
                    <a:pt x="18078" y="123"/>
                  </a:lnTo>
                  <a:lnTo>
                    <a:pt x="17507" y="191"/>
                  </a:lnTo>
                  <a:lnTo>
                    <a:pt x="16935" y="273"/>
                  </a:lnTo>
                  <a:lnTo>
                    <a:pt x="16214" y="409"/>
                  </a:lnTo>
                  <a:lnTo>
                    <a:pt x="15507" y="572"/>
                  </a:lnTo>
                  <a:lnTo>
                    <a:pt x="14800" y="762"/>
                  </a:lnTo>
                  <a:lnTo>
                    <a:pt x="14120" y="966"/>
                  </a:lnTo>
                  <a:lnTo>
                    <a:pt x="13439" y="1198"/>
                  </a:lnTo>
                  <a:lnTo>
                    <a:pt x="12759" y="1456"/>
                  </a:lnTo>
                  <a:lnTo>
                    <a:pt x="12106" y="1728"/>
                  </a:lnTo>
                  <a:lnTo>
                    <a:pt x="11467" y="2027"/>
                  </a:lnTo>
                  <a:lnTo>
                    <a:pt x="10937" y="2300"/>
                  </a:lnTo>
                  <a:lnTo>
                    <a:pt x="10433" y="2572"/>
                  </a:lnTo>
                  <a:lnTo>
                    <a:pt x="9930" y="2871"/>
                  </a:lnTo>
                  <a:lnTo>
                    <a:pt x="9427" y="3170"/>
                  </a:lnTo>
                  <a:lnTo>
                    <a:pt x="8991" y="3456"/>
                  </a:lnTo>
                  <a:lnTo>
                    <a:pt x="8556" y="3755"/>
                  </a:lnTo>
                  <a:lnTo>
                    <a:pt x="8121" y="4068"/>
                  </a:lnTo>
                  <a:lnTo>
                    <a:pt x="7713" y="4394"/>
                  </a:lnTo>
                  <a:lnTo>
                    <a:pt x="7209" y="4802"/>
                  </a:lnTo>
                  <a:lnTo>
                    <a:pt x="6720" y="5238"/>
                  </a:lnTo>
                  <a:lnTo>
                    <a:pt x="6257" y="5673"/>
                  </a:lnTo>
                  <a:lnTo>
                    <a:pt x="5795" y="6135"/>
                  </a:lnTo>
                  <a:lnTo>
                    <a:pt x="5523" y="6408"/>
                  </a:lnTo>
                  <a:lnTo>
                    <a:pt x="5264" y="6693"/>
                  </a:lnTo>
                  <a:lnTo>
                    <a:pt x="4761" y="7264"/>
                  </a:lnTo>
                  <a:lnTo>
                    <a:pt x="4394" y="7713"/>
                  </a:lnTo>
                  <a:lnTo>
                    <a:pt x="4040" y="8176"/>
                  </a:lnTo>
                  <a:lnTo>
                    <a:pt x="3700" y="8638"/>
                  </a:lnTo>
                  <a:lnTo>
                    <a:pt x="3373" y="9114"/>
                  </a:lnTo>
                  <a:lnTo>
                    <a:pt x="3061" y="9604"/>
                  </a:lnTo>
                  <a:lnTo>
                    <a:pt x="2761" y="10107"/>
                  </a:lnTo>
                  <a:lnTo>
                    <a:pt x="2476" y="10611"/>
                  </a:lnTo>
                  <a:lnTo>
                    <a:pt x="2217" y="11128"/>
                  </a:lnTo>
                  <a:lnTo>
                    <a:pt x="1932" y="11685"/>
                  </a:lnTo>
                  <a:lnTo>
                    <a:pt x="1673" y="12257"/>
                  </a:lnTo>
                  <a:lnTo>
                    <a:pt x="1510" y="12665"/>
                  </a:lnTo>
                  <a:lnTo>
                    <a:pt x="1347" y="13059"/>
                  </a:lnTo>
                  <a:lnTo>
                    <a:pt x="1197" y="13467"/>
                  </a:lnTo>
                  <a:lnTo>
                    <a:pt x="1047" y="13889"/>
                  </a:lnTo>
                  <a:lnTo>
                    <a:pt x="911" y="14297"/>
                  </a:lnTo>
                  <a:lnTo>
                    <a:pt x="789" y="14719"/>
                  </a:lnTo>
                  <a:lnTo>
                    <a:pt x="680" y="15140"/>
                  </a:lnTo>
                  <a:lnTo>
                    <a:pt x="571" y="15576"/>
                  </a:lnTo>
                  <a:lnTo>
                    <a:pt x="435" y="16133"/>
                  </a:lnTo>
                  <a:lnTo>
                    <a:pt x="326" y="16705"/>
                  </a:lnTo>
                  <a:lnTo>
                    <a:pt x="245" y="17222"/>
                  </a:lnTo>
                  <a:lnTo>
                    <a:pt x="163" y="17752"/>
                  </a:lnTo>
                  <a:lnTo>
                    <a:pt x="109" y="18269"/>
                  </a:lnTo>
                  <a:lnTo>
                    <a:pt x="68" y="18799"/>
                  </a:lnTo>
                  <a:lnTo>
                    <a:pt x="27" y="19357"/>
                  </a:lnTo>
                  <a:lnTo>
                    <a:pt x="14" y="19928"/>
                  </a:lnTo>
                  <a:lnTo>
                    <a:pt x="0" y="20336"/>
                  </a:lnTo>
                  <a:lnTo>
                    <a:pt x="0" y="22690"/>
                  </a:lnTo>
                  <a:lnTo>
                    <a:pt x="14" y="22867"/>
                  </a:lnTo>
                  <a:lnTo>
                    <a:pt x="27" y="23043"/>
                  </a:lnTo>
                  <a:lnTo>
                    <a:pt x="41" y="23207"/>
                  </a:lnTo>
                  <a:lnTo>
                    <a:pt x="82" y="23383"/>
                  </a:lnTo>
                  <a:lnTo>
                    <a:pt x="109" y="23547"/>
                  </a:lnTo>
                  <a:lnTo>
                    <a:pt x="163" y="23710"/>
                  </a:lnTo>
                  <a:lnTo>
                    <a:pt x="218" y="23860"/>
                  </a:lnTo>
                  <a:lnTo>
                    <a:pt x="272" y="24023"/>
                  </a:lnTo>
                  <a:lnTo>
                    <a:pt x="422" y="24322"/>
                  </a:lnTo>
                  <a:lnTo>
                    <a:pt x="585" y="24594"/>
                  </a:lnTo>
                  <a:lnTo>
                    <a:pt x="789" y="24866"/>
                  </a:lnTo>
                  <a:lnTo>
                    <a:pt x="1007" y="25097"/>
                  </a:lnTo>
                  <a:lnTo>
                    <a:pt x="1251" y="25329"/>
                  </a:lnTo>
                  <a:lnTo>
                    <a:pt x="1510" y="25519"/>
                  </a:lnTo>
                  <a:lnTo>
                    <a:pt x="1796" y="25696"/>
                  </a:lnTo>
                  <a:lnTo>
                    <a:pt x="2095" y="25832"/>
                  </a:lnTo>
                  <a:lnTo>
                    <a:pt x="2244" y="25900"/>
                  </a:lnTo>
                  <a:lnTo>
                    <a:pt x="2408" y="25954"/>
                  </a:lnTo>
                  <a:lnTo>
                    <a:pt x="2571" y="25995"/>
                  </a:lnTo>
                  <a:lnTo>
                    <a:pt x="2734" y="26036"/>
                  </a:lnTo>
                  <a:lnTo>
                    <a:pt x="2897" y="26063"/>
                  </a:lnTo>
                  <a:lnTo>
                    <a:pt x="3074" y="26090"/>
                  </a:lnTo>
                  <a:lnTo>
                    <a:pt x="3237" y="26104"/>
                  </a:lnTo>
                  <a:lnTo>
                    <a:pt x="43936" y="26104"/>
                  </a:lnTo>
                  <a:lnTo>
                    <a:pt x="43936" y="18772"/>
                  </a:lnTo>
                  <a:lnTo>
                    <a:pt x="43936" y="18459"/>
                  </a:lnTo>
                  <a:lnTo>
                    <a:pt x="43909" y="17888"/>
                  </a:lnTo>
                  <a:lnTo>
                    <a:pt x="43882" y="17317"/>
                  </a:lnTo>
                  <a:lnTo>
                    <a:pt x="43841" y="16922"/>
                  </a:lnTo>
                  <a:lnTo>
                    <a:pt x="43800" y="16528"/>
                  </a:lnTo>
                  <a:lnTo>
                    <a:pt x="43760" y="16133"/>
                  </a:lnTo>
                  <a:lnTo>
                    <a:pt x="43692" y="15752"/>
                  </a:lnTo>
                  <a:lnTo>
                    <a:pt x="43624" y="15358"/>
                  </a:lnTo>
                  <a:lnTo>
                    <a:pt x="43556" y="14977"/>
                  </a:lnTo>
                  <a:lnTo>
                    <a:pt x="43474" y="14596"/>
                  </a:lnTo>
                  <a:lnTo>
                    <a:pt x="43379" y="14215"/>
                  </a:lnTo>
                  <a:lnTo>
                    <a:pt x="43175" y="13467"/>
                  </a:lnTo>
                  <a:lnTo>
                    <a:pt x="42943" y="12733"/>
                  </a:lnTo>
                  <a:lnTo>
                    <a:pt x="42685" y="12012"/>
                  </a:lnTo>
                  <a:lnTo>
                    <a:pt x="42399" y="11318"/>
                  </a:lnTo>
                  <a:lnTo>
                    <a:pt x="42141" y="10733"/>
                  </a:lnTo>
                  <a:lnTo>
                    <a:pt x="41855" y="10175"/>
                  </a:lnTo>
                  <a:lnTo>
                    <a:pt x="41651" y="9795"/>
                  </a:lnTo>
                  <a:lnTo>
                    <a:pt x="41447" y="9414"/>
                  </a:lnTo>
                  <a:lnTo>
                    <a:pt x="41230" y="9046"/>
                  </a:lnTo>
                  <a:lnTo>
                    <a:pt x="40998" y="8679"/>
                  </a:lnTo>
                  <a:lnTo>
                    <a:pt x="40753" y="8312"/>
                  </a:lnTo>
                  <a:lnTo>
                    <a:pt x="40509" y="7958"/>
                  </a:lnTo>
                  <a:lnTo>
                    <a:pt x="40264" y="7605"/>
                  </a:lnTo>
                  <a:lnTo>
                    <a:pt x="40005" y="7264"/>
                  </a:lnTo>
                  <a:lnTo>
                    <a:pt x="39774" y="6979"/>
                  </a:lnTo>
                  <a:lnTo>
                    <a:pt x="39529" y="6693"/>
                  </a:lnTo>
                  <a:lnTo>
                    <a:pt x="39298" y="6408"/>
                  </a:lnTo>
                  <a:lnTo>
                    <a:pt x="39039" y="6135"/>
                  </a:lnTo>
                  <a:lnTo>
                    <a:pt x="38767" y="5836"/>
                  </a:lnTo>
                  <a:lnTo>
                    <a:pt x="38495" y="5551"/>
                  </a:lnTo>
                  <a:lnTo>
                    <a:pt x="38210" y="5278"/>
                  </a:lnTo>
                  <a:lnTo>
                    <a:pt x="37924" y="5006"/>
                  </a:lnTo>
                  <a:lnTo>
                    <a:pt x="37638" y="4734"/>
                  </a:lnTo>
                  <a:lnTo>
                    <a:pt x="37339" y="4476"/>
                  </a:lnTo>
                  <a:lnTo>
                    <a:pt x="37026" y="4217"/>
                  </a:lnTo>
                  <a:lnTo>
                    <a:pt x="36713" y="3973"/>
                  </a:lnTo>
                  <a:lnTo>
                    <a:pt x="36401" y="3728"/>
                  </a:lnTo>
                  <a:lnTo>
                    <a:pt x="36088" y="3497"/>
                  </a:lnTo>
                  <a:lnTo>
                    <a:pt x="35761" y="3265"/>
                  </a:lnTo>
                  <a:lnTo>
                    <a:pt x="35421" y="3048"/>
                  </a:lnTo>
                  <a:lnTo>
                    <a:pt x="35095" y="2830"/>
                  </a:lnTo>
                  <a:lnTo>
                    <a:pt x="34755" y="2626"/>
                  </a:lnTo>
                  <a:lnTo>
                    <a:pt x="34401" y="2422"/>
                  </a:lnTo>
                  <a:lnTo>
                    <a:pt x="34061" y="2232"/>
                  </a:lnTo>
                  <a:lnTo>
                    <a:pt x="33707" y="2041"/>
                  </a:lnTo>
                  <a:lnTo>
                    <a:pt x="33340" y="1864"/>
                  </a:lnTo>
                  <a:lnTo>
                    <a:pt x="32986" y="1687"/>
                  </a:lnTo>
                  <a:lnTo>
                    <a:pt x="32619" y="1524"/>
                  </a:lnTo>
                  <a:lnTo>
                    <a:pt x="32238" y="1375"/>
                  </a:lnTo>
                  <a:lnTo>
                    <a:pt x="31871" y="1225"/>
                  </a:lnTo>
                  <a:lnTo>
                    <a:pt x="31490" y="1089"/>
                  </a:lnTo>
                  <a:lnTo>
                    <a:pt x="31109" y="953"/>
                  </a:lnTo>
                  <a:lnTo>
                    <a:pt x="30715" y="830"/>
                  </a:lnTo>
                  <a:lnTo>
                    <a:pt x="30334" y="708"/>
                  </a:lnTo>
                  <a:lnTo>
                    <a:pt x="29939" y="599"/>
                  </a:lnTo>
                  <a:lnTo>
                    <a:pt x="29531" y="504"/>
                  </a:lnTo>
                  <a:lnTo>
                    <a:pt x="29137" y="409"/>
                  </a:lnTo>
                  <a:lnTo>
                    <a:pt x="28729" y="327"/>
                  </a:lnTo>
                  <a:lnTo>
                    <a:pt x="28321" y="259"/>
                  </a:lnTo>
                  <a:lnTo>
                    <a:pt x="27913" y="191"/>
                  </a:lnTo>
                  <a:lnTo>
                    <a:pt x="27355" y="123"/>
                  </a:lnTo>
                  <a:lnTo>
                    <a:pt x="26784" y="69"/>
                  </a:lnTo>
                  <a:lnTo>
                    <a:pt x="26389" y="42"/>
                  </a:lnTo>
                  <a:lnTo>
                    <a:pt x="25981" y="14"/>
                  </a:lnTo>
                  <a:lnTo>
                    <a:pt x="2557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4" name="Google Shape;1204;p29"/>
            <p:cNvSpPr/>
            <p:nvPr/>
          </p:nvSpPr>
          <p:spPr>
            <a:xfrm>
              <a:off x="1751882" y="2398847"/>
              <a:ext cx="1018253" cy="340914"/>
            </a:xfrm>
            <a:custGeom>
              <a:avLst/>
              <a:gdLst/>
              <a:ahLst/>
              <a:cxnLst/>
              <a:rect l="l" t="t" r="r" b="b"/>
              <a:pathLst>
                <a:path w="28811" h="9646" extrusionOk="0">
                  <a:moveTo>
                    <a:pt x="0" y="1"/>
                  </a:moveTo>
                  <a:lnTo>
                    <a:pt x="14" y="395"/>
                  </a:lnTo>
                  <a:lnTo>
                    <a:pt x="68" y="790"/>
                  </a:lnTo>
                  <a:lnTo>
                    <a:pt x="136" y="1171"/>
                  </a:lnTo>
                  <a:lnTo>
                    <a:pt x="231" y="1538"/>
                  </a:lnTo>
                  <a:lnTo>
                    <a:pt x="367" y="1905"/>
                  </a:lnTo>
                  <a:lnTo>
                    <a:pt x="517" y="2245"/>
                  </a:lnTo>
                  <a:lnTo>
                    <a:pt x="694" y="2585"/>
                  </a:lnTo>
                  <a:lnTo>
                    <a:pt x="884" y="2912"/>
                  </a:lnTo>
                  <a:lnTo>
                    <a:pt x="1075" y="3157"/>
                  </a:lnTo>
                  <a:lnTo>
                    <a:pt x="1265" y="3415"/>
                  </a:lnTo>
                  <a:lnTo>
                    <a:pt x="1483" y="3646"/>
                  </a:lnTo>
                  <a:lnTo>
                    <a:pt x="1714" y="3864"/>
                  </a:lnTo>
                  <a:lnTo>
                    <a:pt x="1945" y="4068"/>
                  </a:lnTo>
                  <a:lnTo>
                    <a:pt x="2204" y="4259"/>
                  </a:lnTo>
                  <a:lnTo>
                    <a:pt x="2462" y="4435"/>
                  </a:lnTo>
                  <a:lnTo>
                    <a:pt x="2734" y="4599"/>
                  </a:lnTo>
                  <a:lnTo>
                    <a:pt x="3020" y="4735"/>
                  </a:lnTo>
                  <a:lnTo>
                    <a:pt x="3319" y="4871"/>
                  </a:lnTo>
                  <a:lnTo>
                    <a:pt x="3618" y="4979"/>
                  </a:lnTo>
                  <a:lnTo>
                    <a:pt x="3931" y="5061"/>
                  </a:lnTo>
                  <a:lnTo>
                    <a:pt x="4244" y="5143"/>
                  </a:lnTo>
                  <a:lnTo>
                    <a:pt x="4571" y="5184"/>
                  </a:lnTo>
                  <a:lnTo>
                    <a:pt x="4897" y="5224"/>
                  </a:lnTo>
                  <a:lnTo>
                    <a:pt x="5237" y="5238"/>
                  </a:lnTo>
                  <a:lnTo>
                    <a:pt x="9155" y="5238"/>
                  </a:lnTo>
                  <a:lnTo>
                    <a:pt x="9345" y="5428"/>
                  </a:lnTo>
                  <a:lnTo>
                    <a:pt x="10120" y="6217"/>
                  </a:lnTo>
                  <a:lnTo>
                    <a:pt x="10501" y="6598"/>
                  </a:lnTo>
                  <a:lnTo>
                    <a:pt x="10882" y="6979"/>
                  </a:lnTo>
                  <a:lnTo>
                    <a:pt x="11263" y="7333"/>
                  </a:lnTo>
                  <a:lnTo>
                    <a:pt x="11658" y="7686"/>
                  </a:lnTo>
                  <a:lnTo>
                    <a:pt x="12066" y="8013"/>
                  </a:lnTo>
                  <a:lnTo>
                    <a:pt x="12501" y="8326"/>
                  </a:lnTo>
                  <a:lnTo>
                    <a:pt x="12719" y="8475"/>
                  </a:lnTo>
                  <a:lnTo>
                    <a:pt x="12936" y="8611"/>
                  </a:lnTo>
                  <a:lnTo>
                    <a:pt x="13167" y="8734"/>
                  </a:lnTo>
                  <a:lnTo>
                    <a:pt x="13412" y="8870"/>
                  </a:lnTo>
                  <a:lnTo>
                    <a:pt x="13657" y="8979"/>
                  </a:lnTo>
                  <a:lnTo>
                    <a:pt x="13902" y="9087"/>
                  </a:lnTo>
                  <a:lnTo>
                    <a:pt x="14174" y="9183"/>
                  </a:lnTo>
                  <a:lnTo>
                    <a:pt x="14432" y="9278"/>
                  </a:lnTo>
                  <a:lnTo>
                    <a:pt x="14718" y="9359"/>
                  </a:lnTo>
                  <a:lnTo>
                    <a:pt x="15004" y="9428"/>
                  </a:lnTo>
                  <a:lnTo>
                    <a:pt x="15303" y="9496"/>
                  </a:lnTo>
                  <a:lnTo>
                    <a:pt x="15602" y="9550"/>
                  </a:lnTo>
                  <a:lnTo>
                    <a:pt x="15929" y="9591"/>
                  </a:lnTo>
                  <a:lnTo>
                    <a:pt x="16255" y="9618"/>
                  </a:lnTo>
                  <a:lnTo>
                    <a:pt x="16595" y="9632"/>
                  </a:lnTo>
                  <a:lnTo>
                    <a:pt x="16949" y="9645"/>
                  </a:lnTo>
                  <a:lnTo>
                    <a:pt x="17425" y="9632"/>
                  </a:lnTo>
                  <a:lnTo>
                    <a:pt x="17901" y="9591"/>
                  </a:lnTo>
                  <a:lnTo>
                    <a:pt x="18377" y="9536"/>
                  </a:lnTo>
                  <a:lnTo>
                    <a:pt x="18840" y="9455"/>
                  </a:lnTo>
                  <a:lnTo>
                    <a:pt x="19302" y="9346"/>
                  </a:lnTo>
                  <a:lnTo>
                    <a:pt x="19765" y="9223"/>
                  </a:lnTo>
                  <a:lnTo>
                    <a:pt x="20214" y="9074"/>
                  </a:lnTo>
                  <a:lnTo>
                    <a:pt x="20649" y="8897"/>
                  </a:lnTo>
                  <a:lnTo>
                    <a:pt x="21084" y="8707"/>
                  </a:lnTo>
                  <a:lnTo>
                    <a:pt x="21506" y="8503"/>
                  </a:lnTo>
                  <a:lnTo>
                    <a:pt x="21914" y="8271"/>
                  </a:lnTo>
                  <a:lnTo>
                    <a:pt x="22322" y="8013"/>
                  </a:lnTo>
                  <a:lnTo>
                    <a:pt x="22703" y="7741"/>
                  </a:lnTo>
                  <a:lnTo>
                    <a:pt x="23084" y="7442"/>
                  </a:lnTo>
                  <a:lnTo>
                    <a:pt x="23437" y="7142"/>
                  </a:lnTo>
                  <a:lnTo>
                    <a:pt x="23791" y="6802"/>
                  </a:lnTo>
                  <a:lnTo>
                    <a:pt x="27545" y="3048"/>
                  </a:lnTo>
                  <a:lnTo>
                    <a:pt x="27654" y="2912"/>
                  </a:lnTo>
                  <a:lnTo>
                    <a:pt x="27913" y="2531"/>
                  </a:lnTo>
                  <a:lnTo>
                    <a:pt x="28130" y="2177"/>
                  </a:lnTo>
                  <a:lnTo>
                    <a:pt x="28334" y="1837"/>
                  </a:lnTo>
                  <a:lnTo>
                    <a:pt x="28498" y="1484"/>
                  </a:lnTo>
                  <a:lnTo>
                    <a:pt x="28579" y="1307"/>
                  </a:lnTo>
                  <a:lnTo>
                    <a:pt x="28634" y="1130"/>
                  </a:lnTo>
                  <a:lnTo>
                    <a:pt x="28688" y="953"/>
                  </a:lnTo>
                  <a:lnTo>
                    <a:pt x="28729" y="776"/>
                  </a:lnTo>
                  <a:lnTo>
                    <a:pt x="28770" y="586"/>
                  </a:lnTo>
                  <a:lnTo>
                    <a:pt x="28797" y="395"/>
                  </a:lnTo>
                  <a:lnTo>
                    <a:pt x="28810" y="205"/>
                  </a:lnTo>
                  <a:lnTo>
                    <a:pt x="28810" y="1"/>
                  </a:lnTo>
                  <a:close/>
                </a:path>
              </a:pathLst>
            </a:custGeom>
            <a:solidFill>
              <a:srgbClr val="FF532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5" name="Google Shape;1205;p29"/>
            <p:cNvSpPr/>
            <p:nvPr/>
          </p:nvSpPr>
          <p:spPr>
            <a:xfrm>
              <a:off x="1751882" y="2398847"/>
              <a:ext cx="1018253" cy="340914"/>
            </a:xfrm>
            <a:custGeom>
              <a:avLst/>
              <a:gdLst/>
              <a:ahLst/>
              <a:cxnLst/>
              <a:rect l="l" t="t" r="r" b="b"/>
              <a:pathLst>
                <a:path w="28811" h="9646" extrusionOk="0">
                  <a:moveTo>
                    <a:pt x="0" y="1"/>
                  </a:moveTo>
                  <a:lnTo>
                    <a:pt x="14" y="395"/>
                  </a:lnTo>
                  <a:lnTo>
                    <a:pt x="68" y="790"/>
                  </a:lnTo>
                  <a:lnTo>
                    <a:pt x="136" y="1171"/>
                  </a:lnTo>
                  <a:lnTo>
                    <a:pt x="231" y="1538"/>
                  </a:lnTo>
                  <a:lnTo>
                    <a:pt x="367" y="1905"/>
                  </a:lnTo>
                  <a:lnTo>
                    <a:pt x="517" y="2245"/>
                  </a:lnTo>
                  <a:lnTo>
                    <a:pt x="694" y="2585"/>
                  </a:lnTo>
                  <a:lnTo>
                    <a:pt x="884" y="2912"/>
                  </a:lnTo>
                  <a:lnTo>
                    <a:pt x="1075" y="3157"/>
                  </a:lnTo>
                  <a:lnTo>
                    <a:pt x="1265" y="3415"/>
                  </a:lnTo>
                  <a:lnTo>
                    <a:pt x="1483" y="3646"/>
                  </a:lnTo>
                  <a:lnTo>
                    <a:pt x="1714" y="3864"/>
                  </a:lnTo>
                  <a:lnTo>
                    <a:pt x="1945" y="4068"/>
                  </a:lnTo>
                  <a:lnTo>
                    <a:pt x="2204" y="4259"/>
                  </a:lnTo>
                  <a:lnTo>
                    <a:pt x="2462" y="4435"/>
                  </a:lnTo>
                  <a:lnTo>
                    <a:pt x="2734" y="4599"/>
                  </a:lnTo>
                  <a:lnTo>
                    <a:pt x="3020" y="4735"/>
                  </a:lnTo>
                  <a:lnTo>
                    <a:pt x="3319" y="4871"/>
                  </a:lnTo>
                  <a:lnTo>
                    <a:pt x="3618" y="4979"/>
                  </a:lnTo>
                  <a:lnTo>
                    <a:pt x="3931" y="5061"/>
                  </a:lnTo>
                  <a:lnTo>
                    <a:pt x="4244" y="5143"/>
                  </a:lnTo>
                  <a:lnTo>
                    <a:pt x="4571" y="5184"/>
                  </a:lnTo>
                  <a:lnTo>
                    <a:pt x="4897" y="5224"/>
                  </a:lnTo>
                  <a:lnTo>
                    <a:pt x="5237" y="5238"/>
                  </a:lnTo>
                  <a:lnTo>
                    <a:pt x="9155" y="5238"/>
                  </a:lnTo>
                  <a:lnTo>
                    <a:pt x="9345" y="5428"/>
                  </a:lnTo>
                  <a:lnTo>
                    <a:pt x="10120" y="6217"/>
                  </a:lnTo>
                  <a:lnTo>
                    <a:pt x="10501" y="6598"/>
                  </a:lnTo>
                  <a:lnTo>
                    <a:pt x="10882" y="6979"/>
                  </a:lnTo>
                  <a:lnTo>
                    <a:pt x="11263" y="7333"/>
                  </a:lnTo>
                  <a:lnTo>
                    <a:pt x="11658" y="7686"/>
                  </a:lnTo>
                  <a:lnTo>
                    <a:pt x="12066" y="8013"/>
                  </a:lnTo>
                  <a:lnTo>
                    <a:pt x="12501" y="8326"/>
                  </a:lnTo>
                  <a:lnTo>
                    <a:pt x="12719" y="8475"/>
                  </a:lnTo>
                  <a:lnTo>
                    <a:pt x="12936" y="8611"/>
                  </a:lnTo>
                  <a:lnTo>
                    <a:pt x="13167" y="8734"/>
                  </a:lnTo>
                  <a:lnTo>
                    <a:pt x="13412" y="8870"/>
                  </a:lnTo>
                  <a:lnTo>
                    <a:pt x="13657" y="8979"/>
                  </a:lnTo>
                  <a:lnTo>
                    <a:pt x="13902" y="9087"/>
                  </a:lnTo>
                  <a:lnTo>
                    <a:pt x="14174" y="9183"/>
                  </a:lnTo>
                  <a:lnTo>
                    <a:pt x="14432" y="9278"/>
                  </a:lnTo>
                  <a:lnTo>
                    <a:pt x="14718" y="9359"/>
                  </a:lnTo>
                  <a:lnTo>
                    <a:pt x="15004" y="9428"/>
                  </a:lnTo>
                  <a:lnTo>
                    <a:pt x="15303" y="9496"/>
                  </a:lnTo>
                  <a:lnTo>
                    <a:pt x="15602" y="9550"/>
                  </a:lnTo>
                  <a:lnTo>
                    <a:pt x="15929" y="9591"/>
                  </a:lnTo>
                  <a:lnTo>
                    <a:pt x="16255" y="9618"/>
                  </a:lnTo>
                  <a:lnTo>
                    <a:pt x="16595" y="9632"/>
                  </a:lnTo>
                  <a:lnTo>
                    <a:pt x="16949" y="9645"/>
                  </a:lnTo>
                  <a:lnTo>
                    <a:pt x="17425" y="9632"/>
                  </a:lnTo>
                  <a:lnTo>
                    <a:pt x="17901" y="9591"/>
                  </a:lnTo>
                  <a:lnTo>
                    <a:pt x="18377" y="9536"/>
                  </a:lnTo>
                  <a:lnTo>
                    <a:pt x="18840" y="9455"/>
                  </a:lnTo>
                  <a:lnTo>
                    <a:pt x="19302" y="9346"/>
                  </a:lnTo>
                  <a:lnTo>
                    <a:pt x="19765" y="9223"/>
                  </a:lnTo>
                  <a:lnTo>
                    <a:pt x="20214" y="9074"/>
                  </a:lnTo>
                  <a:lnTo>
                    <a:pt x="20649" y="8897"/>
                  </a:lnTo>
                  <a:lnTo>
                    <a:pt x="21084" y="8707"/>
                  </a:lnTo>
                  <a:lnTo>
                    <a:pt x="21506" y="8503"/>
                  </a:lnTo>
                  <a:lnTo>
                    <a:pt x="21914" y="8271"/>
                  </a:lnTo>
                  <a:lnTo>
                    <a:pt x="22322" y="8013"/>
                  </a:lnTo>
                  <a:lnTo>
                    <a:pt x="22703" y="7741"/>
                  </a:lnTo>
                  <a:lnTo>
                    <a:pt x="23084" y="7442"/>
                  </a:lnTo>
                  <a:lnTo>
                    <a:pt x="23437" y="7142"/>
                  </a:lnTo>
                  <a:lnTo>
                    <a:pt x="23791" y="6802"/>
                  </a:lnTo>
                  <a:lnTo>
                    <a:pt x="27545" y="3048"/>
                  </a:lnTo>
                  <a:lnTo>
                    <a:pt x="27654" y="2912"/>
                  </a:lnTo>
                  <a:lnTo>
                    <a:pt x="27913" y="2531"/>
                  </a:lnTo>
                  <a:lnTo>
                    <a:pt x="28130" y="2177"/>
                  </a:lnTo>
                  <a:lnTo>
                    <a:pt x="28334" y="1837"/>
                  </a:lnTo>
                  <a:lnTo>
                    <a:pt x="28498" y="1484"/>
                  </a:lnTo>
                  <a:lnTo>
                    <a:pt x="28579" y="1307"/>
                  </a:lnTo>
                  <a:lnTo>
                    <a:pt x="28634" y="1130"/>
                  </a:lnTo>
                  <a:lnTo>
                    <a:pt x="28688" y="953"/>
                  </a:lnTo>
                  <a:lnTo>
                    <a:pt x="28729" y="776"/>
                  </a:lnTo>
                  <a:lnTo>
                    <a:pt x="28770" y="586"/>
                  </a:lnTo>
                  <a:lnTo>
                    <a:pt x="28797" y="395"/>
                  </a:lnTo>
                  <a:lnTo>
                    <a:pt x="28810" y="205"/>
                  </a:lnTo>
                  <a:lnTo>
                    <a:pt x="28810" y="1"/>
                  </a:lnTo>
                  <a:close/>
                </a:path>
              </a:pathLst>
            </a:custGeom>
            <a:solidFill>
              <a:srgbClr val="E3390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6" name="Google Shape;1206;p29"/>
            <p:cNvSpPr/>
            <p:nvPr/>
          </p:nvSpPr>
          <p:spPr>
            <a:xfrm>
              <a:off x="2075411" y="2583938"/>
              <a:ext cx="573079" cy="155825"/>
            </a:xfrm>
            <a:custGeom>
              <a:avLst/>
              <a:gdLst/>
              <a:ahLst/>
              <a:cxnLst/>
              <a:rect l="l" t="t" r="r" b="b"/>
              <a:pathLst>
                <a:path w="16215" h="4409" extrusionOk="0">
                  <a:moveTo>
                    <a:pt x="1" y="1"/>
                  </a:moveTo>
                  <a:lnTo>
                    <a:pt x="191" y="191"/>
                  </a:lnTo>
                  <a:lnTo>
                    <a:pt x="966" y="980"/>
                  </a:lnTo>
                  <a:lnTo>
                    <a:pt x="1347" y="1361"/>
                  </a:lnTo>
                  <a:lnTo>
                    <a:pt x="1728" y="1742"/>
                  </a:lnTo>
                  <a:lnTo>
                    <a:pt x="2109" y="2096"/>
                  </a:lnTo>
                  <a:lnTo>
                    <a:pt x="2504" y="2449"/>
                  </a:lnTo>
                  <a:lnTo>
                    <a:pt x="2912" y="2776"/>
                  </a:lnTo>
                  <a:lnTo>
                    <a:pt x="3347" y="3089"/>
                  </a:lnTo>
                  <a:lnTo>
                    <a:pt x="3565" y="3238"/>
                  </a:lnTo>
                  <a:lnTo>
                    <a:pt x="3782" y="3374"/>
                  </a:lnTo>
                  <a:lnTo>
                    <a:pt x="4013" y="3497"/>
                  </a:lnTo>
                  <a:lnTo>
                    <a:pt x="4258" y="3633"/>
                  </a:lnTo>
                  <a:lnTo>
                    <a:pt x="4503" y="3742"/>
                  </a:lnTo>
                  <a:lnTo>
                    <a:pt x="4748" y="3850"/>
                  </a:lnTo>
                  <a:lnTo>
                    <a:pt x="5020" y="3946"/>
                  </a:lnTo>
                  <a:lnTo>
                    <a:pt x="5278" y="4041"/>
                  </a:lnTo>
                  <a:lnTo>
                    <a:pt x="5564" y="4122"/>
                  </a:lnTo>
                  <a:lnTo>
                    <a:pt x="5850" y="4191"/>
                  </a:lnTo>
                  <a:lnTo>
                    <a:pt x="6149" y="4259"/>
                  </a:lnTo>
                  <a:lnTo>
                    <a:pt x="6448" y="4313"/>
                  </a:lnTo>
                  <a:lnTo>
                    <a:pt x="6775" y="4354"/>
                  </a:lnTo>
                  <a:lnTo>
                    <a:pt x="7101" y="4381"/>
                  </a:lnTo>
                  <a:lnTo>
                    <a:pt x="7441" y="4395"/>
                  </a:lnTo>
                  <a:lnTo>
                    <a:pt x="7795" y="4408"/>
                  </a:lnTo>
                  <a:lnTo>
                    <a:pt x="8271" y="4395"/>
                  </a:lnTo>
                  <a:lnTo>
                    <a:pt x="8747" y="4354"/>
                  </a:lnTo>
                  <a:lnTo>
                    <a:pt x="9223" y="4299"/>
                  </a:lnTo>
                  <a:lnTo>
                    <a:pt x="9686" y="4218"/>
                  </a:lnTo>
                  <a:lnTo>
                    <a:pt x="10148" y="4109"/>
                  </a:lnTo>
                  <a:lnTo>
                    <a:pt x="10611" y="3986"/>
                  </a:lnTo>
                  <a:lnTo>
                    <a:pt x="11060" y="3837"/>
                  </a:lnTo>
                  <a:lnTo>
                    <a:pt x="11495" y="3660"/>
                  </a:lnTo>
                  <a:lnTo>
                    <a:pt x="11930" y="3470"/>
                  </a:lnTo>
                  <a:lnTo>
                    <a:pt x="12352" y="3266"/>
                  </a:lnTo>
                  <a:lnTo>
                    <a:pt x="12760" y="3034"/>
                  </a:lnTo>
                  <a:lnTo>
                    <a:pt x="13168" y="2776"/>
                  </a:lnTo>
                  <a:lnTo>
                    <a:pt x="13549" y="2504"/>
                  </a:lnTo>
                  <a:lnTo>
                    <a:pt x="13930" y="2205"/>
                  </a:lnTo>
                  <a:lnTo>
                    <a:pt x="14283" y="1905"/>
                  </a:lnTo>
                  <a:lnTo>
                    <a:pt x="14637" y="1565"/>
                  </a:lnTo>
                  <a:lnTo>
                    <a:pt x="1621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7" name="Google Shape;1207;p29"/>
            <p:cNvSpPr/>
            <p:nvPr/>
          </p:nvSpPr>
          <p:spPr>
            <a:xfrm>
              <a:off x="1217744" y="2140702"/>
              <a:ext cx="235593" cy="133665"/>
            </a:xfrm>
            <a:custGeom>
              <a:avLst/>
              <a:gdLst/>
              <a:ahLst/>
              <a:cxnLst/>
              <a:rect l="l" t="t" r="r" b="b"/>
              <a:pathLst>
                <a:path w="6666" h="3782" extrusionOk="0">
                  <a:moveTo>
                    <a:pt x="55" y="0"/>
                  </a:moveTo>
                  <a:lnTo>
                    <a:pt x="14" y="558"/>
                  </a:lnTo>
                  <a:lnTo>
                    <a:pt x="1" y="1129"/>
                  </a:lnTo>
                  <a:lnTo>
                    <a:pt x="2884" y="1129"/>
                  </a:lnTo>
                  <a:lnTo>
                    <a:pt x="3156" y="1143"/>
                  </a:lnTo>
                  <a:lnTo>
                    <a:pt x="3415" y="1184"/>
                  </a:lnTo>
                  <a:lnTo>
                    <a:pt x="3673" y="1252"/>
                  </a:lnTo>
                  <a:lnTo>
                    <a:pt x="3918" y="1347"/>
                  </a:lnTo>
                  <a:lnTo>
                    <a:pt x="4149" y="1456"/>
                  </a:lnTo>
                  <a:lnTo>
                    <a:pt x="4367" y="1592"/>
                  </a:lnTo>
                  <a:lnTo>
                    <a:pt x="4571" y="1742"/>
                  </a:lnTo>
                  <a:lnTo>
                    <a:pt x="4762" y="1905"/>
                  </a:lnTo>
                  <a:lnTo>
                    <a:pt x="4925" y="2095"/>
                  </a:lnTo>
                  <a:lnTo>
                    <a:pt x="5074" y="2299"/>
                  </a:lnTo>
                  <a:lnTo>
                    <a:pt x="5210" y="2517"/>
                  </a:lnTo>
                  <a:lnTo>
                    <a:pt x="5319" y="2748"/>
                  </a:lnTo>
                  <a:lnTo>
                    <a:pt x="5414" y="2993"/>
                  </a:lnTo>
                  <a:lnTo>
                    <a:pt x="5482" y="3251"/>
                  </a:lnTo>
                  <a:lnTo>
                    <a:pt x="5523" y="3510"/>
                  </a:lnTo>
                  <a:lnTo>
                    <a:pt x="5537" y="3782"/>
                  </a:lnTo>
                  <a:lnTo>
                    <a:pt x="6666" y="3782"/>
                  </a:lnTo>
                  <a:lnTo>
                    <a:pt x="6666" y="3591"/>
                  </a:lnTo>
                  <a:lnTo>
                    <a:pt x="6652" y="3387"/>
                  </a:lnTo>
                  <a:lnTo>
                    <a:pt x="6625" y="3211"/>
                  </a:lnTo>
                  <a:lnTo>
                    <a:pt x="6598" y="3020"/>
                  </a:lnTo>
                  <a:lnTo>
                    <a:pt x="6543" y="2830"/>
                  </a:lnTo>
                  <a:lnTo>
                    <a:pt x="6503" y="2653"/>
                  </a:lnTo>
                  <a:lnTo>
                    <a:pt x="6435" y="2476"/>
                  </a:lnTo>
                  <a:lnTo>
                    <a:pt x="6367" y="2313"/>
                  </a:lnTo>
                  <a:lnTo>
                    <a:pt x="6299" y="2136"/>
                  </a:lnTo>
                  <a:lnTo>
                    <a:pt x="6217" y="1973"/>
                  </a:lnTo>
                  <a:lnTo>
                    <a:pt x="6122" y="1823"/>
                  </a:lnTo>
                  <a:lnTo>
                    <a:pt x="6027" y="1660"/>
                  </a:lnTo>
                  <a:lnTo>
                    <a:pt x="5918" y="1524"/>
                  </a:lnTo>
                  <a:lnTo>
                    <a:pt x="5809" y="1374"/>
                  </a:lnTo>
                  <a:lnTo>
                    <a:pt x="5686" y="1238"/>
                  </a:lnTo>
                  <a:lnTo>
                    <a:pt x="5564" y="1102"/>
                  </a:lnTo>
                  <a:lnTo>
                    <a:pt x="5428" y="980"/>
                  </a:lnTo>
                  <a:lnTo>
                    <a:pt x="5292" y="857"/>
                  </a:lnTo>
                  <a:lnTo>
                    <a:pt x="5142" y="749"/>
                  </a:lnTo>
                  <a:lnTo>
                    <a:pt x="4993" y="640"/>
                  </a:lnTo>
                  <a:lnTo>
                    <a:pt x="4843" y="545"/>
                  </a:lnTo>
                  <a:lnTo>
                    <a:pt x="4694" y="449"/>
                  </a:lnTo>
                  <a:lnTo>
                    <a:pt x="4530" y="368"/>
                  </a:lnTo>
                  <a:lnTo>
                    <a:pt x="4353" y="300"/>
                  </a:lnTo>
                  <a:lnTo>
                    <a:pt x="4190" y="232"/>
                  </a:lnTo>
                  <a:lnTo>
                    <a:pt x="4013" y="164"/>
                  </a:lnTo>
                  <a:lnTo>
                    <a:pt x="3823" y="109"/>
                  </a:lnTo>
                  <a:lnTo>
                    <a:pt x="3646" y="68"/>
                  </a:lnTo>
                  <a:lnTo>
                    <a:pt x="3456" y="41"/>
                  </a:lnTo>
                  <a:lnTo>
                    <a:pt x="3265" y="14"/>
                  </a:lnTo>
                  <a:lnTo>
                    <a:pt x="307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8" name="Google Shape;1208;p29"/>
            <p:cNvSpPr/>
            <p:nvPr/>
          </p:nvSpPr>
          <p:spPr>
            <a:xfrm>
              <a:off x="1228807" y="1835905"/>
              <a:ext cx="411069" cy="230787"/>
            </a:xfrm>
            <a:custGeom>
              <a:avLst/>
              <a:gdLst/>
              <a:ahLst/>
              <a:cxnLst/>
              <a:rect l="l" t="t" r="r" b="b"/>
              <a:pathLst>
                <a:path w="11631" h="6530" extrusionOk="0">
                  <a:moveTo>
                    <a:pt x="10502" y="0"/>
                  </a:moveTo>
                  <a:lnTo>
                    <a:pt x="10488" y="272"/>
                  </a:lnTo>
                  <a:lnTo>
                    <a:pt x="10474" y="558"/>
                  </a:lnTo>
                  <a:lnTo>
                    <a:pt x="10434" y="817"/>
                  </a:lnTo>
                  <a:lnTo>
                    <a:pt x="10393" y="1089"/>
                  </a:lnTo>
                  <a:lnTo>
                    <a:pt x="10325" y="1347"/>
                  </a:lnTo>
                  <a:lnTo>
                    <a:pt x="10257" y="1606"/>
                  </a:lnTo>
                  <a:lnTo>
                    <a:pt x="10175" y="1850"/>
                  </a:lnTo>
                  <a:lnTo>
                    <a:pt x="10080" y="2095"/>
                  </a:lnTo>
                  <a:lnTo>
                    <a:pt x="9971" y="2340"/>
                  </a:lnTo>
                  <a:lnTo>
                    <a:pt x="9849" y="2571"/>
                  </a:lnTo>
                  <a:lnTo>
                    <a:pt x="9713" y="2803"/>
                  </a:lnTo>
                  <a:lnTo>
                    <a:pt x="9577" y="3020"/>
                  </a:lnTo>
                  <a:lnTo>
                    <a:pt x="9427" y="3224"/>
                  </a:lnTo>
                  <a:lnTo>
                    <a:pt x="9264" y="3428"/>
                  </a:lnTo>
                  <a:lnTo>
                    <a:pt x="9101" y="3632"/>
                  </a:lnTo>
                  <a:lnTo>
                    <a:pt x="8910" y="3823"/>
                  </a:lnTo>
                  <a:lnTo>
                    <a:pt x="8733" y="4000"/>
                  </a:lnTo>
                  <a:lnTo>
                    <a:pt x="8529" y="4163"/>
                  </a:lnTo>
                  <a:lnTo>
                    <a:pt x="8325" y="4326"/>
                  </a:lnTo>
                  <a:lnTo>
                    <a:pt x="8121" y="4476"/>
                  </a:lnTo>
                  <a:lnTo>
                    <a:pt x="7904" y="4612"/>
                  </a:lnTo>
                  <a:lnTo>
                    <a:pt x="7672" y="4748"/>
                  </a:lnTo>
                  <a:lnTo>
                    <a:pt x="7441" y="4870"/>
                  </a:lnTo>
                  <a:lnTo>
                    <a:pt x="7196" y="4979"/>
                  </a:lnTo>
                  <a:lnTo>
                    <a:pt x="6951" y="5074"/>
                  </a:lnTo>
                  <a:lnTo>
                    <a:pt x="6707" y="5156"/>
                  </a:lnTo>
                  <a:lnTo>
                    <a:pt x="6448" y="5224"/>
                  </a:lnTo>
                  <a:lnTo>
                    <a:pt x="6190" y="5292"/>
                  </a:lnTo>
                  <a:lnTo>
                    <a:pt x="5918" y="5333"/>
                  </a:lnTo>
                  <a:lnTo>
                    <a:pt x="5646" y="5373"/>
                  </a:lnTo>
                  <a:lnTo>
                    <a:pt x="5373" y="5387"/>
                  </a:lnTo>
                  <a:lnTo>
                    <a:pt x="5101" y="5401"/>
                  </a:lnTo>
                  <a:lnTo>
                    <a:pt x="245" y="5401"/>
                  </a:lnTo>
                  <a:lnTo>
                    <a:pt x="109" y="5958"/>
                  </a:lnTo>
                  <a:lnTo>
                    <a:pt x="0" y="6530"/>
                  </a:lnTo>
                  <a:lnTo>
                    <a:pt x="5101" y="6530"/>
                  </a:lnTo>
                  <a:lnTo>
                    <a:pt x="5523" y="6516"/>
                  </a:lnTo>
                  <a:lnTo>
                    <a:pt x="5945" y="6475"/>
                  </a:lnTo>
                  <a:lnTo>
                    <a:pt x="6353" y="6407"/>
                  </a:lnTo>
                  <a:lnTo>
                    <a:pt x="6761" y="6326"/>
                  </a:lnTo>
                  <a:lnTo>
                    <a:pt x="7155" y="6203"/>
                  </a:lnTo>
                  <a:lnTo>
                    <a:pt x="7536" y="6067"/>
                  </a:lnTo>
                  <a:lnTo>
                    <a:pt x="7904" y="5904"/>
                  </a:lnTo>
                  <a:lnTo>
                    <a:pt x="8271" y="5713"/>
                  </a:lnTo>
                  <a:lnTo>
                    <a:pt x="8611" y="5509"/>
                  </a:lnTo>
                  <a:lnTo>
                    <a:pt x="8937" y="5278"/>
                  </a:lnTo>
                  <a:lnTo>
                    <a:pt x="9250" y="5033"/>
                  </a:lnTo>
                  <a:lnTo>
                    <a:pt x="9549" y="4775"/>
                  </a:lnTo>
                  <a:lnTo>
                    <a:pt x="9835" y="4489"/>
                  </a:lnTo>
                  <a:lnTo>
                    <a:pt x="10107" y="4190"/>
                  </a:lnTo>
                  <a:lnTo>
                    <a:pt x="10352" y="3877"/>
                  </a:lnTo>
                  <a:lnTo>
                    <a:pt x="10583" y="3551"/>
                  </a:lnTo>
                  <a:lnTo>
                    <a:pt x="10747" y="3279"/>
                  </a:lnTo>
                  <a:lnTo>
                    <a:pt x="10910" y="2993"/>
                  </a:lnTo>
                  <a:lnTo>
                    <a:pt x="11046" y="2707"/>
                  </a:lnTo>
                  <a:lnTo>
                    <a:pt x="11168" y="2422"/>
                  </a:lnTo>
                  <a:lnTo>
                    <a:pt x="11277" y="2136"/>
                  </a:lnTo>
                  <a:lnTo>
                    <a:pt x="11372" y="1850"/>
                  </a:lnTo>
                  <a:lnTo>
                    <a:pt x="11454" y="1551"/>
                  </a:lnTo>
                  <a:lnTo>
                    <a:pt x="11508" y="1252"/>
                  </a:lnTo>
                  <a:lnTo>
                    <a:pt x="11563" y="939"/>
                  </a:lnTo>
                  <a:lnTo>
                    <a:pt x="11603" y="640"/>
                  </a:lnTo>
                  <a:lnTo>
                    <a:pt x="11631" y="313"/>
                  </a:lnTo>
                  <a:lnTo>
                    <a:pt x="1163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9" name="Google Shape;1209;p29"/>
            <p:cNvSpPr/>
            <p:nvPr/>
          </p:nvSpPr>
          <p:spPr>
            <a:xfrm>
              <a:off x="2330234" y="2121935"/>
              <a:ext cx="439908" cy="172648"/>
            </a:xfrm>
            <a:custGeom>
              <a:avLst/>
              <a:gdLst/>
              <a:ahLst/>
              <a:cxnLst/>
              <a:rect l="l" t="t" r="r" b="b"/>
              <a:pathLst>
                <a:path w="12447" h="4885" extrusionOk="0">
                  <a:moveTo>
                    <a:pt x="0" y="1"/>
                  </a:moveTo>
                  <a:lnTo>
                    <a:pt x="14" y="246"/>
                  </a:lnTo>
                  <a:lnTo>
                    <a:pt x="27" y="491"/>
                  </a:lnTo>
                  <a:lnTo>
                    <a:pt x="54" y="735"/>
                  </a:lnTo>
                  <a:lnTo>
                    <a:pt x="109" y="980"/>
                  </a:lnTo>
                  <a:lnTo>
                    <a:pt x="150" y="1212"/>
                  </a:lnTo>
                  <a:lnTo>
                    <a:pt x="218" y="1443"/>
                  </a:lnTo>
                  <a:lnTo>
                    <a:pt x="299" y="1660"/>
                  </a:lnTo>
                  <a:lnTo>
                    <a:pt x="381" y="1878"/>
                  </a:lnTo>
                  <a:lnTo>
                    <a:pt x="476" y="2096"/>
                  </a:lnTo>
                  <a:lnTo>
                    <a:pt x="585" y="2300"/>
                  </a:lnTo>
                  <a:lnTo>
                    <a:pt x="694" y="2504"/>
                  </a:lnTo>
                  <a:lnTo>
                    <a:pt x="816" y="2708"/>
                  </a:lnTo>
                  <a:lnTo>
                    <a:pt x="952" y="2898"/>
                  </a:lnTo>
                  <a:lnTo>
                    <a:pt x="1102" y="3075"/>
                  </a:lnTo>
                  <a:lnTo>
                    <a:pt x="1251" y="3252"/>
                  </a:lnTo>
                  <a:lnTo>
                    <a:pt x="1401" y="3415"/>
                  </a:lnTo>
                  <a:lnTo>
                    <a:pt x="1564" y="3578"/>
                  </a:lnTo>
                  <a:lnTo>
                    <a:pt x="1741" y="3728"/>
                  </a:lnTo>
                  <a:lnTo>
                    <a:pt x="1918" y="3878"/>
                  </a:lnTo>
                  <a:lnTo>
                    <a:pt x="2108" y="4014"/>
                  </a:lnTo>
                  <a:lnTo>
                    <a:pt x="2312" y="4150"/>
                  </a:lnTo>
                  <a:lnTo>
                    <a:pt x="2503" y="4258"/>
                  </a:lnTo>
                  <a:lnTo>
                    <a:pt x="2707" y="4367"/>
                  </a:lnTo>
                  <a:lnTo>
                    <a:pt x="2925" y="4476"/>
                  </a:lnTo>
                  <a:lnTo>
                    <a:pt x="3142" y="4558"/>
                  </a:lnTo>
                  <a:lnTo>
                    <a:pt x="3360" y="4639"/>
                  </a:lnTo>
                  <a:lnTo>
                    <a:pt x="3591" y="4707"/>
                  </a:lnTo>
                  <a:lnTo>
                    <a:pt x="3822" y="4762"/>
                  </a:lnTo>
                  <a:lnTo>
                    <a:pt x="4054" y="4816"/>
                  </a:lnTo>
                  <a:lnTo>
                    <a:pt x="4298" y="4843"/>
                  </a:lnTo>
                  <a:lnTo>
                    <a:pt x="4543" y="4871"/>
                  </a:lnTo>
                  <a:lnTo>
                    <a:pt x="4788" y="4884"/>
                  </a:lnTo>
                  <a:lnTo>
                    <a:pt x="12446" y="4884"/>
                  </a:lnTo>
                  <a:lnTo>
                    <a:pt x="12446" y="3742"/>
                  </a:lnTo>
                  <a:lnTo>
                    <a:pt x="4693" y="3742"/>
                  </a:lnTo>
                  <a:lnTo>
                    <a:pt x="4503" y="3728"/>
                  </a:lnTo>
                  <a:lnTo>
                    <a:pt x="4312" y="3701"/>
                  </a:lnTo>
                  <a:lnTo>
                    <a:pt x="4122" y="3674"/>
                  </a:lnTo>
                  <a:lnTo>
                    <a:pt x="3945" y="3619"/>
                  </a:lnTo>
                  <a:lnTo>
                    <a:pt x="3768" y="3578"/>
                  </a:lnTo>
                  <a:lnTo>
                    <a:pt x="3591" y="3510"/>
                  </a:lnTo>
                  <a:lnTo>
                    <a:pt x="3428" y="3442"/>
                  </a:lnTo>
                  <a:lnTo>
                    <a:pt x="3265" y="3374"/>
                  </a:lnTo>
                  <a:lnTo>
                    <a:pt x="3101" y="3293"/>
                  </a:lnTo>
                  <a:lnTo>
                    <a:pt x="2938" y="3197"/>
                  </a:lnTo>
                  <a:lnTo>
                    <a:pt x="2789" y="3102"/>
                  </a:lnTo>
                  <a:lnTo>
                    <a:pt x="2639" y="2993"/>
                  </a:lnTo>
                  <a:lnTo>
                    <a:pt x="2503" y="2885"/>
                  </a:lnTo>
                  <a:lnTo>
                    <a:pt x="2367" y="2776"/>
                  </a:lnTo>
                  <a:lnTo>
                    <a:pt x="2231" y="2653"/>
                  </a:lnTo>
                  <a:lnTo>
                    <a:pt x="2108" y="2517"/>
                  </a:lnTo>
                  <a:lnTo>
                    <a:pt x="2000" y="2381"/>
                  </a:lnTo>
                  <a:lnTo>
                    <a:pt x="1891" y="2245"/>
                  </a:lnTo>
                  <a:lnTo>
                    <a:pt x="1782" y="2096"/>
                  </a:lnTo>
                  <a:lnTo>
                    <a:pt x="1687" y="1946"/>
                  </a:lnTo>
                  <a:lnTo>
                    <a:pt x="1592" y="1783"/>
                  </a:lnTo>
                  <a:lnTo>
                    <a:pt x="1510" y="1620"/>
                  </a:lnTo>
                  <a:lnTo>
                    <a:pt x="1442" y="1456"/>
                  </a:lnTo>
                  <a:lnTo>
                    <a:pt x="1374" y="1293"/>
                  </a:lnTo>
                  <a:lnTo>
                    <a:pt x="1306" y="1116"/>
                  </a:lnTo>
                  <a:lnTo>
                    <a:pt x="1265" y="939"/>
                  </a:lnTo>
                  <a:lnTo>
                    <a:pt x="1224" y="763"/>
                  </a:lnTo>
                  <a:lnTo>
                    <a:pt x="1183" y="572"/>
                  </a:lnTo>
                  <a:lnTo>
                    <a:pt x="1156" y="382"/>
                  </a:lnTo>
                  <a:lnTo>
                    <a:pt x="1143" y="191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0" name="Google Shape;1210;p29"/>
            <p:cNvSpPr/>
            <p:nvPr/>
          </p:nvSpPr>
          <p:spPr>
            <a:xfrm>
              <a:off x="1276414" y="1869552"/>
              <a:ext cx="189931" cy="39937"/>
            </a:xfrm>
            <a:custGeom>
              <a:avLst/>
              <a:gdLst/>
              <a:ahLst/>
              <a:cxnLst/>
              <a:rect l="l" t="t" r="r" b="b"/>
              <a:pathLst>
                <a:path w="5374" h="1130" extrusionOk="0">
                  <a:moveTo>
                    <a:pt x="544" y="1"/>
                  </a:moveTo>
                  <a:lnTo>
                    <a:pt x="259" y="558"/>
                  </a:lnTo>
                  <a:lnTo>
                    <a:pt x="0" y="1130"/>
                  </a:lnTo>
                  <a:lnTo>
                    <a:pt x="5373" y="1130"/>
                  </a:lnTo>
                  <a:lnTo>
                    <a:pt x="537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1" name="Google Shape;1211;p29"/>
            <p:cNvSpPr/>
            <p:nvPr/>
          </p:nvSpPr>
          <p:spPr>
            <a:xfrm>
              <a:off x="2151858" y="1693120"/>
              <a:ext cx="479350" cy="223117"/>
            </a:xfrm>
            <a:custGeom>
              <a:avLst/>
              <a:gdLst/>
              <a:ahLst/>
              <a:cxnLst/>
              <a:rect l="l" t="t" r="r" b="b"/>
              <a:pathLst>
                <a:path w="13563" h="6313" extrusionOk="0">
                  <a:moveTo>
                    <a:pt x="5972" y="0"/>
                  </a:moveTo>
                  <a:lnTo>
                    <a:pt x="5618" y="41"/>
                  </a:lnTo>
                  <a:lnTo>
                    <a:pt x="5265" y="82"/>
                  </a:lnTo>
                  <a:lnTo>
                    <a:pt x="4925" y="150"/>
                  </a:lnTo>
                  <a:lnTo>
                    <a:pt x="4598" y="232"/>
                  </a:lnTo>
                  <a:lnTo>
                    <a:pt x="4272" y="341"/>
                  </a:lnTo>
                  <a:lnTo>
                    <a:pt x="3945" y="463"/>
                  </a:lnTo>
                  <a:lnTo>
                    <a:pt x="3632" y="599"/>
                  </a:lnTo>
                  <a:lnTo>
                    <a:pt x="3333" y="749"/>
                  </a:lnTo>
                  <a:lnTo>
                    <a:pt x="3047" y="925"/>
                  </a:lnTo>
                  <a:lnTo>
                    <a:pt x="2762" y="1102"/>
                  </a:lnTo>
                  <a:lnTo>
                    <a:pt x="2490" y="1293"/>
                  </a:lnTo>
                  <a:lnTo>
                    <a:pt x="2231" y="1510"/>
                  </a:lnTo>
                  <a:lnTo>
                    <a:pt x="1986" y="1742"/>
                  </a:lnTo>
                  <a:lnTo>
                    <a:pt x="1742" y="1973"/>
                  </a:lnTo>
                  <a:lnTo>
                    <a:pt x="1524" y="2218"/>
                  </a:lnTo>
                  <a:lnTo>
                    <a:pt x="1320" y="2463"/>
                  </a:lnTo>
                  <a:lnTo>
                    <a:pt x="1129" y="2721"/>
                  </a:lnTo>
                  <a:lnTo>
                    <a:pt x="966" y="2979"/>
                  </a:lnTo>
                  <a:lnTo>
                    <a:pt x="803" y="3251"/>
                  </a:lnTo>
                  <a:lnTo>
                    <a:pt x="626" y="3605"/>
                  </a:lnTo>
                  <a:lnTo>
                    <a:pt x="463" y="3959"/>
                  </a:lnTo>
                  <a:lnTo>
                    <a:pt x="327" y="4326"/>
                  </a:lnTo>
                  <a:lnTo>
                    <a:pt x="218" y="4707"/>
                  </a:lnTo>
                  <a:lnTo>
                    <a:pt x="123" y="5101"/>
                  </a:lnTo>
                  <a:lnTo>
                    <a:pt x="55" y="5496"/>
                  </a:lnTo>
                  <a:lnTo>
                    <a:pt x="14" y="5904"/>
                  </a:lnTo>
                  <a:lnTo>
                    <a:pt x="0" y="6312"/>
                  </a:lnTo>
                  <a:lnTo>
                    <a:pt x="1143" y="6312"/>
                  </a:lnTo>
                  <a:lnTo>
                    <a:pt x="1157" y="6054"/>
                  </a:lnTo>
                  <a:lnTo>
                    <a:pt x="1170" y="5782"/>
                  </a:lnTo>
                  <a:lnTo>
                    <a:pt x="1198" y="5523"/>
                  </a:lnTo>
                  <a:lnTo>
                    <a:pt x="1252" y="5265"/>
                  </a:lnTo>
                  <a:lnTo>
                    <a:pt x="1306" y="5020"/>
                  </a:lnTo>
                  <a:lnTo>
                    <a:pt x="1374" y="4775"/>
                  </a:lnTo>
                  <a:lnTo>
                    <a:pt x="1456" y="4530"/>
                  </a:lnTo>
                  <a:lnTo>
                    <a:pt x="1551" y="4299"/>
                  </a:lnTo>
                  <a:lnTo>
                    <a:pt x="1660" y="4068"/>
                  </a:lnTo>
                  <a:lnTo>
                    <a:pt x="1769" y="3850"/>
                  </a:lnTo>
                  <a:lnTo>
                    <a:pt x="1891" y="3632"/>
                  </a:lnTo>
                  <a:lnTo>
                    <a:pt x="2027" y="3415"/>
                  </a:lnTo>
                  <a:lnTo>
                    <a:pt x="2177" y="3211"/>
                  </a:lnTo>
                  <a:lnTo>
                    <a:pt x="2327" y="3020"/>
                  </a:lnTo>
                  <a:lnTo>
                    <a:pt x="2490" y="2830"/>
                  </a:lnTo>
                  <a:lnTo>
                    <a:pt x="2667" y="2653"/>
                  </a:lnTo>
                  <a:lnTo>
                    <a:pt x="2843" y="2476"/>
                  </a:lnTo>
                  <a:lnTo>
                    <a:pt x="3034" y="2313"/>
                  </a:lnTo>
                  <a:lnTo>
                    <a:pt x="3224" y="2163"/>
                  </a:lnTo>
                  <a:lnTo>
                    <a:pt x="3428" y="2014"/>
                  </a:lnTo>
                  <a:lnTo>
                    <a:pt x="3646" y="1878"/>
                  </a:lnTo>
                  <a:lnTo>
                    <a:pt x="3864" y="1755"/>
                  </a:lnTo>
                  <a:lnTo>
                    <a:pt x="4081" y="1646"/>
                  </a:lnTo>
                  <a:lnTo>
                    <a:pt x="4313" y="1538"/>
                  </a:lnTo>
                  <a:lnTo>
                    <a:pt x="4544" y="1442"/>
                  </a:lnTo>
                  <a:lnTo>
                    <a:pt x="4789" y="1361"/>
                  </a:lnTo>
                  <a:lnTo>
                    <a:pt x="5033" y="1293"/>
                  </a:lnTo>
                  <a:lnTo>
                    <a:pt x="5292" y="1238"/>
                  </a:lnTo>
                  <a:lnTo>
                    <a:pt x="5537" y="1197"/>
                  </a:lnTo>
                  <a:lnTo>
                    <a:pt x="5795" y="1157"/>
                  </a:lnTo>
                  <a:lnTo>
                    <a:pt x="6067" y="1143"/>
                  </a:lnTo>
                  <a:lnTo>
                    <a:pt x="6326" y="1129"/>
                  </a:lnTo>
                  <a:lnTo>
                    <a:pt x="13562" y="1129"/>
                  </a:lnTo>
                  <a:lnTo>
                    <a:pt x="13331" y="844"/>
                  </a:lnTo>
                  <a:lnTo>
                    <a:pt x="13086" y="558"/>
                  </a:lnTo>
                  <a:lnTo>
                    <a:pt x="12855" y="273"/>
                  </a:lnTo>
                  <a:lnTo>
                    <a:pt x="1259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2" name="Google Shape;1212;p29"/>
            <p:cNvSpPr/>
            <p:nvPr/>
          </p:nvSpPr>
          <p:spPr>
            <a:xfrm>
              <a:off x="2424458" y="1835905"/>
              <a:ext cx="291364" cy="40432"/>
            </a:xfrm>
            <a:custGeom>
              <a:avLst/>
              <a:gdLst/>
              <a:ahLst/>
              <a:cxnLst/>
              <a:rect l="l" t="t" r="r" b="b"/>
              <a:pathLst>
                <a:path w="8244" h="1144" extrusionOk="0">
                  <a:moveTo>
                    <a:pt x="0" y="0"/>
                  </a:moveTo>
                  <a:lnTo>
                    <a:pt x="0" y="1143"/>
                  </a:lnTo>
                  <a:lnTo>
                    <a:pt x="8243" y="1143"/>
                  </a:lnTo>
                  <a:lnTo>
                    <a:pt x="7985" y="558"/>
                  </a:lnTo>
                  <a:lnTo>
                    <a:pt x="769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3" name="Google Shape;1213;p29"/>
            <p:cNvSpPr/>
            <p:nvPr/>
          </p:nvSpPr>
          <p:spPr>
            <a:xfrm>
              <a:off x="1711485" y="2101755"/>
              <a:ext cx="144728" cy="297124"/>
            </a:xfrm>
            <a:custGeom>
              <a:avLst/>
              <a:gdLst/>
              <a:ahLst/>
              <a:cxnLst/>
              <a:rect l="l" t="t" r="r" b="b"/>
              <a:pathLst>
                <a:path w="4095" h="8407" extrusionOk="0">
                  <a:moveTo>
                    <a:pt x="4095" y="1"/>
                  </a:moveTo>
                  <a:lnTo>
                    <a:pt x="3755" y="28"/>
                  </a:lnTo>
                  <a:lnTo>
                    <a:pt x="3428" y="69"/>
                  </a:lnTo>
                  <a:lnTo>
                    <a:pt x="3102" y="123"/>
                  </a:lnTo>
                  <a:lnTo>
                    <a:pt x="2789" y="218"/>
                  </a:lnTo>
                  <a:lnTo>
                    <a:pt x="2490" y="341"/>
                  </a:lnTo>
                  <a:lnTo>
                    <a:pt x="2204" y="477"/>
                  </a:lnTo>
                  <a:lnTo>
                    <a:pt x="1932" y="626"/>
                  </a:lnTo>
                  <a:lnTo>
                    <a:pt x="1660" y="817"/>
                  </a:lnTo>
                  <a:lnTo>
                    <a:pt x="1415" y="1007"/>
                  </a:lnTo>
                  <a:lnTo>
                    <a:pt x="1184" y="1225"/>
                  </a:lnTo>
                  <a:lnTo>
                    <a:pt x="966" y="1470"/>
                  </a:lnTo>
                  <a:lnTo>
                    <a:pt x="776" y="1715"/>
                  </a:lnTo>
                  <a:lnTo>
                    <a:pt x="599" y="1973"/>
                  </a:lnTo>
                  <a:lnTo>
                    <a:pt x="449" y="2259"/>
                  </a:lnTo>
                  <a:lnTo>
                    <a:pt x="313" y="2544"/>
                  </a:lnTo>
                  <a:lnTo>
                    <a:pt x="205" y="2857"/>
                  </a:lnTo>
                  <a:lnTo>
                    <a:pt x="123" y="3116"/>
                  </a:lnTo>
                  <a:lnTo>
                    <a:pt x="68" y="3401"/>
                  </a:lnTo>
                  <a:lnTo>
                    <a:pt x="28" y="3687"/>
                  </a:lnTo>
                  <a:lnTo>
                    <a:pt x="14" y="3973"/>
                  </a:lnTo>
                  <a:lnTo>
                    <a:pt x="0" y="4095"/>
                  </a:lnTo>
                  <a:lnTo>
                    <a:pt x="0" y="8407"/>
                  </a:lnTo>
                  <a:lnTo>
                    <a:pt x="1143" y="8407"/>
                  </a:lnTo>
                  <a:lnTo>
                    <a:pt x="1143" y="4095"/>
                  </a:lnTo>
                  <a:lnTo>
                    <a:pt x="1157" y="3796"/>
                  </a:lnTo>
                  <a:lnTo>
                    <a:pt x="1198" y="3496"/>
                  </a:lnTo>
                  <a:lnTo>
                    <a:pt x="1279" y="3224"/>
                  </a:lnTo>
                  <a:lnTo>
                    <a:pt x="1374" y="2952"/>
                  </a:lnTo>
                  <a:lnTo>
                    <a:pt x="1497" y="2694"/>
                  </a:lnTo>
                  <a:lnTo>
                    <a:pt x="1646" y="2449"/>
                  </a:lnTo>
                  <a:lnTo>
                    <a:pt x="1823" y="2218"/>
                  </a:lnTo>
                  <a:lnTo>
                    <a:pt x="2014" y="2014"/>
                  </a:lnTo>
                  <a:lnTo>
                    <a:pt x="2218" y="1823"/>
                  </a:lnTo>
                  <a:lnTo>
                    <a:pt x="2449" y="1647"/>
                  </a:lnTo>
                  <a:lnTo>
                    <a:pt x="2694" y="1497"/>
                  </a:lnTo>
                  <a:lnTo>
                    <a:pt x="2952" y="1374"/>
                  </a:lnTo>
                  <a:lnTo>
                    <a:pt x="3224" y="1279"/>
                  </a:lnTo>
                  <a:lnTo>
                    <a:pt x="3496" y="1198"/>
                  </a:lnTo>
                  <a:lnTo>
                    <a:pt x="3796" y="1157"/>
                  </a:lnTo>
                  <a:lnTo>
                    <a:pt x="4095" y="1143"/>
                  </a:lnTo>
                  <a:lnTo>
                    <a:pt x="409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4" name="Google Shape;1214;p29"/>
            <p:cNvSpPr/>
            <p:nvPr/>
          </p:nvSpPr>
          <p:spPr>
            <a:xfrm>
              <a:off x="1815817" y="1480638"/>
              <a:ext cx="163000" cy="267331"/>
            </a:xfrm>
            <a:custGeom>
              <a:avLst/>
              <a:gdLst/>
              <a:ahLst/>
              <a:cxnLst/>
              <a:rect l="l" t="t" r="r" b="b"/>
              <a:pathLst>
                <a:path w="4612" h="7564" extrusionOk="0">
                  <a:moveTo>
                    <a:pt x="1143" y="0"/>
                  </a:moveTo>
                  <a:lnTo>
                    <a:pt x="572" y="68"/>
                  </a:lnTo>
                  <a:lnTo>
                    <a:pt x="0" y="150"/>
                  </a:lnTo>
                  <a:lnTo>
                    <a:pt x="0" y="2952"/>
                  </a:lnTo>
                  <a:lnTo>
                    <a:pt x="14" y="3183"/>
                  </a:lnTo>
                  <a:lnTo>
                    <a:pt x="27" y="3428"/>
                  </a:lnTo>
                  <a:lnTo>
                    <a:pt x="55" y="3659"/>
                  </a:lnTo>
                  <a:lnTo>
                    <a:pt x="95" y="3877"/>
                  </a:lnTo>
                  <a:lnTo>
                    <a:pt x="150" y="4108"/>
                  </a:lnTo>
                  <a:lnTo>
                    <a:pt x="204" y="4326"/>
                  </a:lnTo>
                  <a:lnTo>
                    <a:pt x="286" y="4530"/>
                  </a:lnTo>
                  <a:lnTo>
                    <a:pt x="368" y="4747"/>
                  </a:lnTo>
                  <a:lnTo>
                    <a:pt x="463" y="4951"/>
                  </a:lnTo>
                  <a:lnTo>
                    <a:pt x="558" y="5142"/>
                  </a:lnTo>
                  <a:lnTo>
                    <a:pt x="667" y="5346"/>
                  </a:lnTo>
                  <a:lnTo>
                    <a:pt x="789" y="5523"/>
                  </a:lnTo>
                  <a:lnTo>
                    <a:pt x="925" y="5713"/>
                  </a:lnTo>
                  <a:lnTo>
                    <a:pt x="1061" y="5890"/>
                  </a:lnTo>
                  <a:lnTo>
                    <a:pt x="1197" y="6053"/>
                  </a:lnTo>
                  <a:lnTo>
                    <a:pt x="1361" y="6216"/>
                  </a:lnTo>
                  <a:lnTo>
                    <a:pt x="1510" y="6366"/>
                  </a:lnTo>
                  <a:lnTo>
                    <a:pt x="1687" y="6516"/>
                  </a:lnTo>
                  <a:lnTo>
                    <a:pt x="1864" y="6652"/>
                  </a:lnTo>
                  <a:lnTo>
                    <a:pt x="2041" y="6774"/>
                  </a:lnTo>
                  <a:lnTo>
                    <a:pt x="2231" y="6897"/>
                  </a:lnTo>
                  <a:lnTo>
                    <a:pt x="2422" y="7005"/>
                  </a:lnTo>
                  <a:lnTo>
                    <a:pt x="2612" y="7114"/>
                  </a:lnTo>
                  <a:lnTo>
                    <a:pt x="2816" y="7196"/>
                  </a:lnTo>
                  <a:lnTo>
                    <a:pt x="3034" y="7277"/>
                  </a:lnTo>
                  <a:lnTo>
                    <a:pt x="3251" y="7359"/>
                  </a:lnTo>
                  <a:lnTo>
                    <a:pt x="3469" y="7414"/>
                  </a:lnTo>
                  <a:lnTo>
                    <a:pt x="3687" y="7468"/>
                  </a:lnTo>
                  <a:lnTo>
                    <a:pt x="3918" y="7509"/>
                  </a:lnTo>
                  <a:lnTo>
                    <a:pt x="4149" y="7536"/>
                  </a:lnTo>
                  <a:lnTo>
                    <a:pt x="4380" y="7563"/>
                  </a:lnTo>
                  <a:lnTo>
                    <a:pt x="4612" y="7563"/>
                  </a:lnTo>
                  <a:lnTo>
                    <a:pt x="4612" y="6434"/>
                  </a:lnTo>
                  <a:lnTo>
                    <a:pt x="4435" y="6421"/>
                  </a:lnTo>
                  <a:lnTo>
                    <a:pt x="4258" y="6407"/>
                  </a:lnTo>
                  <a:lnTo>
                    <a:pt x="4081" y="6393"/>
                  </a:lnTo>
                  <a:lnTo>
                    <a:pt x="3918" y="6353"/>
                  </a:lnTo>
                  <a:lnTo>
                    <a:pt x="3755" y="6312"/>
                  </a:lnTo>
                  <a:lnTo>
                    <a:pt x="3578" y="6271"/>
                  </a:lnTo>
                  <a:lnTo>
                    <a:pt x="3428" y="6216"/>
                  </a:lnTo>
                  <a:lnTo>
                    <a:pt x="3265" y="6148"/>
                  </a:lnTo>
                  <a:lnTo>
                    <a:pt x="3115" y="6080"/>
                  </a:lnTo>
                  <a:lnTo>
                    <a:pt x="2966" y="6012"/>
                  </a:lnTo>
                  <a:lnTo>
                    <a:pt x="2666" y="5836"/>
                  </a:lnTo>
                  <a:lnTo>
                    <a:pt x="2408" y="5632"/>
                  </a:lnTo>
                  <a:lnTo>
                    <a:pt x="2163" y="5414"/>
                  </a:lnTo>
                  <a:lnTo>
                    <a:pt x="1932" y="5169"/>
                  </a:lnTo>
                  <a:lnTo>
                    <a:pt x="1728" y="4897"/>
                  </a:lnTo>
                  <a:lnTo>
                    <a:pt x="1565" y="4611"/>
                  </a:lnTo>
                  <a:lnTo>
                    <a:pt x="1483" y="4462"/>
                  </a:lnTo>
                  <a:lnTo>
                    <a:pt x="1415" y="4299"/>
                  </a:lnTo>
                  <a:lnTo>
                    <a:pt x="1347" y="4149"/>
                  </a:lnTo>
                  <a:lnTo>
                    <a:pt x="1293" y="3986"/>
                  </a:lnTo>
                  <a:lnTo>
                    <a:pt x="1252" y="3822"/>
                  </a:lnTo>
                  <a:lnTo>
                    <a:pt x="1211" y="3646"/>
                  </a:lnTo>
                  <a:lnTo>
                    <a:pt x="1184" y="3482"/>
                  </a:lnTo>
                  <a:lnTo>
                    <a:pt x="1156" y="3306"/>
                  </a:lnTo>
                  <a:lnTo>
                    <a:pt x="1143" y="3129"/>
                  </a:lnTo>
                  <a:lnTo>
                    <a:pt x="1143" y="2952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5" name="Google Shape;1215;p29"/>
            <p:cNvSpPr/>
            <p:nvPr/>
          </p:nvSpPr>
          <p:spPr>
            <a:xfrm>
              <a:off x="2041765" y="1478694"/>
              <a:ext cx="162045" cy="151973"/>
            </a:xfrm>
            <a:custGeom>
              <a:avLst/>
              <a:gdLst/>
              <a:ahLst/>
              <a:cxnLst/>
              <a:rect l="l" t="t" r="r" b="b"/>
              <a:pathLst>
                <a:path w="4585" h="4300" extrusionOk="0">
                  <a:moveTo>
                    <a:pt x="3456" y="1"/>
                  </a:moveTo>
                  <a:lnTo>
                    <a:pt x="3415" y="327"/>
                  </a:lnTo>
                  <a:lnTo>
                    <a:pt x="3333" y="640"/>
                  </a:lnTo>
                  <a:lnTo>
                    <a:pt x="3238" y="953"/>
                  </a:lnTo>
                  <a:lnTo>
                    <a:pt x="3102" y="1239"/>
                  </a:lnTo>
                  <a:lnTo>
                    <a:pt x="2952" y="1511"/>
                  </a:lnTo>
                  <a:lnTo>
                    <a:pt x="2775" y="1783"/>
                  </a:lnTo>
                  <a:lnTo>
                    <a:pt x="2571" y="2014"/>
                  </a:lnTo>
                  <a:lnTo>
                    <a:pt x="2340" y="2245"/>
                  </a:lnTo>
                  <a:lnTo>
                    <a:pt x="2109" y="2449"/>
                  </a:lnTo>
                  <a:lnTo>
                    <a:pt x="1850" y="2626"/>
                  </a:lnTo>
                  <a:lnTo>
                    <a:pt x="1565" y="2776"/>
                  </a:lnTo>
                  <a:lnTo>
                    <a:pt x="1279" y="2912"/>
                  </a:lnTo>
                  <a:lnTo>
                    <a:pt x="980" y="3020"/>
                  </a:lnTo>
                  <a:lnTo>
                    <a:pt x="653" y="3102"/>
                  </a:lnTo>
                  <a:lnTo>
                    <a:pt x="327" y="3143"/>
                  </a:lnTo>
                  <a:lnTo>
                    <a:pt x="0" y="3157"/>
                  </a:lnTo>
                  <a:lnTo>
                    <a:pt x="0" y="4299"/>
                  </a:lnTo>
                  <a:lnTo>
                    <a:pt x="218" y="4286"/>
                  </a:lnTo>
                  <a:lnTo>
                    <a:pt x="436" y="4272"/>
                  </a:lnTo>
                  <a:lnTo>
                    <a:pt x="653" y="4245"/>
                  </a:lnTo>
                  <a:lnTo>
                    <a:pt x="871" y="4218"/>
                  </a:lnTo>
                  <a:lnTo>
                    <a:pt x="1089" y="4163"/>
                  </a:lnTo>
                  <a:lnTo>
                    <a:pt x="1293" y="4109"/>
                  </a:lnTo>
                  <a:lnTo>
                    <a:pt x="1497" y="4041"/>
                  </a:lnTo>
                  <a:lnTo>
                    <a:pt x="1701" y="3973"/>
                  </a:lnTo>
                  <a:lnTo>
                    <a:pt x="1891" y="3891"/>
                  </a:lnTo>
                  <a:lnTo>
                    <a:pt x="2082" y="3796"/>
                  </a:lnTo>
                  <a:lnTo>
                    <a:pt x="2259" y="3701"/>
                  </a:lnTo>
                  <a:lnTo>
                    <a:pt x="2449" y="3592"/>
                  </a:lnTo>
                  <a:lnTo>
                    <a:pt x="2626" y="3483"/>
                  </a:lnTo>
                  <a:lnTo>
                    <a:pt x="2789" y="3347"/>
                  </a:lnTo>
                  <a:lnTo>
                    <a:pt x="2952" y="3225"/>
                  </a:lnTo>
                  <a:lnTo>
                    <a:pt x="3102" y="3089"/>
                  </a:lnTo>
                  <a:lnTo>
                    <a:pt x="3265" y="2939"/>
                  </a:lnTo>
                  <a:lnTo>
                    <a:pt x="3401" y="2789"/>
                  </a:lnTo>
                  <a:lnTo>
                    <a:pt x="3537" y="2640"/>
                  </a:lnTo>
                  <a:lnTo>
                    <a:pt x="3673" y="2476"/>
                  </a:lnTo>
                  <a:lnTo>
                    <a:pt x="3796" y="2300"/>
                  </a:lnTo>
                  <a:lnTo>
                    <a:pt x="3904" y="2123"/>
                  </a:lnTo>
                  <a:lnTo>
                    <a:pt x="4013" y="1946"/>
                  </a:lnTo>
                  <a:lnTo>
                    <a:pt x="4108" y="1755"/>
                  </a:lnTo>
                  <a:lnTo>
                    <a:pt x="4204" y="1565"/>
                  </a:lnTo>
                  <a:lnTo>
                    <a:pt x="4285" y="1375"/>
                  </a:lnTo>
                  <a:lnTo>
                    <a:pt x="4367" y="1184"/>
                  </a:lnTo>
                  <a:lnTo>
                    <a:pt x="4421" y="980"/>
                  </a:lnTo>
                  <a:lnTo>
                    <a:pt x="4476" y="762"/>
                  </a:lnTo>
                  <a:lnTo>
                    <a:pt x="4530" y="558"/>
                  </a:lnTo>
                  <a:lnTo>
                    <a:pt x="4557" y="341"/>
                  </a:lnTo>
                  <a:lnTo>
                    <a:pt x="4585" y="123"/>
                  </a:lnTo>
                  <a:lnTo>
                    <a:pt x="4027" y="55"/>
                  </a:lnTo>
                  <a:lnTo>
                    <a:pt x="345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6" name="Google Shape;1216;p29"/>
            <p:cNvSpPr/>
            <p:nvPr/>
          </p:nvSpPr>
          <p:spPr>
            <a:xfrm>
              <a:off x="1385517" y="1693120"/>
              <a:ext cx="410114" cy="177914"/>
            </a:xfrm>
            <a:custGeom>
              <a:avLst/>
              <a:gdLst/>
              <a:ahLst/>
              <a:cxnLst/>
              <a:rect l="l" t="t" r="r" b="b"/>
              <a:pathLst>
                <a:path w="11604" h="5034" extrusionOk="0">
                  <a:moveTo>
                    <a:pt x="1035" y="0"/>
                  </a:moveTo>
                  <a:lnTo>
                    <a:pt x="763" y="273"/>
                  </a:lnTo>
                  <a:lnTo>
                    <a:pt x="504" y="558"/>
                  </a:lnTo>
                  <a:lnTo>
                    <a:pt x="1" y="1129"/>
                  </a:lnTo>
                  <a:lnTo>
                    <a:pt x="6571" y="1129"/>
                  </a:lnTo>
                  <a:lnTo>
                    <a:pt x="6761" y="1143"/>
                  </a:lnTo>
                  <a:lnTo>
                    <a:pt x="6965" y="1157"/>
                  </a:lnTo>
                  <a:lnTo>
                    <a:pt x="7156" y="1170"/>
                  </a:lnTo>
                  <a:lnTo>
                    <a:pt x="7346" y="1211"/>
                  </a:lnTo>
                  <a:lnTo>
                    <a:pt x="7537" y="1252"/>
                  </a:lnTo>
                  <a:lnTo>
                    <a:pt x="7727" y="1306"/>
                  </a:lnTo>
                  <a:lnTo>
                    <a:pt x="7904" y="1374"/>
                  </a:lnTo>
                  <a:lnTo>
                    <a:pt x="8081" y="1442"/>
                  </a:lnTo>
                  <a:lnTo>
                    <a:pt x="8258" y="1510"/>
                  </a:lnTo>
                  <a:lnTo>
                    <a:pt x="8421" y="1606"/>
                  </a:lnTo>
                  <a:lnTo>
                    <a:pt x="8584" y="1701"/>
                  </a:lnTo>
                  <a:lnTo>
                    <a:pt x="8747" y="1796"/>
                  </a:lnTo>
                  <a:lnTo>
                    <a:pt x="8897" y="1905"/>
                  </a:lnTo>
                  <a:lnTo>
                    <a:pt x="9047" y="2027"/>
                  </a:lnTo>
                  <a:lnTo>
                    <a:pt x="9196" y="2150"/>
                  </a:lnTo>
                  <a:lnTo>
                    <a:pt x="9332" y="2272"/>
                  </a:lnTo>
                  <a:lnTo>
                    <a:pt x="9455" y="2408"/>
                  </a:lnTo>
                  <a:lnTo>
                    <a:pt x="9577" y="2558"/>
                  </a:lnTo>
                  <a:lnTo>
                    <a:pt x="9700" y="2707"/>
                  </a:lnTo>
                  <a:lnTo>
                    <a:pt x="9808" y="2857"/>
                  </a:lnTo>
                  <a:lnTo>
                    <a:pt x="9904" y="3007"/>
                  </a:lnTo>
                  <a:lnTo>
                    <a:pt x="9999" y="3170"/>
                  </a:lnTo>
                  <a:lnTo>
                    <a:pt x="10094" y="3347"/>
                  </a:lnTo>
                  <a:lnTo>
                    <a:pt x="10162" y="3524"/>
                  </a:lnTo>
                  <a:lnTo>
                    <a:pt x="10230" y="3700"/>
                  </a:lnTo>
                  <a:lnTo>
                    <a:pt x="10298" y="3877"/>
                  </a:lnTo>
                  <a:lnTo>
                    <a:pt x="10353" y="4054"/>
                  </a:lnTo>
                  <a:lnTo>
                    <a:pt x="10393" y="4244"/>
                  </a:lnTo>
                  <a:lnTo>
                    <a:pt x="10434" y="4435"/>
                  </a:lnTo>
                  <a:lnTo>
                    <a:pt x="10448" y="4639"/>
                  </a:lnTo>
                  <a:lnTo>
                    <a:pt x="10475" y="4829"/>
                  </a:lnTo>
                  <a:lnTo>
                    <a:pt x="10475" y="5033"/>
                  </a:lnTo>
                  <a:lnTo>
                    <a:pt x="11604" y="5033"/>
                  </a:lnTo>
                  <a:lnTo>
                    <a:pt x="11604" y="4775"/>
                  </a:lnTo>
                  <a:lnTo>
                    <a:pt x="11590" y="4516"/>
                  </a:lnTo>
                  <a:lnTo>
                    <a:pt x="11550" y="4272"/>
                  </a:lnTo>
                  <a:lnTo>
                    <a:pt x="11509" y="4027"/>
                  </a:lnTo>
                  <a:lnTo>
                    <a:pt x="11454" y="3782"/>
                  </a:lnTo>
                  <a:lnTo>
                    <a:pt x="11386" y="3537"/>
                  </a:lnTo>
                  <a:lnTo>
                    <a:pt x="11305" y="3306"/>
                  </a:lnTo>
                  <a:lnTo>
                    <a:pt x="11209" y="3075"/>
                  </a:lnTo>
                  <a:lnTo>
                    <a:pt x="11114" y="2857"/>
                  </a:lnTo>
                  <a:lnTo>
                    <a:pt x="11005" y="2639"/>
                  </a:lnTo>
                  <a:lnTo>
                    <a:pt x="10883" y="2422"/>
                  </a:lnTo>
                  <a:lnTo>
                    <a:pt x="10747" y="2218"/>
                  </a:lnTo>
                  <a:lnTo>
                    <a:pt x="10611" y="2027"/>
                  </a:lnTo>
                  <a:lnTo>
                    <a:pt x="10461" y="1837"/>
                  </a:lnTo>
                  <a:lnTo>
                    <a:pt x="10298" y="1646"/>
                  </a:lnTo>
                  <a:lnTo>
                    <a:pt x="10135" y="1470"/>
                  </a:lnTo>
                  <a:lnTo>
                    <a:pt x="9958" y="1306"/>
                  </a:lnTo>
                  <a:lnTo>
                    <a:pt x="9768" y="1143"/>
                  </a:lnTo>
                  <a:lnTo>
                    <a:pt x="9577" y="993"/>
                  </a:lnTo>
                  <a:lnTo>
                    <a:pt x="9387" y="857"/>
                  </a:lnTo>
                  <a:lnTo>
                    <a:pt x="9183" y="721"/>
                  </a:lnTo>
                  <a:lnTo>
                    <a:pt x="8965" y="599"/>
                  </a:lnTo>
                  <a:lnTo>
                    <a:pt x="8747" y="490"/>
                  </a:lnTo>
                  <a:lnTo>
                    <a:pt x="8530" y="395"/>
                  </a:lnTo>
                  <a:lnTo>
                    <a:pt x="8299" y="300"/>
                  </a:lnTo>
                  <a:lnTo>
                    <a:pt x="8067" y="218"/>
                  </a:lnTo>
                  <a:lnTo>
                    <a:pt x="7822" y="150"/>
                  </a:lnTo>
                  <a:lnTo>
                    <a:pt x="7578" y="96"/>
                  </a:lnTo>
                  <a:lnTo>
                    <a:pt x="7333" y="55"/>
                  </a:lnTo>
                  <a:lnTo>
                    <a:pt x="7074" y="28"/>
                  </a:lnTo>
                  <a:lnTo>
                    <a:pt x="682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7" name="Google Shape;1217;p29"/>
            <p:cNvSpPr/>
            <p:nvPr/>
          </p:nvSpPr>
          <p:spPr>
            <a:xfrm>
              <a:off x="2079264" y="1680149"/>
              <a:ext cx="135609" cy="131757"/>
            </a:xfrm>
            <a:custGeom>
              <a:avLst/>
              <a:gdLst/>
              <a:ahLst/>
              <a:cxnLst/>
              <a:rect l="l" t="t" r="r" b="b"/>
              <a:pathLst>
                <a:path w="3837" h="3728" extrusionOk="0">
                  <a:moveTo>
                    <a:pt x="0" y="0"/>
                  </a:moveTo>
                  <a:lnTo>
                    <a:pt x="14" y="191"/>
                  </a:lnTo>
                  <a:lnTo>
                    <a:pt x="28" y="381"/>
                  </a:lnTo>
                  <a:lnTo>
                    <a:pt x="41" y="571"/>
                  </a:lnTo>
                  <a:lnTo>
                    <a:pt x="82" y="748"/>
                  </a:lnTo>
                  <a:lnTo>
                    <a:pt x="123" y="939"/>
                  </a:lnTo>
                  <a:lnTo>
                    <a:pt x="177" y="1116"/>
                  </a:lnTo>
                  <a:lnTo>
                    <a:pt x="232" y="1279"/>
                  </a:lnTo>
                  <a:lnTo>
                    <a:pt x="300" y="1456"/>
                  </a:lnTo>
                  <a:lnTo>
                    <a:pt x="368" y="1619"/>
                  </a:lnTo>
                  <a:lnTo>
                    <a:pt x="449" y="1782"/>
                  </a:lnTo>
                  <a:lnTo>
                    <a:pt x="545" y="1932"/>
                  </a:lnTo>
                  <a:lnTo>
                    <a:pt x="640" y="2081"/>
                  </a:lnTo>
                  <a:lnTo>
                    <a:pt x="749" y="2231"/>
                  </a:lnTo>
                  <a:lnTo>
                    <a:pt x="857" y="2381"/>
                  </a:lnTo>
                  <a:lnTo>
                    <a:pt x="980" y="2517"/>
                  </a:lnTo>
                  <a:lnTo>
                    <a:pt x="1102" y="2639"/>
                  </a:lnTo>
                  <a:lnTo>
                    <a:pt x="1225" y="2761"/>
                  </a:lnTo>
                  <a:lnTo>
                    <a:pt x="1361" y="2884"/>
                  </a:lnTo>
                  <a:lnTo>
                    <a:pt x="1497" y="2993"/>
                  </a:lnTo>
                  <a:lnTo>
                    <a:pt x="1646" y="3102"/>
                  </a:lnTo>
                  <a:lnTo>
                    <a:pt x="1796" y="3197"/>
                  </a:lnTo>
                  <a:lnTo>
                    <a:pt x="1959" y="3278"/>
                  </a:lnTo>
                  <a:lnTo>
                    <a:pt x="2122" y="3360"/>
                  </a:lnTo>
                  <a:lnTo>
                    <a:pt x="2286" y="3442"/>
                  </a:lnTo>
                  <a:lnTo>
                    <a:pt x="2449" y="3510"/>
                  </a:lnTo>
                  <a:lnTo>
                    <a:pt x="2626" y="3564"/>
                  </a:lnTo>
                  <a:lnTo>
                    <a:pt x="2803" y="3618"/>
                  </a:lnTo>
                  <a:lnTo>
                    <a:pt x="2979" y="3659"/>
                  </a:lnTo>
                  <a:lnTo>
                    <a:pt x="3170" y="3686"/>
                  </a:lnTo>
                  <a:lnTo>
                    <a:pt x="3347" y="3714"/>
                  </a:lnTo>
                  <a:lnTo>
                    <a:pt x="3537" y="3727"/>
                  </a:lnTo>
                  <a:lnTo>
                    <a:pt x="3836" y="3727"/>
                  </a:lnTo>
                  <a:lnTo>
                    <a:pt x="3836" y="2598"/>
                  </a:lnTo>
                  <a:lnTo>
                    <a:pt x="3728" y="2598"/>
                  </a:lnTo>
                  <a:lnTo>
                    <a:pt x="3469" y="2585"/>
                  </a:lnTo>
                  <a:lnTo>
                    <a:pt x="3211" y="2544"/>
                  </a:lnTo>
                  <a:lnTo>
                    <a:pt x="2966" y="2476"/>
                  </a:lnTo>
                  <a:lnTo>
                    <a:pt x="2721" y="2394"/>
                  </a:lnTo>
                  <a:lnTo>
                    <a:pt x="2503" y="2285"/>
                  </a:lnTo>
                  <a:lnTo>
                    <a:pt x="2286" y="2149"/>
                  </a:lnTo>
                  <a:lnTo>
                    <a:pt x="2082" y="2000"/>
                  </a:lnTo>
                  <a:lnTo>
                    <a:pt x="1905" y="1837"/>
                  </a:lnTo>
                  <a:lnTo>
                    <a:pt x="1728" y="1646"/>
                  </a:lnTo>
                  <a:lnTo>
                    <a:pt x="1578" y="1456"/>
                  </a:lnTo>
                  <a:lnTo>
                    <a:pt x="1456" y="1238"/>
                  </a:lnTo>
                  <a:lnTo>
                    <a:pt x="1347" y="1007"/>
                  </a:lnTo>
                  <a:lnTo>
                    <a:pt x="1252" y="776"/>
                  </a:lnTo>
                  <a:lnTo>
                    <a:pt x="1198" y="531"/>
                  </a:lnTo>
                  <a:lnTo>
                    <a:pt x="1157" y="272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8" name="Google Shape;1218;p29"/>
            <p:cNvSpPr/>
            <p:nvPr/>
          </p:nvSpPr>
          <p:spPr>
            <a:xfrm>
              <a:off x="1620124" y="2059944"/>
              <a:ext cx="113980" cy="184134"/>
            </a:xfrm>
            <a:custGeom>
              <a:avLst/>
              <a:gdLst/>
              <a:ahLst/>
              <a:cxnLst/>
              <a:rect l="l" t="t" r="r" b="b"/>
              <a:pathLst>
                <a:path w="3225" h="5210" extrusionOk="0">
                  <a:moveTo>
                    <a:pt x="1" y="0"/>
                  </a:moveTo>
                  <a:lnTo>
                    <a:pt x="1" y="2000"/>
                  </a:lnTo>
                  <a:lnTo>
                    <a:pt x="15" y="2163"/>
                  </a:lnTo>
                  <a:lnTo>
                    <a:pt x="28" y="2326"/>
                  </a:lnTo>
                  <a:lnTo>
                    <a:pt x="42" y="2489"/>
                  </a:lnTo>
                  <a:lnTo>
                    <a:pt x="69" y="2653"/>
                  </a:lnTo>
                  <a:lnTo>
                    <a:pt x="151" y="2952"/>
                  </a:lnTo>
                  <a:lnTo>
                    <a:pt x="259" y="3251"/>
                  </a:lnTo>
                  <a:lnTo>
                    <a:pt x="395" y="3537"/>
                  </a:lnTo>
                  <a:lnTo>
                    <a:pt x="559" y="3795"/>
                  </a:lnTo>
                  <a:lnTo>
                    <a:pt x="736" y="4040"/>
                  </a:lnTo>
                  <a:lnTo>
                    <a:pt x="953" y="4271"/>
                  </a:lnTo>
                  <a:lnTo>
                    <a:pt x="1171" y="4475"/>
                  </a:lnTo>
                  <a:lnTo>
                    <a:pt x="1429" y="4666"/>
                  </a:lnTo>
                  <a:lnTo>
                    <a:pt x="1688" y="4829"/>
                  </a:lnTo>
                  <a:lnTo>
                    <a:pt x="1973" y="4965"/>
                  </a:lnTo>
                  <a:lnTo>
                    <a:pt x="2259" y="5074"/>
                  </a:lnTo>
                  <a:lnTo>
                    <a:pt x="2572" y="5142"/>
                  </a:lnTo>
                  <a:lnTo>
                    <a:pt x="2735" y="5183"/>
                  </a:lnTo>
                  <a:lnTo>
                    <a:pt x="2885" y="5196"/>
                  </a:lnTo>
                  <a:lnTo>
                    <a:pt x="3048" y="5210"/>
                  </a:lnTo>
                  <a:lnTo>
                    <a:pt x="3225" y="5210"/>
                  </a:lnTo>
                  <a:lnTo>
                    <a:pt x="3225" y="4081"/>
                  </a:lnTo>
                  <a:lnTo>
                    <a:pt x="3007" y="4067"/>
                  </a:lnTo>
                  <a:lnTo>
                    <a:pt x="2803" y="4040"/>
                  </a:lnTo>
                  <a:lnTo>
                    <a:pt x="2599" y="3986"/>
                  </a:lnTo>
                  <a:lnTo>
                    <a:pt x="2409" y="3918"/>
                  </a:lnTo>
                  <a:lnTo>
                    <a:pt x="2232" y="3822"/>
                  </a:lnTo>
                  <a:lnTo>
                    <a:pt x="2055" y="3727"/>
                  </a:lnTo>
                  <a:lnTo>
                    <a:pt x="1892" y="3605"/>
                  </a:lnTo>
                  <a:lnTo>
                    <a:pt x="1756" y="3469"/>
                  </a:lnTo>
                  <a:lnTo>
                    <a:pt x="1620" y="3319"/>
                  </a:lnTo>
                  <a:lnTo>
                    <a:pt x="1497" y="3156"/>
                  </a:lnTo>
                  <a:lnTo>
                    <a:pt x="1388" y="2993"/>
                  </a:lnTo>
                  <a:lnTo>
                    <a:pt x="1307" y="2802"/>
                  </a:lnTo>
                  <a:lnTo>
                    <a:pt x="1239" y="2612"/>
                  </a:lnTo>
                  <a:lnTo>
                    <a:pt x="1184" y="2421"/>
                  </a:lnTo>
                  <a:lnTo>
                    <a:pt x="1157" y="2217"/>
                  </a:lnTo>
                  <a:lnTo>
                    <a:pt x="1144" y="2000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9" name="Google Shape;1219;p29"/>
            <p:cNvSpPr/>
            <p:nvPr/>
          </p:nvSpPr>
          <p:spPr>
            <a:xfrm>
              <a:off x="1973977" y="2142152"/>
              <a:ext cx="185619" cy="441817"/>
            </a:xfrm>
            <a:custGeom>
              <a:avLst/>
              <a:gdLst/>
              <a:ahLst/>
              <a:cxnLst/>
              <a:rect l="l" t="t" r="r" b="b"/>
              <a:pathLst>
                <a:path w="5252" h="12501" extrusionOk="0">
                  <a:moveTo>
                    <a:pt x="1" y="0"/>
                  </a:moveTo>
                  <a:lnTo>
                    <a:pt x="1" y="2245"/>
                  </a:lnTo>
                  <a:lnTo>
                    <a:pt x="14" y="2517"/>
                  </a:lnTo>
                  <a:lnTo>
                    <a:pt x="55" y="2775"/>
                  </a:lnTo>
                  <a:lnTo>
                    <a:pt x="109" y="3034"/>
                  </a:lnTo>
                  <a:lnTo>
                    <a:pt x="205" y="3265"/>
                  </a:lnTo>
                  <a:lnTo>
                    <a:pt x="313" y="3496"/>
                  </a:lnTo>
                  <a:lnTo>
                    <a:pt x="449" y="3714"/>
                  </a:lnTo>
                  <a:lnTo>
                    <a:pt x="599" y="3918"/>
                  </a:lnTo>
                  <a:lnTo>
                    <a:pt x="762" y="4108"/>
                  </a:lnTo>
                  <a:lnTo>
                    <a:pt x="953" y="4271"/>
                  </a:lnTo>
                  <a:lnTo>
                    <a:pt x="1157" y="4435"/>
                  </a:lnTo>
                  <a:lnTo>
                    <a:pt x="1374" y="4557"/>
                  </a:lnTo>
                  <a:lnTo>
                    <a:pt x="1606" y="4666"/>
                  </a:lnTo>
                  <a:lnTo>
                    <a:pt x="1850" y="4761"/>
                  </a:lnTo>
                  <a:lnTo>
                    <a:pt x="2095" y="4829"/>
                  </a:lnTo>
                  <a:lnTo>
                    <a:pt x="2354" y="4870"/>
                  </a:lnTo>
                  <a:lnTo>
                    <a:pt x="2626" y="4884"/>
                  </a:lnTo>
                  <a:lnTo>
                    <a:pt x="2775" y="4884"/>
                  </a:lnTo>
                  <a:lnTo>
                    <a:pt x="2925" y="4911"/>
                  </a:lnTo>
                  <a:lnTo>
                    <a:pt x="3075" y="4952"/>
                  </a:lnTo>
                  <a:lnTo>
                    <a:pt x="3211" y="4992"/>
                  </a:lnTo>
                  <a:lnTo>
                    <a:pt x="3333" y="5060"/>
                  </a:lnTo>
                  <a:lnTo>
                    <a:pt x="3456" y="5128"/>
                  </a:lnTo>
                  <a:lnTo>
                    <a:pt x="3578" y="5224"/>
                  </a:lnTo>
                  <a:lnTo>
                    <a:pt x="3687" y="5319"/>
                  </a:lnTo>
                  <a:lnTo>
                    <a:pt x="3782" y="5428"/>
                  </a:lnTo>
                  <a:lnTo>
                    <a:pt x="3864" y="5536"/>
                  </a:lnTo>
                  <a:lnTo>
                    <a:pt x="3945" y="5659"/>
                  </a:lnTo>
                  <a:lnTo>
                    <a:pt x="4000" y="5795"/>
                  </a:lnTo>
                  <a:lnTo>
                    <a:pt x="4054" y="5931"/>
                  </a:lnTo>
                  <a:lnTo>
                    <a:pt x="4095" y="6067"/>
                  </a:lnTo>
                  <a:lnTo>
                    <a:pt x="4109" y="6217"/>
                  </a:lnTo>
                  <a:lnTo>
                    <a:pt x="4122" y="6366"/>
                  </a:lnTo>
                  <a:lnTo>
                    <a:pt x="4122" y="12501"/>
                  </a:lnTo>
                  <a:lnTo>
                    <a:pt x="5251" y="12501"/>
                  </a:lnTo>
                  <a:lnTo>
                    <a:pt x="5251" y="6366"/>
                  </a:lnTo>
                  <a:lnTo>
                    <a:pt x="5238" y="6108"/>
                  </a:lnTo>
                  <a:lnTo>
                    <a:pt x="5197" y="5836"/>
                  </a:lnTo>
                  <a:lnTo>
                    <a:pt x="5142" y="5591"/>
                  </a:lnTo>
                  <a:lnTo>
                    <a:pt x="5047" y="5346"/>
                  </a:lnTo>
                  <a:lnTo>
                    <a:pt x="4938" y="5115"/>
                  </a:lnTo>
                  <a:lnTo>
                    <a:pt x="4802" y="4897"/>
                  </a:lnTo>
                  <a:lnTo>
                    <a:pt x="4653" y="4693"/>
                  </a:lnTo>
                  <a:lnTo>
                    <a:pt x="4489" y="4516"/>
                  </a:lnTo>
                  <a:lnTo>
                    <a:pt x="4299" y="4339"/>
                  </a:lnTo>
                  <a:lnTo>
                    <a:pt x="4095" y="4190"/>
                  </a:lnTo>
                  <a:lnTo>
                    <a:pt x="3877" y="4054"/>
                  </a:lnTo>
                  <a:lnTo>
                    <a:pt x="3646" y="3945"/>
                  </a:lnTo>
                  <a:lnTo>
                    <a:pt x="3401" y="3863"/>
                  </a:lnTo>
                  <a:lnTo>
                    <a:pt x="3156" y="3795"/>
                  </a:lnTo>
                  <a:lnTo>
                    <a:pt x="2898" y="3755"/>
                  </a:lnTo>
                  <a:lnTo>
                    <a:pt x="2626" y="3741"/>
                  </a:lnTo>
                  <a:lnTo>
                    <a:pt x="2476" y="3727"/>
                  </a:lnTo>
                  <a:lnTo>
                    <a:pt x="2327" y="3714"/>
                  </a:lnTo>
                  <a:lnTo>
                    <a:pt x="2177" y="3673"/>
                  </a:lnTo>
                  <a:lnTo>
                    <a:pt x="2041" y="3618"/>
                  </a:lnTo>
                  <a:lnTo>
                    <a:pt x="1918" y="3564"/>
                  </a:lnTo>
                  <a:lnTo>
                    <a:pt x="1796" y="3482"/>
                  </a:lnTo>
                  <a:lnTo>
                    <a:pt x="1674" y="3401"/>
                  </a:lnTo>
                  <a:lnTo>
                    <a:pt x="1565" y="3306"/>
                  </a:lnTo>
                  <a:lnTo>
                    <a:pt x="1470" y="3197"/>
                  </a:lnTo>
                  <a:lnTo>
                    <a:pt x="1388" y="3088"/>
                  </a:lnTo>
                  <a:lnTo>
                    <a:pt x="1306" y="2966"/>
                  </a:lnTo>
                  <a:lnTo>
                    <a:pt x="1252" y="2830"/>
                  </a:lnTo>
                  <a:lnTo>
                    <a:pt x="1198" y="2694"/>
                  </a:lnTo>
                  <a:lnTo>
                    <a:pt x="1157" y="2544"/>
                  </a:lnTo>
                  <a:lnTo>
                    <a:pt x="1143" y="2394"/>
                  </a:lnTo>
                  <a:lnTo>
                    <a:pt x="1130" y="2245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0" name="Google Shape;1220;p29"/>
            <p:cNvSpPr/>
            <p:nvPr/>
          </p:nvSpPr>
          <p:spPr>
            <a:xfrm>
              <a:off x="2139841" y="2327702"/>
              <a:ext cx="133665" cy="155790"/>
            </a:xfrm>
            <a:custGeom>
              <a:avLst/>
              <a:gdLst/>
              <a:ahLst/>
              <a:cxnLst/>
              <a:rect l="l" t="t" r="r" b="b"/>
              <a:pathLst>
                <a:path w="3782" h="4408" extrusionOk="0">
                  <a:moveTo>
                    <a:pt x="2639" y="1"/>
                  </a:moveTo>
                  <a:lnTo>
                    <a:pt x="2639" y="627"/>
                  </a:lnTo>
                  <a:lnTo>
                    <a:pt x="2626" y="899"/>
                  </a:lnTo>
                  <a:lnTo>
                    <a:pt x="2599" y="1157"/>
                  </a:lnTo>
                  <a:lnTo>
                    <a:pt x="2530" y="1415"/>
                  </a:lnTo>
                  <a:lnTo>
                    <a:pt x="2435" y="1647"/>
                  </a:lnTo>
                  <a:lnTo>
                    <a:pt x="2326" y="1892"/>
                  </a:lnTo>
                  <a:lnTo>
                    <a:pt x="2190" y="2109"/>
                  </a:lnTo>
                  <a:lnTo>
                    <a:pt x="2041" y="2313"/>
                  </a:lnTo>
                  <a:lnTo>
                    <a:pt x="1864" y="2490"/>
                  </a:lnTo>
                  <a:lnTo>
                    <a:pt x="1674" y="2667"/>
                  </a:lnTo>
                  <a:lnTo>
                    <a:pt x="1469" y="2817"/>
                  </a:lnTo>
                  <a:lnTo>
                    <a:pt x="1252" y="2953"/>
                  </a:lnTo>
                  <a:lnTo>
                    <a:pt x="1021" y="3061"/>
                  </a:lnTo>
                  <a:lnTo>
                    <a:pt x="776" y="3157"/>
                  </a:lnTo>
                  <a:lnTo>
                    <a:pt x="531" y="3225"/>
                  </a:lnTo>
                  <a:lnTo>
                    <a:pt x="259" y="3265"/>
                  </a:lnTo>
                  <a:lnTo>
                    <a:pt x="0" y="3279"/>
                  </a:lnTo>
                  <a:lnTo>
                    <a:pt x="0" y="4408"/>
                  </a:lnTo>
                  <a:lnTo>
                    <a:pt x="191" y="4408"/>
                  </a:lnTo>
                  <a:lnTo>
                    <a:pt x="381" y="4394"/>
                  </a:lnTo>
                  <a:lnTo>
                    <a:pt x="572" y="4367"/>
                  </a:lnTo>
                  <a:lnTo>
                    <a:pt x="762" y="4326"/>
                  </a:lnTo>
                  <a:lnTo>
                    <a:pt x="939" y="4286"/>
                  </a:lnTo>
                  <a:lnTo>
                    <a:pt x="1116" y="4245"/>
                  </a:lnTo>
                  <a:lnTo>
                    <a:pt x="1293" y="4177"/>
                  </a:lnTo>
                  <a:lnTo>
                    <a:pt x="1469" y="4109"/>
                  </a:lnTo>
                  <a:lnTo>
                    <a:pt x="1633" y="4041"/>
                  </a:lnTo>
                  <a:lnTo>
                    <a:pt x="1796" y="3946"/>
                  </a:lnTo>
                  <a:lnTo>
                    <a:pt x="1959" y="3864"/>
                  </a:lnTo>
                  <a:lnTo>
                    <a:pt x="2109" y="3769"/>
                  </a:lnTo>
                  <a:lnTo>
                    <a:pt x="2258" y="3660"/>
                  </a:lnTo>
                  <a:lnTo>
                    <a:pt x="2408" y="3537"/>
                  </a:lnTo>
                  <a:lnTo>
                    <a:pt x="2544" y="3429"/>
                  </a:lnTo>
                  <a:lnTo>
                    <a:pt x="2667" y="3293"/>
                  </a:lnTo>
                  <a:lnTo>
                    <a:pt x="2803" y="3170"/>
                  </a:lnTo>
                  <a:lnTo>
                    <a:pt x="2911" y="3034"/>
                  </a:lnTo>
                  <a:lnTo>
                    <a:pt x="3034" y="2885"/>
                  </a:lnTo>
                  <a:lnTo>
                    <a:pt x="3129" y="2735"/>
                  </a:lnTo>
                  <a:lnTo>
                    <a:pt x="3238" y="2585"/>
                  </a:lnTo>
                  <a:lnTo>
                    <a:pt x="3319" y="2422"/>
                  </a:lnTo>
                  <a:lnTo>
                    <a:pt x="3415" y="2259"/>
                  </a:lnTo>
                  <a:lnTo>
                    <a:pt x="3483" y="2096"/>
                  </a:lnTo>
                  <a:lnTo>
                    <a:pt x="3551" y="1919"/>
                  </a:lnTo>
                  <a:lnTo>
                    <a:pt x="3605" y="1742"/>
                  </a:lnTo>
                  <a:lnTo>
                    <a:pt x="3660" y="1565"/>
                  </a:lnTo>
                  <a:lnTo>
                    <a:pt x="3700" y="1388"/>
                  </a:lnTo>
                  <a:lnTo>
                    <a:pt x="3741" y="1198"/>
                  </a:lnTo>
                  <a:lnTo>
                    <a:pt x="3768" y="1007"/>
                  </a:lnTo>
                  <a:lnTo>
                    <a:pt x="3782" y="817"/>
                  </a:lnTo>
                  <a:lnTo>
                    <a:pt x="3782" y="627"/>
                  </a:lnTo>
                  <a:lnTo>
                    <a:pt x="37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1" name="Google Shape;1221;p29"/>
            <p:cNvSpPr/>
            <p:nvPr/>
          </p:nvSpPr>
          <p:spPr>
            <a:xfrm>
              <a:off x="1591779" y="1921470"/>
              <a:ext cx="503383" cy="187068"/>
            </a:xfrm>
            <a:custGeom>
              <a:avLst/>
              <a:gdLst/>
              <a:ahLst/>
              <a:cxnLst/>
              <a:rect l="l" t="t" r="r" b="b"/>
              <a:pathLst>
                <a:path w="14243" h="5293" extrusionOk="0">
                  <a:moveTo>
                    <a:pt x="0" y="1"/>
                  </a:moveTo>
                  <a:lnTo>
                    <a:pt x="0" y="1130"/>
                  </a:lnTo>
                  <a:lnTo>
                    <a:pt x="8937" y="1130"/>
                  </a:lnTo>
                  <a:lnTo>
                    <a:pt x="9155" y="1143"/>
                  </a:lnTo>
                  <a:lnTo>
                    <a:pt x="9373" y="1157"/>
                  </a:lnTo>
                  <a:lnTo>
                    <a:pt x="9577" y="1184"/>
                  </a:lnTo>
                  <a:lnTo>
                    <a:pt x="9781" y="1211"/>
                  </a:lnTo>
                  <a:lnTo>
                    <a:pt x="9985" y="1266"/>
                  </a:lnTo>
                  <a:lnTo>
                    <a:pt x="10175" y="1320"/>
                  </a:lnTo>
                  <a:lnTo>
                    <a:pt x="10379" y="1388"/>
                  </a:lnTo>
                  <a:lnTo>
                    <a:pt x="10570" y="1456"/>
                  </a:lnTo>
                  <a:lnTo>
                    <a:pt x="10746" y="1538"/>
                  </a:lnTo>
                  <a:lnTo>
                    <a:pt x="10923" y="1633"/>
                  </a:lnTo>
                  <a:lnTo>
                    <a:pt x="11100" y="1742"/>
                  </a:lnTo>
                  <a:lnTo>
                    <a:pt x="11277" y="1837"/>
                  </a:lnTo>
                  <a:lnTo>
                    <a:pt x="11440" y="1959"/>
                  </a:lnTo>
                  <a:lnTo>
                    <a:pt x="11590" y="2082"/>
                  </a:lnTo>
                  <a:lnTo>
                    <a:pt x="11739" y="2218"/>
                  </a:lnTo>
                  <a:lnTo>
                    <a:pt x="11889" y="2354"/>
                  </a:lnTo>
                  <a:lnTo>
                    <a:pt x="12025" y="2504"/>
                  </a:lnTo>
                  <a:lnTo>
                    <a:pt x="12161" y="2653"/>
                  </a:lnTo>
                  <a:lnTo>
                    <a:pt x="12284" y="2803"/>
                  </a:lnTo>
                  <a:lnTo>
                    <a:pt x="12392" y="2966"/>
                  </a:lnTo>
                  <a:lnTo>
                    <a:pt x="12501" y="3143"/>
                  </a:lnTo>
                  <a:lnTo>
                    <a:pt x="12610" y="3320"/>
                  </a:lnTo>
                  <a:lnTo>
                    <a:pt x="12705" y="3497"/>
                  </a:lnTo>
                  <a:lnTo>
                    <a:pt x="12787" y="3673"/>
                  </a:lnTo>
                  <a:lnTo>
                    <a:pt x="12855" y="3864"/>
                  </a:lnTo>
                  <a:lnTo>
                    <a:pt x="12923" y="4054"/>
                  </a:lnTo>
                  <a:lnTo>
                    <a:pt x="12977" y="4258"/>
                  </a:lnTo>
                  <a:lnTo>
                    <a:pt x="13032" y="4462"/>
                  </a:lnTo>
                  <a:lnTo>
                    <a:pt x="13059" y="4666"/>
                  </a:lnTo>
                  <a:lnTo>
                    <a:pt x="13086" y="4870"/>
                  </a:lnTo>
                  <a:lnTo>
                    <a:pt x="13100" y="5088"/>
                  </a:lnTo>
                  <a:lnTo>
                    <a:pt x="13113" y="5292"/>
                  </a:lnTo>
                  <a:lnTo>
                    <a:pt x="14242" y="5292"/>
                  </a:lnTo>
                  <a:lnTo>
                    <a:pt x="14242" y="5020"/>
                  </a:lnTo>
                  <a:lnTo>
                    <a:pt x="14215" y="4762"/>
                  </a:lnTo>
                  <a:lnTo>
                    <a:pt x="14188" y="4489"/>
                  </a:lnTo>
                  <a:lnTo>
                    <a:pt x="14134" y="4231"/>
                  </a:lnTo>
                  <a:lnTo>
                    <a:pt x="14079" y="3973"/>
                  </a:lnTo>
                  <a:lnTo>
                    <a:pt x="14011" y="3728"/>
                  </a:lnTo>
                  <a:lnTo>
                    <a:pt x="13930" y="3483"/>
                  </a:lnTo>
                  <a:lnTo>
                    <a:pt x="13834" y="3238"/>
                  </a:lnTo>
                  <a:lnTo>
                    <a:pt x="13725" y="3007"/>
                  </a:lnTo>
                  <a:lnTo>
                    <a:pt x="13603" y="2776"/>
                  </a:lnTo>
                  <a:lnTo>
                    <a:pt x="13481" y="2544"/>
                  </a:lnTo>
                  <a:lnTo>
                    <a:pt x="13345" y="2340"/>
                  </a:lnTo>
                  <a:lnTo>
                    <a:pt x="13195" y="2123"/>
                  </a:lnTo>
                  <a:lnTo>
                    <a:pt x="13032" y="1932"/>
                  </a:lnTo>
                  <a:lnTo>
                    <a:pt x="12869" y="1728"/>
                  </a:lnTo>
                  <a:lnTo>
                    <a:pt x="12692" y="1551"/>
                  </a:lnTo>
                  <a:lnTo>
                    <a:pt x="12501" y="1375"/>
                  </a:lnTo>
                  <a:lnTo>
                    <a:pt x="12311" y="1211"/>
                  </a:lnTo>
                  <a:lnTo>
                    <a:pt x="12120" y="1048"/>
                  </a:lnTo>
                  <a:lnTo>
                    <a:pt x="11903" y="898"/>
                  </a:lnTo>
                  <a:lnTo>
                    <a:pt x="11685" y="762"/>
                  </a:lnTo>
                  <a:lnTo>
                    <a:pt x="11467" y="640"/>
                  </a:lnTo>
                  <a:lnTo>
                    <a:pt x="11236" y="518"/>
                  </a:lnTo>
                  <a:lnTo>
                    <a:pt x="11005" y="409"/>
                  </a:lnTo>
                  <a:lnTo>
                    <a:pt x="10760" y="314"/>
                  </a:lnTo>
                  <a:lnTo>
                    <a:pt x="10515" y="232"/>
                  </a:lnTo>
                  <a:lnTo>
                    <a:pt x="10270" y="164"/>
                  </a:lnTo>
                  <a:lnTo>
                    <a:pt x="10012" y="96"/>
                  </a:lnTo>
                  <a:lnTo>
                    <a:pt x="9754" y="55"/>
                  </a:lnTo>
                  <a:lnTo>
                    <a:pt x="9481" y="28"/>
                  </a:lnTo>
                  <a:lnTo>
                    <a:pt x="920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2" name="Google Shape;1222;p29"/>
            <p:cNvSpPr/>
            <p:nvPr/>
          </p:nvSpPr>
          <p:spPr>
            <a:xfrm>
              <a:off x="2041765" y="1881109"/>
              <a:ext cx="298573" cy="147131"/>
            </a:xfrm>
            <a:custGeom>
              <a:avLst/>
              <a:gdLst/>
              <a:ahLst/>
              <a:cxnLst/>
              <a:rect l="l" t="t" r="r" b="b"/>
              <a:pathLst>
                <a:path w="8448" h="4163" extrusionOk="0">
                  <a:moveTo>
                    <a:pt x="7319" y="0"/>
                  </a:moveTo>
                  <a:lnTo>
                    <a:pt x="7305" y="313"/>
                  </a:lnTo>
                  <a:lnTo>
                    <a:pt x="7251" y="612"/>
                  </a:lnTo>
                  <a:lnTo>
                    <a:pt x="7183" y="898"/>
                  </a:lnTo>
                  <a:lnTo>
                    <a:pt x="7074" y="1183"/>
                  </a:lnTo>
                  <a:lnTo>
                    <a:pt x="6951" y="1442"/>
                  </a:lnTo>
                  <a:lnTo>
                    <a:pt x="6802" y="1687"/>
                  </a:lnTo>
                  <a:lnTo>
                    <a:pt x="6625" y="1932"/>
                  </a:lnTo>
                  <a:lnTo>
                    <a:pt x="6421" y="2136"/>
                  </a:lnTo>
                  <a:lnTo>
                    <a:pt x="6217" y="2340"/>
                  </a:lnTo>
                  <a:lnTo>
                    <a:pt x="5986" y="2517"/>
                  </a:lnTo>
                  <a:lnTo>
                    <a:pt x="5727" y="2666"/>
                  </a:lnTo>
                  <a:lnTo>
                    <a:pt x="5469" y="2789"/>
                  </a:lnTo>
                  <a:lnTo>
                    <a:pt x="5183" y="2897"/>
                  </a:lnTo>
                  <a:lnTo>
                    <a:pt x="4897" y="2965"/>
                  </a:lnTo>
                  <a:lnTo>
                    <a:pt x="4598" y="3006"/>
                  </a:lnTo>
                  <a:lnTo>
                    <a:pt x="4285" y="3033"/>
                  </a:lnTo>
                  <a:lnTo>
                    <a:pt x="0" y="3033"/>
                  </a:lnTo>
                  <a:lnTo>
                    <a:pt x="0" y="4162"/>
                  </a:lnTo>
                  <a:lnTo>
                    <a:pt x="4503" y="4162"/>
                  </a:lnTo>
                  <a:lnTo>
                    <a:pt x="4707" y="4149"/>
                  </a:lnTo>
                  <a:lnTo>
                    <a:pt x="4925" y="4122"/>
                  </a:lnTo>
                  <a:lnTo>
                    <a:pt x="5129" y="4081"/>
                  </a:lnTo>
                  <a:lnTo>
                    <a:pt x="5333" y="4026"/>
                  </a:lnTo>
                  <a:lnTo>
                    <a:pt x="5523" y="3972"/>
                  </a:lnTo>
                  <a:lnTo>
                    <a:pt x="5714" y="3918"/>
                  </a:lnTo>
                  <a:lnTo>
                    <a:pt x="5904" y="3836"/>
                  </a:lnTo>
                  <a:lnTo>
                    <a:pt x="6094" y="3754"/>
                  </a:lnTo>
                  <a:lnTo>
                    <a:pt x="6271" y="3659"/>
                  </a:lnTo>
                  <a:lnTo>
                    <a:pt x="6448" y="3564"/>
                  </a:lnTo>
                  <a:lnTo>
                    <a:pt x="6611" y="3455"/>
                  </a:lnTo>
                  <a:lnTo>
                    <a:pt x="6775" y="3333"/>
                  </a:lnTo>
                  <a:lnTo>
                    <a:pt x="6938" y="3210"/>
                  </a:lnTo>
                  <a:lnTo>
                    <a:pt x="7087" y="3088"/>
                  </a:lnTo>
                  <a:lnTo>
                    <a:pt x="7237" y="2938"/>
                  </a:lnTo>
                  <a:lnTo>
                    <a:pt x="7373" y="2802"/>
                  </a:lnTo>
                  <a:lnTo>
                    <a:pt x="7496" y="2653"/>
                  </a:lnTo>
                  <a:lnTo>
                    <a:pt x="7618" y="2489"/>
                  </a:lnTo>
                  <a:lnTo>
                    <a:pt x="7740" y="2326"/>
                  </a:lnTo>
                  <a:lnTo>
                    <a:pt x="7849" y="2163"/>
                  </a:lnTo>
                  <a:lnTo>
                    <a:pt x="7944" y="1986"/>
                  </a:lnTo>
                  <a:lnTo>
                    <a:pt x="8040" y="1809"/>
                  </a:lnTo>
                  <a:lnTo>
                    <a:pt x="8121" y="1619"/>
                  </a:lnTo>
                  <a:lnTo>
                    <a:pt x="8203" y="1428"/>
                  </a:lnTo>
                  <a:lnTo>
                    <a:pt x="8257" y="1238"/>
                  </a:lnTo>
                  <a:lnTo>
                    <a:pt x="8325" y="1034"/>
                  </a:lnTo>
                  <a:lnTo>
                    <a:pt x="8366" y="843"/>
                  </a:lnTo>
                  <a:lnTo>
                    <a:pt x="8407" y="639"/>
                  </a:lnTo>
                  <a:lnTo>
                    <a:pt x="8434" y="422"/>
                  </a:lnTo>
                  <a:lnTo>
                    <a:pt x="8448" y="218"/>
                  </a:lnTo>
                  <a:lnTo>
                    <a:pt x="844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3" name="Google Shape;1223;p29"/>
            <p:cNvSpPr/>
            <p:nvPr/>
          </p:nvSpPr>
          <p:spPr>
            <a:xfrm>
              <a:off x="2499456" y="2274334"/>
              <a:ext cx="140416" cy="163989"/>
            </a:xfrm>
            <a:custGeom>
              <a:avLst/>
              <a:gdLst/>
              <a:ahLst/>
              <a:cxnLst/>
              <a:rect l="l" t="t" r="r" b="b"/>
              <a:pathLst>
                <a:path w="3973" h="4640" extrusionOk="0">
                  <a:moveTo>
                    <a:pt x="0" y="1"/>
                  </a:moveTo>
                  <a:lnTo>
                    <a:pt x="0" y="667"/>
                  </a:lnTo>
                  <a:lnTo>
                    <a:pt x="0" y="871"/>
                  </a:lnTo>
                  <a:lnTo>
                    <a:pt x="14" y="1076"/>
                  </a:lnTo>
                  <a:lnTo>
                    <a:pt x="41" y="1266"/>
                  </a:lnTo>
                  <a:lnTo>
                    <a:pt x="82" y="1470"/>
                  </a:lnTo>
                  <a:lnTo>
                    <a:pt x="123" y="1660"/>
                  </a:lnTo>
                  <a:lnTo>
                    <a:pt x="177" y="1851"/>
                  </a:lnTo>
                  <a:lnTo>
                    <a:pt x="245" y="2028"/>
                  </a:lnTo>
                  <a:lnTo>
                    <a:pt x="313" y="2205"/>
                  </a:lnTo>
                  <a:lnTo>
                    <a:pt x="395" y="2381"/>
                  </a:lnTo>
                  <a:lnTo>
                    <a:pt x="476" y="2558"/>
                  </a:lnTo>
                  <a:lnTo>
                    <a:pt x="571" y="2721"/>
                  </a:lnTo>
                  <a:lnTo>
                    <a:pt x="680" y="2885"/>
                  </a:lnTo>
                  <a:lnTo>
                    <a:pt x="789" y="3048"/>
                  </a:lnTo>
                  <a:lnTo>
                    <a:pt x="912" y="3197"/>
                  </a:lnTo>
                  <a:lnTo>
                    <a:pt x="1034" y="3334"/>
                  </a:lnTo>
                  <a:lnTo>
                    <a:pt x="1170" y="3470"/>
                  </a:lnTo>
                  <a:lnTo>
                    <a:pt x="1306" y="3606"/>
                  </a:lnTo>
                  <a:lnTo>
                    <a:pt x="1442" y="3728"/>
                  </a:lnTo>
                  <a:lnTo>
                    <a:pt x="1605" y="3850"/>
                  </a:lnTo>
                  <a:lnTo>
                    <a:pt x="1755" y="3959"/>
                  </a:lnTo>
                  <a:lnTo>
                    <a:pt x="1918" y="4068"/>
                  </a:lnTo>
                  <a:lnTo>
                    <a:pt x="2081" y="4163"/>
                  </a:lnTo>
                  <a:lnTo>
                    <a:pt x="2258" y="4245"/>
                  </a:lnTo>
                  <a:lnTo>
                    <a:pt x="2435" y="4327"/>
                  </a:lnTo>
                  <a:lnTo>
                    <a:pt x="2612" y="4395"/>
                  </a:lnTo>
                  <a:lnTo>
                    <a:pt x="2789" y="4463"/>
                  </a:lnTo>
                  <a:lnTo>
                    <a:pt x="2979" y="4517"/>
                  </a:lnTo>
                  <a:lnTo>
                    <a:pt x="3170" y="4558"/>
                  </a:lnTo>
                  <a:lnTo>
                    <a:pt x="3374" y="4599"/>
                  </a:lnTo>
                  <a:lnTo>
                    <a:pt x="3564" y="4626"/>
                  </a:lnTo>
                  <a:lnTo>
                    <a:pt x="3768" y="4639"/>
                  </a:lnTo>
                  <a:lnTo>
                    <a:pt x="3972" y="4639"/>
                  </a:lnTo>
                  <a:lnTo>
                    <a:pt x="3972" y="3510"/>
                  </a:lnTo>
                  <a:lnTo>
                    <a:pt x="3686" y="3497"/>
                  </a:lnTo>
                  <a:lnTo>
                    <a:pt x="3401" y="3442"/>
                  </a:lnTo>
                  <a:lnTo>
                    <a:pt x="3129" y="3374"/>
                  </a:lnTo>
                  <a:lnTo>
                    <a:pt x="2870" y="3279"/>
                  </a:lnTo>
                  <a:lnTo>
                    <a:pt x="2625" y="3157"/>
                  </a:lnTo>
                  <a:lnTo>
                    <a:pt x="2394" y="3021"/>
                  </a:lnTo>
                  <a:lnTo>
                    <a:pt x="2177" y="2857"/>
                  </a:lnTo>
                  <a:lnTo>
                    <a:pt x="1973" y="2667"/>
                  </a:lnTo>
                  <a:lnTo>
                    <a:pt x="1782" y="2477"/>
                  </a:lnTo>
                  <a:lnTo>
                    <a:pt x="1619" y="2245"/>
                  </a:lnTo>
                  <a:lnTo>
                    <a:pt x="1483" y="2014"/>
                  </a:lnTo>
                  <a:lnTo>
                    <a:pt x="1360" y="1769"/>
                  </a:lnTo>
                  <a:lnTo>
                    <a:pt x="1265" y="1511"/>
                  </a:lnTo>
                  <a:lnTo>
                    <a:pt x="1197" y="1239"/>
                  </a:lnTo>
                  <a:lnTo>
                    <a:pt x="1156" y="953"/>
                  </a:lnTo>
                  <a:lnTo>
                    <a:pt x="1129" y="667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4" name="Google Shape;1224;p29"/>
            <p:cNvSpPr/>
            <p:nvPr/>
          </p:nvSpPr>
          <p:spPr>
            <a:xfrm>
              <a:off x="2457610" y="1856086"/>
              <a:ext cx="175511" cy="140416"/>
            </a:xfrm>
            <a:custGeom>
              <a:avLst/>
              <a:gdLst/>
              <a:ahLst/>
              <a:cxnLst/>
              <a:rect l="l" t="t" r="r" b="b"/>
              <a:pathLst>
                <a:path w="4966" h="3973" extrusionOk="0">
                  <a:moveTo>
                    <a:pt x="3837" y="1"/>
                  </a:moveTo>
                  <a:lnTo>
                    <a:pt x="3823" y="286"/>
                  </a:lnTo>
                  <a:lnTo>
                    <a:pt x="3782" y="572"/>
                  </a:lnTo>
                  <a:lnTo>
                    <a:pt x="3701" y="844"/>
                  </a:lnTo>
                  <a:lnTo>
                    <a:pt x="3605" y="1103"/>
                  </a:lnTo>
                  <a:lnTo>
                    <a:pt x="3497" y="1347"/>
                  </a:lnTo>
                  <a:lnTo>
                    <a:pt x="3347" y="1579"/>
                  </a:lnTo>
                  <a:lnTo>
                    <a:pt x="3184" y="1810"/>
                  </a:lnTo>
                  <a:lnTo>
                    <a:pt x="3007" y="2000"/>
                  </a:lnTo>
                  <a:lnTo>
                    <a:pt x="2803" y="2191"/>
                  </a:lnTo>
                  <a:lnTo>
                    <a:pt x="2585" y="2354"/>
                  </a:lnTo>
                  <a:lnTo>
                    <a:pt x="2340" y="2490"/>
                  </a:lnTo>
                  <a:lnTo>
                    <a:pt x="2096" y="2612"/>
                  </a:lnTo>
                  <a:lnTo>
                    <a:pt x="1837" y="2708"/>
                  </a:lnTo>
                  <a:lnTo>
                    <a:pt x="1565" y="2776"/>
                  </a:lnTo>
                  <a:lnTo>
                    <a:pt x="1279" y="2830"/>
                  </a:lnTo>
                  <a:lnTo>
                    <a:pt x="994" y="2844"/>
                  </a:lnTo>
                  <a:lnTo>
                    <a:pt x="1" y="2844"/>
                  </a:lnTo>
                  <a:lnTo>
                    <a:pt x="1" y="3973"/>
                  </a:lnTo>
                  <a:lnTo>
                    <a:pt x="1198" y="3973"/>
                  </a:lnTo>
                  <a:lnTo>
                    <a:pt x="1402" y="3959"/>
                  </a:lnTo>
                  <a:lnTo>
                    <a:pt x="1606" y="3932"/>
                  </a:lnTo>
                  <a:lnTo>
                    <a:pt x="1796" y="3891"/>
                  </a:lnTo>
                  <a:lnTo>
                    <a:pt x="1987" y="3850"/>
                  </a:lnTo>
                  <a:lnTo>
                    <a:pt x="2177" y="3796"/>
                  </a:lnTo>
                  <a:lnTo>
                    <a:pt x="2354" y="3728"/>
                  </a:lnTo>
                  <a:lnTo>
                    <a:pt x="2544" y="3660"/>
                  </a:lnTo>
                  <a:lnTo>
                    <a:pt x="2721" y="3578"/>
                  </a:lnTo>
                  <a:lnTo>
                    <a:pt x="2884" y="3497"/>
                  </a:lnTo>
                  <a:lnTo>
                    <a:pt x="3061" y="3401"/>
                  </a:lnTo>
                  <a:lnTo>
                    <a:pt x="3211" y="3293"/>
                  </a:lnTo>
                  <a:lnTo>
                    <a:pt x="3374" y="3184"/>
                  </a:lnTo>
                  <a:lnTo>
                    <a:pt x="3524" y="3061"/>
                  </a:lnTo>
                  <a:lnTo>
                    <a:pt x="3673" y="2939"/>
                  </a:lnTo>
                  <a:lnTo>
                    <a:pt x="3809" y="2803"/>
                  </a:lnTo>
                  <a:lnTo>
                    <a:pt x="3932" y="2667"/>
                  </a:lnTo>
                  <a:lnTo>
                    <a:pt x="4068" y="2531"/>
                  </a:lnTo>
                  <a:lnTo>
                    <a:pt x="4177" y="2381"/>
                  </a:lnTo>
                  <a:lnTo>
                    <a:pt x="4286" y="2218"/>
                  </a:lnTo>
                  <a:lnTo>
                    <a:pt x="4394" y="2055"/>
                  </a:lnTo>
                  <a:lnTo>
                    <a:pt x="4490" y="1891"/>
                  </a:lnTo>
                  <a:lnTo>
                    <a:pt x="4585" y="1715"/>
                  </a:lnTo>
                  <a:lnTo>
                    <a:pt x="4653" y="1551"/>
                  </a:lnTo>
                  <a:lnTo>
                    <a:pt x="4734" y="1361"/>
                  </a:lnTo>
                  <a:lnTo>
                    <a:pt x="4789" y="1184"/>
                  </a:lnTo>
                  <a:lnTo>
                    <a:pt x="4843" y="994"/>
                  </a:lnTo>
                  <a:lnTo>
                    <a:pt x="4884" y="803"/>
                  </a:lnTo>
                  <a:lnTo>
                    <a:pt x="4925" y="599"/>
                  </a:lnTo>
                  <a:lnTo>
                    <a:pt x="4952" y="409"/>
                  </a:lnTo>
                  <a:lnTo>
                    <a:pt x="4966" y="205"/>
                  </a:lnTo>
                  <a:lnTo>
                    <a:pt x="496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5" name="Google Shape;1225;p29"/>
            <p:cNvSpPr/>
            <p:nvPr/>
          </p:nvSpPr>
          <p:spPr>
            <a:xfrm>
              <a:off x="2566254" y="2088784"/>
              <a:ext cx="203891" cy="39937"/>
            </a:xfrm>
            <a:custGeom>
              <a:avLst/>
              <a:gdLst/>
              <a:ahLst/>
              <a:cxnLst/>
              <a:rect l="l" t="t" r="r" b="b"/>
              <a:pathLst>
                <a:path w="5769" h="1130" extrusionOk="0">
                  <a:moveTo>
                    <a:pt x="1" y="0"/>
                  </a:moveTo>
                  <a:lnTo>
                    <a:pt x="1" y="1129"/>
                  </a:lnTo>
                  <a:lnTo>
                    <a:pt x="5768" y="1129"/>
                  </a:lnTo>
                  <a:lnTo>
                    <a:pt x="5741" y="558"/>
                  </a:lnTo>
                  <a:lnTo>
                    <a:pt x="571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6" name="Google Shape;1226;p29"/>
            <p:cNvSpPr/>
            <p:nvPr/>
          </p:nvSpPr>
          <p:spPr>
            <a:xfrm>
              <a:off x="1550427" y="1547931"/>
              <a:ext cx="197140" cy="102423"/>
            </a:xfrm>
            <a:custGeom>
              <a:avLst/>
              <a:gdLst/>
              <a:ahLst/>
              <a:cxnLst/>
              <a:rect l="l" t="t" r="r" b="b"/>
              <a:pathLst>
                <a:path w="5578" h="2898" extrusionOk="0">
                  <a:moveTo>
                    <a:pt x="2041" y="0"/>
                  </a:moveTo>
                  <a:lnTo>
                    <a:pt x="1511" y="273"/>
                  </a:lnTo>
                  <a:lnTo>
                    <a:pt x="1007" y="545"/>
                  </a:lnTo>
                  <a:lnTo>
                    <a:pt x="504" y="844"/>
                  </a:lnTo>
                  <a:lnTo>
                    <a:pt x="1" y="1143"/>
                  </a:lnTo>
                  <a:lnTo>
                    <a:pt x="2694" y="1143"/>
                  </a:lnTo>
                  <a:lnTo>
                    <a:pt x="2871" y="1157"/>
                  </a:lnTo>
                  <a:lnTo>
                    <a:pt x="3048" y="1184"/>
                  </a:lnTo>
                  <a:lnTo>
                    <a:pt x="3211" y="1225"/>
                  </a:lnTo>
                  <a:lnTo>
                    <a:pt x="3374" y="1279"/>
                  </a:lnTo>
                  <a:lnTo>
                    <a:pt x="3524" y="1361"/>
                  </a:lnTo>
                  <a:lnTo>
                    <a:pt x="3673" y="1442"/>
                  </a:lnTo>
                  <a:lnTo>
                    <a:pt x="3796" y="1538"/>
                  </a:lnTo>
                  <a:lnTo>
                    <a:pt x="3932" y="1660"/>
                  </a:lnTo>
                  <a:lnTo>
                    <a:pt x="4041" y="1782"/>
                  </a:lnTo>
                  <a:lnTo>
                    <a:pt x="4136" y="1918"/>
                  </a:lnTo>
                  <a:lnTo>
                    <a:pt x="4231" y="2054"/>
                  </a:lnTo>
                  <a:lnTo>
                    <a:pt x="4299" y="2218"/>
                  </a:lnTo>
                  <a:lnTo>
                    <a:pt x="4353" y="2367"/>
                  </a:lnTo>
                  <a:lnTo>
                    <a:pt x="4408" y="2544"/>
                  </a:lnTo>
                  <a:lnTo>
                    <a:pt x="4435" y="2721"/>
                  </a:lnTo>
                  <a:lnTo>
                    <a:pt x="4435" y="2898"/>
                  </a:lnTo>
                  <a:lnTo>
                    <a:pt x="5578" y="2898"/>
                  </a:lnTo>
                  <a:lnTo>
                    <a:pt x="5564" y="2599"/>
                  </a:lnTo>
                  <a:lnTo>
                    <a:pt x="5510" y="2313"/>
                  </a:lnTo>
                  <a:lnTo>
                    <a:pt x="5442" y="2041"/>
                  </a:lnTo>
                  <a:lnTo>
                    <a:pt x="5346" y="1769"/>
                  </a:lnTo>
                  <a:lnTo>
                    <a:pt x="5224" y="1524"/>
                  </a:lnTo>
                  <a:lnTo>
                    <a:pt x="5074" y="1279"/>
                  </a:lnTo>
                  <a:lnTo>
                    <a:pt x="4911" y="1061"/>
                  </a:lnTo>
                  <a:lnTo>
                    <a:pt x="4734" y="857"/>
                  </a:lnTo>
                  <a:lnTo>
                    <a:pt x="4517" y="667"/>
                  </a:lnTo>
                  <a:lnTo>
                    <a:pt x="4299" y="504"/>
                  </a:lnTo>
                  <a:lnTo>
                    <a:pt x="4068" y="354"/>
                  </a:lnTo>
                  <a:lnTo>
                    <a:pt x="3809" y="232"/>
                  </a:lnTo>
                  <a:lnTo>
                    <a:pt x="3551" y="137"/>
                  </a:lnTo>
                  <a:lnTo>
                    <a:pt x="3265" y="69"/>
                  </a:lnTo>
                  <a:lnTo>
                    <a:pt x="2980" y="2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7" name="Google Shape;1227;p29"/>
            <p:cNvSpPr/>
            <p:nvPr/>
          </p:nvSpPr>
          <p:spPr>
            <a:xfrm>
              <a:off x="1335542" y="2398847"/>
              <a:ext cx="40396" cy="136599"/>
            </a:xfrm>
            <a:custGeom>
              <a:avLst/>
              <a:gdLst/>
              <a:ahLst/>
              <a:cxnLst/>
              <a:rect l="l" t="t" r="r" b="b"/>
              <a:pathLst>
                <a:path w="1143" h="3865" extrusionOk="0">
                  <a:moveTo>
                    <a:pt x="0" y="1"/>
                  </a:moveTo>
                  <a:lnTo>
                    <a:pt x="0" y="3306"/>
                  </a:lnTo>
                  <a:lnTo>
                    <a:pt x="14" y="3415"/>
                  </a:lnTo>
                  <a:lnTo>
                    <a:pt x="55" y="3524"/>
                  </a:lnTo>
                  <a:lnTo>
                    <a:pt x="109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68" y="3823"/>
                  </a:lnTo>
                  <a:lnTo>
                    <a:pt x="476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16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102" y="3510"/>
                  </a:lnTo>
                  <a:lnTo>
                    <a:pt x="1129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8" name="Google Shape;1228;p29"/>
            <p:cNvSpPr/>
            <p:nvPr/>
          </p:nvSpPr>
          <p:spPr>
            <a:xfrm>
              <a:off x="1412449" y="2398847"/>
              <a:ext cx="40432" cy="136599"/>
            </a:xfrm>
            <a:custGeom>
              <a:avLst/>
              <a:gdLst/>
              <a:ahLst/>
              <a:cxnLst/>
              <a:rect l="l" t="t" r="r" b="b"/>
              <a:pathLst>
                <a:path w="1144" h="3865" extrusionOk="0">
                  <a:moveTo>
                    <a:pt x="1" y="1"/>
                  </a:moveTo>
                  <a:lnTo>
                    <a:pt x="1" y="3306"/>
                  </a:lnTo>
                  <a:lnTo>
                    <a:pt x="14" y="3415"/>
                  </a:lnTo>
                  <a:lnTo>
                    <a:pt x="55" y="3524"/>
                  </a:lnTo>
                  <a:lnTo>
                    <a:pt x="109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68" y="3823"/>
                  </a:lnTo>
                  <a:lnTo>
                    <a:pt x="477" y="3850"/>
                  </a:lnTo>
                  <a:lnTo>
                    <a:pt x="586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17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102" y="3510"/>
                  </a:lnTo>
                  <a:lnTo>
                    <a:pt x="1130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9" name="Google Shape;1229;p29"/>
            <p:cNvSpPr/>
            <p:nvPr/>
          </p:nvSpPr>
          <p:spPr>
            <a:xfrm>
              <a:off x="1489850" y="2398847"/>
              <a:ext cx="39937" cy="136599"/>
            </a:xfrm>
            <a:custGeom>
              <a:avLst/>
              <a:gdLst/>
              <a:ahLst/>
              <a:cxnLst/>
              <a:rect l="l" t="t" r="r" b="b"/>
              <a:pathLst>
                <a:path w="1130" h="3865" extrusionOk="0">
                  <a:moveTo>
                    <a:pt x="1" y="1"/>
                  </a:moveTo>
                  <a:lnTo>
                    <a:pt x="1" y="3306"/>
                  </a:lnTo>
                  <a:lnTo>
                    <a:pt x="1" y="3415"/>
                  </a:lnTo>
                  <a:lnTo>
                    <a:pt x="41" y="3524"/>
                  </a:lnTo>
                  <a:lnTo>
                    <a:pt x="96" y="3619"/>
                  </a:lnTo>
                  <a:lnTo>
                    <a:pt x="164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6" y="3864"/>
                  </a:lnTo>
                  <a:lnTo>
                    <a:pt x="694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34" y="3606"/>
                  </a:lnTo>
                  <a:lnTo>
                    <a:pt x="1089" y="3510"/>
                  </a:lnTo>
                  <a:lnTo>
                    <a:pt x="1116" y="3415"/>
                  </a:lnTo>
                  <a:lnTo>
                    <a:pt x="1130" y="3306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0" name="Google Shape;1230;p29"/>
            <p:cNvSpPr/>
            <p:nvPr/>
          </p:nvSpPr>
          <p:spPr>
            <a:xfrm>
              <a:off x="1566791" y="2398847"/>
              <a:ext cx="39937" cy="136599"/>
            </a:xfrm>
            <a:custGeom>
              <a:avLst/>
              <a:gdLst/>
              <a:ahLst/>
              <a:cxnLst/>
              <a:rect l="l" t="t" r="r" b="b"/>
              <a:pathLst>
                <a:path w="1130" h="3865" extrusionOk="0">
                  <a:moveTo>
                    <a:pt x="0" y="1"/>
                  </a:moveTo>
                  <a:lnTo>
                    <a:pt x="0" y="3306"/>
                  </a:lnTo>
                  <a:lnTo>
                    <a:pt x="14" y="3415"/>
                  </a:lnTo>
                  <a:lnTo>
                    <a:pt x="41" y="3524"/>
                  </a:lnTo>
                  <a:lnTo>
                    <a:pt x="95" y="3619"/>
                  </a:lnTo>
                  <a:lnTo>
                    <a:pt x="163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7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79" y="3687"/>
                  </a:lnTo>
                  <a:lnTo>
                    <a:pt x="1048" y="3606"/>
                  </a:lnTo>
                  <a:lnTo>
                    <a:pt x="1088" y="3510"/>
                  </a:lnTo>
                  <a:lnTo>
                    <a:pt x="1129" y="3415"/>
                  </a:lnTo>
                  <a:lnTo>
                    <a:pt x="1129" y="3306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1" name="Google Shape;1231;p29"/>
            <p:cNvSpPr/>
            <p:nvPr/>
          </p:nvSpPr>
          <p:spPr>
            <a:xfrm>
              <a:off x="1643697" y="2398847"/>
              <a:ext cx="40432" cy="136599"/>
            </a:xfrm>
            <a:custGeom>
              <a:avLst/>
              <a:gdLst/>
              <a:ahLst/>
              <a:cxnLst/>
              <a:rect l="l" t="t" r="r" b="b"/>
              <a:pathLst>
                <a:path w="1144" h="3865" extrusionOk="0">
                  <a:moveTo>
                    <a:pt x="1" y="1"/>
                  </a:moveTo>
                  <a:lnTo>
                    <a:pt x="1" y="3306"/>
                  </a:lnTo>
                  <a:lnTo>
                    <a:pt x="14" y="3415"/>
                  </a:lnTo>
                  <a:lnTo>
                    <a:pt x="41" y="3524"/>
                  </a:lnTo>
                  <a:lnTo>
                    <a:pt x="96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089" y="3510"/>
                  </a:lnTo>
                  <a:lnTo>
                    <a:pt x="1130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2" name="Google Shape;1232;p29"/>
            <p:cNvSpPr/>
            <p:nvPr/>
          </p:nvSpPr>
          <p:spPr>
            <a:xfrm>
              <a:off x="3336447" y="4559360"/>
              <a:ext cx="1235538" cy="146671"/>
            </a:xfrm>
            <a:custGeom>
              <a:avLst/>
              <a:gdLst/>
              <a:ahLst/>
              <a:cxnLst/>
              <a:rect l="l" t="t" r="r" b="b"/>
              <a:pathLst>
                <a:path w="34959" h="4150" extrusionOk="0">
                  <a:moveTo>
                    <a:pt x="17480" y="1"/>
                  </a:moveTo>
                  <a:lnTo>
                    <a:pt x="15698" y="14"/>
                  </a:lnTo>
                  <a:lnTo>
                    <a:pt x="13957" y="42"/>
                  </a:lnTo>
                  <a:lnTo>
                    <a:pt x="12283" y="96"/>
                  </a:lnTo>
                  <a:lnTo>
                    <a:pt x="10678" y="164"/>
                  </a:lnTo>
                  <a:lnTo>
                    <a:pt x="9155" y="246"/>
                  </a:lnTo>
                  <a:lnTo>
                    <a:pt x="7713" y="354"/>
                  </a:lnTo>
                  <a:lnTo>
                    <a:pt x="6366" y="477"/>
                  </a:lnTo>
                  <a:lnTo>
                    <a:pt x="5128" y="613"/>
                  </a:lnTo>
                  <a:lnTo>
                    <a:pt x="3999" y="762"/>
                  </a:lnTo>
                  <a:lnTo>
                    <a:pt x="2993" y="912"/>
                  </a:lnTo>
                  <a:lnTo>
                    <a:pt x="2530" y="994"/>
                  </a:lnTo>
                  <a:lnTo>
                    <a:pt x="2109" y="1089"/>
                  </a:lnTo>
                  <a:lnTo>
                    <a:pt x="1728" y="1171"/>
                  </a:lnTo>
                  <a:lnTo>
                    <a:pt x="1374" y="1266"/>
                  </a:lnTo>
                  <a:lnTo>
                    <a:pt x="1061" y="1361"/>
                  </a:lnTo>
                  <a:lnTo>
                    <a:pt x="789" y="1456"/>
                  </a:lnTo>
                  <a:lnTo>
                    <a:pt x="558" y="1551"/>
                  </a:lnTo>
                  <a:lnTo>
                    <a:pt x="354" y="1660"/>
                  </a:lnTo>
                  <a:lnTo>
                    <a:pt x="204" y="1755"/>
                  </a:lnTo>
                  <a:lnTo>
                    <a:pt x="96" y="1864"/>
                  </a:lnTo>
                  <a:lnTo>
                    <a:pt x="55" y="1919"/>
                  </a:lnTo>
                  <a:lnTo>
                    <a:pt x="28" y="1973"/>
                  </a:lnTo>
                  <a:lnTo>
                    <a:pt x="14" y="2027"/>
                  </a:lnTo>
                  <a:lnTo>
                    <a:pt x="0" y="2082"/>
                  </a:lnTo>
                  <a:lnTo>
                    <a:pt x="14" y="2123"/>
                  </a:lnTo>
                  <a:lnTo>
                    <a:pt x="28" y="2177"/>
                  </a:lnTo>
                  <a:lnTo>
                    <a:pt x="55" y="2232"/>
                  </a:lnTo>
                  <a:lnTo>
                    <a:pt x="96" y="2286"/>
                  </a:lnTo>
                  <a:lnTo>
                    <a:pt x="204" y="2395"/>
                  </a:lnTo>
                  <a:lnTo>
                    <a:pt x="354" y="2490"/>
                  </a:lnTo>
                  <a:lnTo>
                    <a:pt x="558" y="2599"/>
                  </a:lnTo>
                  <a:lnTo>
                    <a:pt x="789" y="2694"/>
                  </a:lnTo>
                  <a:lnTo>
                    <a:pt x="1061" y="2789"/>
                  </a:lnTo>
                  <a:lnTo>
                    <a:pt x="1374" y="2884"/>
                  </a:lnTo>
                  <a:lnTo>
                    <a:pt x="1728" y="2980"/>
                  </a:lnTo>
                  <a:lnTo>
                    <a:pt x="2109" y="3061"/>
                  </a:lnTo>
                  <a:lnTo>
                    <a:pt x="2530" y="3156"/>
                  </a:lnTo>
                  <a:lnTo>
                    <a:pt x="2993" y="3238"/>
                  </a:lnTo>
                  <a:lnTo>
                    <a:pt x="3999" y="3401"/>
                  </a:lnTo>
                  <a:lnTo>
                    <a:pt x="5128" y="3537"/>
                  </a:lnTo>
                  <a:lnTo>
                    <a:pt x="6366" y="3673"/>
                  </a:lnTo>
                  <a:lnTo>
                    <a:pt x="7713" y="3796"/>
                  </a:lnTo>
                  <a:lnTo>
                    <a:pt x="9155" y="3905"/>
                  </a:lnTo>
                  <a:lnTo>
                    <a:pt x="10678" y="3986"/>
                  </a:lnTo>
                  <a:lnTo>
                    <a:pt x="12283" y="4054"/>
                  </a:lnTo>
                  <a:lnTo>
                    <a:pt x="13957" y="4109"/>
                  </a:lnTo>
                  <a:lnTo>
                    <a:pt x="15698" y="4136"/>
                  </a:lnTo>
                  <a:lnTo>
                    <a:pt x="17480" y="4149"/>
                  </a:lnTo>
                  <a:lnTo>
                    <a:pt x="19262" y="4136"/>
                  </a:lnTo>
                  <a:lnTo>
                    <a:pt x="21003" y="4109"/>
                  </a:lnTo>
                  <a:lnTo>
                    <a:pt x="22676" y="4054"/>
                  </a:lnTo>
                  <a:lnTo>
                    <a:pt x="24281" y="3986"/>
                  </a:lnTo>
                  <a:lnTo>
                    <a:pt x="25804" y="3905"/>
                  </a:lnTo>
                  <a:lnTo>
                    <a:pt x="27246" y="3796"/>
                  </a:lnTo>
                  <a:lnTo>
                    <a:pt x="28593" y="3673"/>
                  </a:lnTo>
                  <a:lnTo>
                    <a:pt x="29831" y="3537"/>
                  </a:lnTo>
                  <a:lnTo>
                    <a:pt x="30960" y="3401"/>
                  </a:lnTo>
                  <a:lnTo>
                    <a:pt x="31966" y="3238"/>
                  </a:lnTo>
                  <a:lnTo>
                    <a:pt x="32429" y="3156"/>
                  </a:lnTo>
                  <a:lnTo>
                    <a:pt x="32851" y="3061"/>
                  </a:lnTo>
                  <a:lnTo>
                    <a:pt x="33231" y="2980"/>
                  </a:lnTo>
                  <a:lnTo>
                    <a:pt x="33585" y="2884"/>
                  </a:lnTo>
                  <a:lnTo>
                    <a:pt x="33898" y="2789"/>
                  </a:lnTo>
                  <a:lnTo>
                    <a:pt x="34170" y="2694"/>
                  </a:lnTo>
                  <a:lnTo>
                    <a:pt x="34401" y="2599"/>
                  </a:lnTo>
                  <a:lnTo>
                    <a:pt x="34605" y="2490"/>
                  </a:lnTo>
                  <a:lnTo>
                    <a:pt x="34755" y="2395"/>
                  </a:lnTo>
                  <a:lnTo>
                    <a:pt x="34864" y="2286"/>
                  </a:lnTo>
                  <a:lnTo>
                    <a:pt x="34905" y="2232"/>
                  </a:lnTo>
                  <a:lnTo>
                    <a:pt x="34932" y="2177"/>
                  </a:lnTo>
                  <a:lnTo>
                    <a:pt x="34945" y="2123"/>
                  </a:lnTo>
                  <a:lnTo>
                    <a:pt x="34959" y="2082"/>
                  </a:lnTo>
                  <a:lnTo>
                    <a:pt x="34945" y="2027"/>
                  </a:lnTo>
                  <a:lnTo>
                    <a:pt x="34932" y="1973"/>
                  </a:lnTo>
                  <a:lnTo>
                    <a:pt x="34905" y="1919"/>
                  </a:lnTo>
                  <a:lnTo>
                    <a:pt x="34864" y="1864"/>
                  </a:lnTo>
                  <a:lnTo>
                    <a:pt x="34755" y="1755"/>
                  </a:lnTo>
                  <a:lnTo>
                    <a:pt x="34605" y="1660"/>
                  </a:lnTo>
                  <a:lnTo>
                    <a:pt x="34401" y="1551"/>
                  </a:lnTo>
                  <a:lnTo>
                    <a:pt x="34170" y="1456"/>
                  </a:lnTo>
                  <a:lnTo>
                    <a:pt x="33898" y="1361"/>
                  </a:lnTo>
                  <a:lnTo>
                    <a:pt x="33585" y="1266"/>
                  </a:lnTo>
                  <a:lnTo>
                    <a:pt x="33231" y="1171"/>
                  </a:lnTo>
                  <a:lnTo>
                    <a:pt x="32851" y="1089"/>
                  </a:lnTo>
                  <a:lnTo>
                    <a:pt x="32429" y="994"/>
                  </a:lnTo>
                  <a:lnTo>
                    <a:pt x="31966" y="912"/>
                  </a:lnTo>
                  <a:lnTo>
                    <a:pt x="30960" y="762"/>
                  </a:lnTo>
                  <a:lnTo>
                    <a:pt x="29831" y="613"/>
                  </a:lnTo>
                  <a:lnTo>
                    <a:pt x="28593" y="477"/>
                  </a:lnTo>
                  <a:lnTo>
                    <a:pt x="27246" y="354"/>
                  </a:lnTo>
                  <a:lnTo>
                    <a:pt x="25804" y="246"/>
                  </a:lnTo>
                  <a:lnTo>
                    <a:pt x="24281" y="164"/>
                  </a:lnTo>
                  <a:lnTo>
                    <a:pt x="22676" y="96"/>
                  </a:lnTo>
                  <a:lnTo>
                    <a:pt x="21003" y="42"/>
                  </a:lnTo>
                  <a:lnTo>
                    <a:pt x="19262" y="14"/>
                  </a:lnTo>
                  <a:lnTo>
                    <a:pt x="17480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3" name="Google Shape;1233;p29"/>
            <p:cNvSpPr/>
            <p:nvPr/>
          </p:nvSpPr>
          <p:spPr>
            <a:xfrm>
              <a:off x="3168638" y="3276730"/>
              <a:ext cx="788491" cy="663944"/>
            </a:xfrm>
            <a:custGeom>
              <a:avLst/>
              <a:gdLst/>
              <a:ahLst/>
              <a:cxnLst/>
              <a:rect l="l" t="t" r="r" b="b"/>
              <a:pathLst>
                <a:path w="22310" h="18786" extrusionOk="0">
                  <a:moveTo>
                    <a:pt x="5864" y="0"/>
                  </a:moveTo>
                  <a:lnTo>
                    <a:pt x="5782" y="14"/>
                  </a:lnTo>
                  <a:lnTo>
                    <a:pt x="5700" y="41"/>
                  </a:lnTo>
                  <a:lnTo>
                    <a:pt x="5619" y="82"/>
                  </a:lnTo>
                  <a:lnTo>
                    <a:pt x="5551" y="136"/>
                  </a:lnTo>
                  <a:lnTo>
                    <a:pt x="5496" y="191"/>
                  </a:lnTo>
                  <a:lnTo>
                    <a:pt x="5456" y="272"/>
                  </a:lnTo>
                  <a:lnTo>
                    <a:pt x="5428" y="354"/>
                  </a:lnTo>
                  <a:lnTo>
                    <a:pt x="5428" y="449"/>
                  </a:lnTo>
                  <a:lnTo>
                    <a:pt x="5428" y="17901"/>
                  </a:lnTo>
                  <a:lnTo>
                    <a:pt x="450" y="17901"/>
                  </a:lnTo>
                  <a:lnTo>
                    <a:pt x="355" y="17915"/>
                  </a:lnTo>
                  <a:lnTo>
                    <a:pt x="273" y="17928"/>
                  </a:lnTo>
                  <a:lnTo>
                    <a:pt x="191" y="17969"/>
                  </a:lnTo>
                  <a:lnTo>
                    <a:pt x="137" y="18024"/>
                  </a:lnTo>
                  <a:lnTo>
                    <a:pt x="83" y="18092"/>
                  </a:lnTo>
                  <a:lnTo>
                    <a:pt x="42" y="18173"/>
                  </a:lnTo>
                  <a:lnTo>
                    <a:pt x="15" y="18255"/>
                  </a:lnTo>
                  <a:lnTo>
                    <a:pt x="1" y="18336"/>
                  </a:lnTo>
                  <a:lnTo>
                    <a:pt x="15" y="18432"/>
                  </a:lnTo>
                  <a:lnTo>
                    <a:pt x="42" y="18513"/>
                  </a:lnTo>
                  <a:lnTo>
                    <a:pt x="83" y="18595"/>
                  </a:lnTo>
                  <a:lnTo>
                    <a:pt x="137" y="18649"/>
                  </a:lnTo>
                  <a:lnTo>
                    <a:pt x="191" y="18704"/>
                  </a:lnTo>
                  <a:lnTo>
                    <a:pt x="273" y="18744"/>
                  </a:lnTo>
                  <a:lnTo>
                    <a:pt x="355" y="18772"/>
                  </a:lnTo>
                  <a:lnTo>
                    <a:pt x="450" y="18785"/>
                  </a:lnTo>
                  <a:lnTo>
                    <a:pt x="5864" y="18785"/>
                  </a:lnTo>
                  <a:lnTo>
                    <a:pt x="5959" y="18772"/>
                  </a:lnTo>
                  <a:lnTo>
                    <a:pt x="6041" y="18744"/>
                  </a:lnTo>
                  <a:lnTo>
                    <a:pt x="6109" y="18704"/>
                  </a:lnTo>
                  <a:lnTo>
                    <a:pt x="6177" y="18649"/>
                  </a:lnTo>
                  <a:lnTo>
                    <a:pt x="6231" y="18595"/>
                  </a:lnTo>
                  <a:lnTo>
                    <a:pt x="6272" y="18513"/>
                  </a:lnTo>
                  <a:lnTo>
                    <a:pt x="6299" y="18432"/>
                  </a:lnTo>
                  <a:lnTo>
                    <a:pt x="6313" y="18336"/>
                  </a:lnTo>
                  <a:lnTo>
                    <a:pt x="6313" y="884"/>
                  </a:lnTo>
                  <a:lnTo>
                    <a:pt x="21425" y="884"/>
                  </a:lnTo>
                  <a:lnTo>
                    <a:pt x="21425" y="4217"/>
                  </a:lnTo>
                  <a:lnTo>
                    <a:pt x="21439" y="4312"/>
                  </a:lnTo>
                  <a:lnTo>
                    <a:pt x="21466" y="4394"/>
                  </a:lnTo>
                  <a:lnTo>
                    <a:pt x="21507" y="4462"/>
                  </a:lnTo>
                  <a:lnTo>
                    <a:pt x="21561" y="4530"/>
                  </a:lnTo>
                  <a:lnTo>
                    <a:pt x="21616" y="4584"/>
                  </a:lnTo>
                  <a:lnTo>
                    <a:pt x="21697" y="4625"/>
                  </a:lnTo>
                  <a:lnTo>
                    <a:pt x="21779" y="4652"/>
                  </a:lnTo>
                  <a:lnTo>
                    <a:pt x="21874" y="4666"/>
                  </a:lnTo>
                  <a:lnTo>
                    <a:pt x="21956" y="4652"/>
                  </a:lnTo>
                  <a:lnTo>
                    <a:pt x="22037" y="4625"/>
                  </a:lnTo>
                  <a:lnTo>
                    <a:pt x="22119" y="4584"/>
                  </a:lnTo>
                  <a:lnTo>
                    <a:pt x="22187" y="4530"/>
                  </a:lnTo>
                  <a:lnTo>
                    <a:pt x="22241" y="4462"/>
                  </a:lnTo>
                  <a:lnTo>
                    <a:pt x="22282" y="4394"/>
                  </a:lnTo>
                  <a:lnTo>
                    <a:pt x="22296" y="4312"/>
                  </a:lnTo>
                  <a:lnTo>
                    <a:pt x="22309" y="4217"/>
                  </a:lnTo>
                  <a:lnTo>
                    <a:pt x="22309" y="449"/>
                  </a:lnTo>
                  <a:lnTo>
                    <a:pt x="22296" y="354"/>
                  </a:lnTo>
                  <a:lnTo>
                    <a:pt x="22282" y="272"/>
                  </a:lnTo>
                  <a:lnTo>
                    <a:pt x="22241" y="191"/>
                  </a:lnTo>
                  <a:lnTo>
                    <a:pt x="22187" y="136"/>
                  </a:lnTo>
                  <a:lnTo>
                    <a:pt x="22119" y="82"/>
                  </a:lnTo>
                  <a:lnTo>
                    <a:pt x="22037" y="41"/>
                  </a:lnTo>
                  <a:lnTo>
                    <a:pt x="21956" y="14"/>
                  </a:lnTo>
                  <a:lnTo>
                    <a:pt x="218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4" name="Google Shape;1234;p29"/>
            <p:cNvSpPr/>
            <p:nvPr/>
          </p:nvSpPr>
          <p:spPr>
            <a:xfrm>
              <a:off x="3082119" y="3865649"/>
              <a:ext cx="118786" cy="118291"/>
            </a:xfrm>
            <a:custGeom>
              <a:avLst/>
              <a:gdLst/>
              <a:ahLst/>
              <a:cxnLst/>
              <a:rect l="l" t="t" r="r" b="b"/>
              <a:pathLst>
                <a:path w="3361" h="3347" extrusionOk="0">
                  <a:moveTo>
                    <a:pt x="1" y="0"/>
                  </a:moveTo>
                  <a:lnTo>
                    <a:pt x="1" y="3346"/>
                  </a:lnTo>
                  <a:lnTo>
                    <a:pt x="1905" y="3346"/>
                  </a:lnTo>
                  <a:lnTo>
                    <a:pt x="2055" y="3319"/>
                  </a:lnTo>
                  <a:lnTo>
                    <a:pt x="2218" y="3278"/>
                  </a:lnTo>
                  <a:lnTo>
                    <a:pt x="2367" y="3224"/>
                  </a:lnTo>
                  <a:lnTo>
                    <a:pt x="2503" y="3156"/>
                  </a:lnTo>
                  <a:lnTo>
                    <a:pt x="2639" y="3074"/>
                  </a:lnTo>
                  <a:lnTo>
                    <a:pt x="2762" y="2979"/>
                  </a:lnTo>
                  <a:lnTo>
                    <a:pt x="2884" y="2884"/>
                  </a:lnTo>
                  <a:lnTo>
                    <a:pt x="2979" y="2762"/>
                  </a:lnTo>
                  <a:lnTo>
                    <a:pt x="3075" y="2639"/>
                  </a:lnTo>
                  <a:lnTo>
                    <a:pt x="3156" y="2503"/>
                  </a:lnTo>
                  <a:lnTo>
                    <a:pt x="3224" y="2367"/>
                  </a:lnTo>
                  <a:lnTo>
                    <a:pt x="3279" y="2217"/>
                  </a:lnTo>
                  <a:lnTo>
                    <a:pt x="3320" y="2054"/>
                  </a:lnTo>
                  <a:lnTo>
                    <a:pt x="3347" y="1905"/>
                  </a:lnTo>
                  <a:lnTo>
                    <a:pt x="3360" y="1728"/>
                  </a:lnTo>
                  <a:lnTo>
                    <a:pt x="3360" y="1619"/>
                  </a:lnTo>
                  <a:lnTo>
                    <a:pt x="3347" y="1456"/>
                  </a:lnTo>
                  <a:lnTo>
                    <a:pt x="3320" y="1293"/>
                  </a:lnTo>
                  <a:lnTo>
                    <a:pt x="3279" y="1143"/>
                  </a:lnTo>
                  <a:lnTo>
                    <a:pt x="3224" y="993"/>
                  </a:lnTo>
                  <a:lnTo>
                    <a:pt x="3156" y="857"/>
                  </a:lnTo>
                  <a:lnTo>
                    <a:pt x="3075" y="721"/>
                  </a:lnTo>
                  <a:lnTo>
                    <a:pt x="2979" y="599"/>
                  </a:lnTo>
                  <a:lnTo>
                    <a:pt x="2884" y="476"/>
                  </a:lnTo>
                  <a:lnTo>
                    <a:pt x="2762" y="368"/>
                  </a:lnTo>
                  <a:lnTo>
                    <a:pt x="2639" y="286"/>
                  </a:lnTo>
                  <a:lnTo>
                    <a:pt x="2503" y="204"/>
                  </a:lnTo>
                  <a:lnTo>
                    <a:pt x="2367" y="136"/>
                  </a:lnTo>
                  <a:lnTo>
                    <a:pt x="2218" y="82"/>
                  </a:lnTo>
                  <a:lnTo>
                    <a:pt x="2055" y="41"/>
                  </a:lnTo>
                  <a:lnTo>
                    <a:pt x="1905" y="14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5" name="Google Shape;1235;p29"/>
            <p:cNvSpPr/>
            <p:nvPr/>
          </p:nvSpPr>
          <p:spPr>
            <a:xfrm>
              <a:off x="3586922" y="3474297"/>
              <a:ext cx="709147" cy="1161036"/>
            </a:xfrm>
            <a:custGeom>
              <a:avLst/>
              <a:gdLst/>
              <a:ahLst/>
              <a:cxnLst/>
              <a:rect l="l" t="t" r="r" b="b"/>
              <a:pathLst>
                <a:path w="20065" h="32851" extrusionOk="0">
                  <a:moveTo>
                    <a:pt x="1211" y="1"/>
                  </a:moveTo>
                  <a:lnTo>
                    <a:pt x="1034" y="14"/>
                  </a:lnTo>
                  <a:lnTo>
                    <a:pt x="871" y="55"/>
                  </a:lnTo>
                  <a:lnTo>
                    <a:pt x="708" y="110"/>
                  </a:lnTo>
                  <a:lnTo>
                    <a:pt x="572" y="191"/>
                  </a:lnTo>
                  <a:lnTo>
                    <a:pt x="449" y="286"/>
                  </a:lnTo>
                  <a:lnTo>
                    <a:pt x="340" y="382"/>
                  </a:lnTo>
                  <a:lnTo>
                    <a:pt x="245" y="490"/>
                  </a:lnTo>
                  <a:lnTo>
                    <a:pt x="163" y="627"/>
                  </a:lnTo>
                  <a:lnTo>
                    <a:pt x="95" y="763"/>
                  </a:lnTo>
                  <a:lnTo>
                    <a:pt x="41" y="899"/>
                  </a:lnTo>
                  <a:lnTo>
                    <a:pt x="14" y="1062"/>
                  </a:lnTo>
                  <a:lnTo>
                    <a:pt x="0" y="1211"/>
                  </a:lnTo>
                  <a:lnTo>
                    <a:pt x="0" y="31640"/>
                  </a:lnTo>
                  <a:lnTo>
                    <a:pt x="14" y="31763"/>
                  </a:lnTo>
                  <a:lnTo>
                    <a:pt x="27" y="31885"/>
                  </a:lnTo>
                  <a:lnTo>
                    <a:pt x="55" y="32008"/>
                  </a:lnTo>
                  <a:lnTo>
                    <a:pt x="95" y="32116"/>
                  </a:lnTo>
                  <a:lnTo>
                    <a:pt x="150" y="32225"/>
                  </a:lnTo>
                  <a:lnTo>
                    <a:pt x="218" y="32320"/>
                  </a:lnTo>
                  <a:lnTo>
                    <a:pt x="286" y="32416"/>
                  </a:lnTo>
                  <a:lnTo>
                    <a:pt x="354" y="32497"/>
                  </a:lnTo>
                  <a:lnTo>
                    <a:pt x="449" y="32579"/>
                  </a:lnTo>
                  <a:lnTo>
                    <a:pt x="544" y="32647"/>
                  </a:lnTo>
                  <a:lnTo>
                    <a:pt x="640" y="32701"/>
                  </a:lnTo>
                  <a:lnTo>
                    <a:pt x="748" y="32756"/>
                  </a:lnTo>
                  <a:lnTo>
                    <a:pt x="857" y="32796"/>
                  </a:lnTo>
                  <a:lnTo>
                    <a:pt x="966" y="32824"/>
                  </a:lnTo>
                  <a:lnTo>
                    <a:pt x="1088" y="32851"/>
                  </a:lnTo>
                  <a:lnTo>
                    <a:pt x="18976" y="32851"/>
                  </a:lnTo>
                  <a:lnTo>
                    <a:pt x="19098" y="32824"/>
                  </a:lnTo>
                  <a:lnTo>
                    <a:pt x="19221" y="32796"/>
                  </a:lnTo>
                  <a:lnTo>
                    <a:pt x="19330" y="32756"/>
                  </a:lnTo>
                  <a:lnTo>
                    <a:pt x="19438" y="32701"/>
                  </a:lnTo>
                  <a:lnTo>
                    <a:pt x="19534" y="32647"/>
                  </a:lnTo>
                  <a:lnTo>
                    <a:pt x="19629" y="32579"/>
                  </a:lnTo>
                  <a:lnTo>
                    <a:pt x="19710" y="32497"/>
                  </a:lnTo>
                  <a:lnTo>
                    <a:pt x="19792" y="32402"/>
                  </a:lnTo>
                  <a:lnTo>
                    <a:pt x="19860" y="32320"/>
                  </a:lnTo>
                  <a:lnTo>
                    <a:pt x="19914" y="32212"/>
                  </a:lnTo>
                  <a:lnTo>
                    <a:pt x="19969" y="32116"/>
                  </a:lnTo>
                  <a:lnTo>
                    <a:pt x="20010" y="32008"/>
                  </a:lnTo>
                  <a:lnTo>
                    <a:pt x="20037" y="31885"/>
                  </a:lnTo>
                  <a:lnTo>
                    <a:pt x="20051" y="31763"/>
                  </a:lnTo>
                  <a:lnTo>
                    <a:pt x="20064" y="31640"/>
                  </a:lnTo>
                  <a:lnTo>
                    <a:pt x="20064" y="1211"/>
                  </a:lnTo>
                  <a:lnTo>
                    <a:pt x="20051" y="1089"/>
                  </a:lnTo>
                  <a:lnTo>
                    <a:pt x="20037" y="967"/>
                  </a:lnTo>
                  <a:lnTo>
                    <a:pt x="20010" y="858"/>
                  </a:lnTo>
                  <a:lnTo>
                    <a:pt x="19969" y="749"/>
                  </a:lnTo>
                  <a:lnTo>
                    <a:pt x="19914" y="640"/>
                  </a:lnTo>
                  <a:lnTo>
                    <a:pt x="19860" y="531"/>
                  </a:lnTo>
                  <a:lnTo>
                    <a:pt x="19792" y="450"/>
                  </a:lnTo>
                  <a:lnTo>
                    <a:pt x="19710" y="354"/>
                  </a:lnTo>
                  <a:lnTo>
                    <a:pt x="19615" y="286"/>
                  </a:lnTo>
                  <a:lnTo>
                    <a:pt x="19534" y="205"/>
                  </a:lnTo>
                  <a:lnTo>
                    <a:pt x="19425" y="150"/>
                  </a:lnTo>
                  <a:lnTo>
                    <a:pt x="19330" y="96"/>
                  </a:lnTo>
                  <a:lnTo>
                    <a:pt x="19207" y="55"/>
                  </a:lnTo>
                  <a:lnTo>
                    <a:pt x="19098" y="28"/>
                  </a:lnTo>
                  <a:lnTo>
                    <a:pt x="18976" y="14"/>
                  </a:lnTo>
                  <a:lnTo>
                    <a:pt x="188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6" name="Google Shape;1236;p29"/>
            <p:cNvSpPr/>
            <p:nvPr/>
          </p:nvSpPr>
          <p:spPr>
            <a:xfrm>
              <a:off x="3751797" y="3622843"/>
              <a:ext cx="475039" cy="59199"/>
            </a:xfrm>
            <a:custGeom>
              <a:avLst/>
              <a:gdLst/>
              <a:ahLst/>
              <a:cxnLst/>
              <a:rect l="l" t="t" r="r" b="b"/>
              <a:pathLst>
                <a:path w="13441" h="1675" extrusionOk="0">
                  <a:moveTo>
                    <a:pt x="749" y="1"/>
                  </a:moveTo>
                  <a:lnTo>
                    <a:pt x="667" y="15"/>
                  </a:lnTo>
                  <a:lnTo>
                    <a:pt x="586" y="42"/>
                  </a:lnTo>
                  <a:lnTo>
                    <a:pt x="518" y="69"/>
                  </a:lnTo>
                  <a:lnTo>
                    <a:pt x="368" y="151"/>
                  </a:lnTo>
                  <a:lnTo>
                    <a:pt x="246" y="246"/>
                  </a:lnTo>
                  <a:lnTo>
                    <a:pt x="151" y="368"/>
                  </a:lnTo>
                  <a:lnTo>
                    <a:pt x="69" y="504"/>
                  </a:lnTo>
                  <a:lnTo>
                    <a:pt x="42" y="586"/>
                  </a:lnTo>
                  <a:lnTo>
                    <a:pt x="15" y="668"/>
                  </a:lnTo>
                  <a:lnTo>
                    <a:pt x="1" y="749"/>
                  </a:lnTo>
                  <a:lnTo>
                    <a:pt x="1" y="831"/>
                  </a:lnTo>
                  <a:lnTo>
                    <a:pt x="1" y="926"/>
                  </a:lnTo>
                  <a:lnTo>
                    <a:pt x="15" y="1008"/>
                  </a:lnTo>
                  <a:lnTo>
                    <a:pt x="42" y="1089"/>
                  </a:lnTo>
                  <a:lnTo>
                    <a:pt x="69" y="1157"/>
                  </a:lnTo>
                  <a:lnTo>
                    <a:pt x="151" y="1307"/>
                  </a:lnTo>
                  <a:lnTo>
                    <a:pt x="246" y="1429"/>
                  </a:lnTo>
                  <a:lnTo>
                    <a:pt x="368" y="1524"/>
                  </a:lnTo>
                  <a:lnTo>
                    <a:pt x="518" y="1606"/>
                  </a:lnTo>
                  <a:lnTo>
                    <a:pt x="586" y="1633"/>
                  </a:lnTo>
                  <a:lnTo>
                    <a:pt x="667" y="1647"/>
                  </a:lnTo>
                  <a:lnTo>
                    <a:pt x="749" y="1660"/>
                  </a:lnTo>
                  <a:lnTo>
                    <a:pt x="831" y="1674"/>
                  </a:lnTo>
                  <a:lnTo>
                    <a:pt x="12611" y="1674"/>
                  </a:lnTo>
                  <a:lnTo>
                    <a:pt x="12692" y="1660"/>
                  </a:lnTo>
                  <a:lnTo>
                    <a:pt x="12774" y="1647"/>
                  </a:lnTo>
                  <a:lnTo>
                    <a:pt x="12855" y="1633"/>
                  </a:lnTo>
                  <a:lnTo>
                    <a:pt x="12937" y="1606"/>
                  </a:lnTo>
                  <a:lnTo>
                    <a:pt x="13073" y="1524"/>
                  </a:lnTo>
                  <a:lnTo>
                    <a:pt x="13195" y="1429"/>
                  </a:lnTo>
                  <a:lnTo>
                    <a:pt x="13304" y="1307"/>
                  </a:lnTo>
                  <a:lnTo>
                    <a:pt x="13386" y="1157"/>
                  </a:lnTo>
                  <a:lnTo>
                    <a:pt x="13413" y="1089"/>
                  </a:lnTo>
                  <a:lnTo>
                    <a:pt x="13427" y="1008"/>
                  </a:lnTo>
                  <a:lnTo>
                    <a:pt x="13440" y="926"/>
                  </a:lnTo>
                  <a:lnTo>
                    <a:pt x="13440" y="831"/>
                  </a:lnTo>
                  <a:lnTo>
                    <a:pt x="13440" y="749"/>
                  </a:lnTo>
                  <a:lnTo>
                    <a:pt x="13427" y="668"/>
                  </a:lnTo>
                  <a:lnTo>
                    <a:pt x="13413" y="586"/>
                  </a:lnTo>
                  <a:lnTo>
                    <a:pt x="13386" y="504"/>
                  </a:lnTo>
                  <a:lnTo>
                    <a:pt x="13304" y="368"/>
                  </a:lnTo>
                  <a:lnTo>
                    <a:pt x="13195" y="246"/>
                  </a:lnTo>
                  <a:lnTo>
                    <a:pt x="13073" y="151"/>
                  </a:lnTo>
                  <a:lnTo>
                    <a:pt x="12937" y="69"/>
                  </a:lnTo>
                  <a:lnTo>
                    <a:pt x="12855" y="42"/>
                  </a:lnTo>
                  <a:lnTo>
                    <a:pt x="12774" y="15"/>
                  </a:lnTo>
                  <a:lnTo>
                    <a:pt x="12692" y="1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7" name="Google Shape;1237;p29"/>
            <p:cNvSpPr/>
            <p:nvPr/>
          </p:nvSpPr>
          <p:spPr>
            <a:xfrm>
              <a:off x="3751797" y="3757005"/>
              <a:ext cx="475039" cy="59163"/>
            </a:xfrm>
            <a:custGeom>
              <a:avLst/>
              <a:gdLst/>
              <a:ahLst/>
              <a:cxnLst/>
              <a:rect l="l" t="t" r="r" b="b"/>
              <a:pathLst>
                <a:path w="13441" h="1674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8"/>
                  </a:lnTo>
                  <a:lnTo>
                    <a:pt x="69" y="1156"/>
                  </a:lnTo>
                  <a:lnTo>
                    <a:pt x="151" y="1306"/>
                  </a:lnTo>
                  <a:lnTo>
                    <a:pt x="246" y="1428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2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831" y="1673"/>
                  </a:lnTo>
                  <a:lnTo>
                    <a:pt x="12611" y="1673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32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28"/>
                  </a:lnTo>
                  <a:lnTo>
                    <a:pt x="13304" y="1306"/>
                  </a:lnTo>
                  <a:lnTo>
                    <a:pt x="13386" y="1156"/>
                  </a:lnTo>
                  <a:lnTo>
                    <a:pt x="13413" y="1088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8" name="Google Shape;1238;p29"/>
            <p:cNvSpPr/>
            <p:nvPr/>
          </p:nvSpPr>
          <p:spPr>
            <a:xfrm>
              <a:off x="3751797" y="3891131"/>
              <a:ext cx="475039" cy="59163"/>
            </a:xfrm>
            <a:custGeom>
              <a:avLst/>
              <a:gdLst/>
              <a:ahLst/>
              <a:cxnLst/>
              <a:rect l="l" t="t" r="r" b="b"/>
              <a:pathLst>
                <a:path w="13441" h="1674" extrusionOk="0">
                  <a:moveTo>
                    <a:pt x="831" y="0"/>
                  </a:moveTo>
                  <a:lnTo>
                    <a:pt x="749" y="14"/>
                  </a:lnTo>
                  <a:lnTo>
                    <a:pt x="667" y="27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44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8"/>
                  </a:lnTo>
                  <a:lnTo>
                    <a:pt x="69" y="1156"/>
                  </a:lnTo>
                  <a:lnTo>
                    <a:pt x="151" y="1306"/>
                  </a:lnTo>
                  <a:lnTo>
                    <a:pt x="246" y="1428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2"/>
                  </a:lnTo>
                  <a:lnTo>
                    <a:pt x="667" y="1660"/>
                  </a:lnTo>
                  <a:lnTo>
                    <a:pt x="749" y="1673"/>
                  </a:lnTo>
                  <a:lnTo>
                    <a:pt x="12692" y="1673"/>
                  </a:lnTo>
                  <a:lnTo>
                    <a:pt x="12774" y="1660"/>
                  </a:lnTo>
                  <a:lnTo>
                    <a:pt x="12855" y="1632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28"/>
                  </a:lnTo>
                  <a:lnTo>
                    <a:pt x="13304" y="1306"/>
                  </a:lnTo>
                  <a:lnTo>
                    <a:pt x="13386" y="1156"/>
                  </a:lnTo>
                  <a:lnTo>
                    <a:pt x="13413" y="1088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44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27"/>
                  </a:lnTo>
                  <a:lnTo>
                    <a:pt x="12692" y="14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9" name="Google Shape;1239;p29"/>
            <p:cNvSpPr/>
            <p:nvPr/>
          </p:nvSpPr>
          <p:spPr>
            <a:xfrm>
              <a:off x="3751797" y="4025258"/>
              <a:ext cx="475039" cy="59163"/>
            </a:xfrm>
            <a:custGeom>
              <a:avLst/>
              <a:gdLst/>
              <a:ahLst/>
              <a:cxnLst/>
              <a:rect l="l" t="t" r="r" b="b"/>
              <a:pathLst>
                <a:path w="13441" h="1674" extrusionOk="0">
                  <a:moveTo>
                    <a:pt x="831" y="0"/>
                  </a:moveTo>
                  <a:lnTo>
                    <a:pt x="749" y="14"/>
                  </a:lnTo>
                  <a:lnTo>
                    <a:pt x="667" y="28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8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44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9"/>
                  </a:lnTo>
                  <a:lnTo>
                    <a:pt x="69" y="1170"/>
                  </a:lnTo>
                  <a:lnTo>
                    <a:pt x="151" y="1306"/>
                  </a:lnTo>
                  <a:lnTo>
                    <a:pt x="246" y="1429"/>
                  </a:lnTo>
                  <a:lnTo>
                    <a:pt x="368" y="1537"/>
                  </a:lnTo>
                  <a:lnTo>
                    <a:pt x="518" y="1605"/>
                  </a:lnTo>
                  <a:lnTo>
                    <a:pt x="586" y="1633"/>
                  </a:lnTo>
                  <a:lnTo>
                    <a:pt x="667" y="1660"/>
                  </a:lnTo>
                  <a:lnTo>
                    <a:pt x="749" y="1673"/>
                  </a:lnTo>
                  <a:lnTo>
                    <a:pt x="12692" y="1673"/>
                  </a:lnTo>
                  <a:lnTo>
                    <a:pt x="12774" y="1660"/>
                  </a:lnTo>
                  <a:lnTo>
                    <a:pt x="12855" y="1633"/>
                  </a:lnTo>
                  <a:lnTo>
                    <a:pt x="12937" y="1605"/>
                  </a:lnTo>
                  <a:lnTo>
                    <a:pt x="13073" y="1537"/>
                  </a:lnTo>
                  <a:lnTo>
                    <a:pt x="13195" y="1429"/>
                  </a:lnTo>
                  <a:lnTo>
                    <a:pt x="13304" y="1306"/>
                  </a:lnTo>
                  <a:lnTo>
                    <a:pt x="13386" y="1170"/>
                  </a:lnTo>
                  <a:lnTo>
                    <a:pt x="13413" y="1089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44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8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28"/>
                  </a:lnTo>
                  <a:lnTo>
                    <a:pt x="12692" y="14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0" name="Google Shape;1240;p29"/>
            <p:cNvSpPr/>
            <p:nvPr/>
          </p:nvSpPr>
          <p:spPr>
            <a:xfrm>
              <a:off x="3751797" y="4159879"/>
              <a:ext cx="475039" cy="58669"/>
            </a:xfrm>
            <a:custGeom>
              <a:avLst/>
              <a:gdLst/>
              <a:ahLst/>
              <a:cxnLst/>
              <a:rect l="l" t="t" r="r" b="b"/>
              <a:pathLst>
                <a:path w="13441" h="1660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27"/>
                  </a:lnTo>
                  <a:lnTo>
                    <a:pt x="518" y="54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3"/>
                  </a:lnTo>
                  <a:lnTo>
                    <a:pt x="42" y="585"/>
                  </a:lnTo>
                  <a:lnTo>
                    <a:pt x="15" y="653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1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3"/>
                  </a:lnTo>
                  <a:lnTo>
                    <a:pt x="518" y="1592"/>
                  </a:lnTo>
                  <a:lnTo>
                    <a:pt x="586" y="1619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19"/>
                  </a:lnTo>
                  <a:lnTo>
                    <a:pt x="12937" y="1592"/>
                  </a:lnTo>
                  <a:lnTo>
                    <a:pt x="13073" y="1523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1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53"/>
                  </a:lnTo>
                  <a:lnTo>
                    <a:pt x="13413" y="585"/>
                  </a:lnTo>
                  <a:lnTo>
                    <a:pt x="13386" y="503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54"/>
                  </a:lnTo>
                  <a:lnTo>
                    <a:pt x="12855" y="27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1" name="Google Shape;1241;p29"/>
            <p:cNvSpPr/>
            <p:nvPr/>
          </p:nvSpPr>
          <p:spPr>
            <a:xfrm>
              <a:off x="3751797" y="4294005"/>
              <a:ext cx="475039" cy="58669"/>
            </a:xfrm>
            <a:custGeom>
              <a:avLst/>
              <a:gdLst/>
              <a:ahLst/>
              <a:cxnLst/>
              <a:rect l="l" t="t" r="r" b="b"/>
              <a:pathLst>
                <a:path w="13441" h="1660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27"/>
                  </a:lnTo>
                  <a:lnTo>
                    <a:pt x="518" y="68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3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1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4"/>
                  </a:lnTo>
                  <a:lnTo>
                    <a:pt x="518" y="1592"/>
                  </a:lnTo>
                  <a:lnTo>
                    <a:pt x="586" y="1619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19"/>
                  </a:lnTo>
                  <a:lnTo>
                    <a:pt x="12937" y="1592"/>
                  </a:lnTo>
                  <a:lnTo>
                    <a:pt x="13073" y="1524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1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03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68"/>
                  </a:lnTo>
                  <a:lnTo>
                    <a:pt x="12855" y="27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2" name="Google Shape;1242;p29"/>
            <p:cNvSpPr/>
            <p:nvPr/>
          </p:nvSpPr>
          <p:spPr>
            <a:xfrm>
              <a:off x="3751797" y="4428132"/>
              <a:ext cx="475039" cy="58669"/>
            </a:xfrm>
            <a:custGeom>
              <a:avLst/>
              <a:gdLst/>
              <a:ahLst/>
              <a:cxnLst/>
              <a:rect l="l" t="t" r="r" b="b"/>
              <a:pathLst>
                <a:path w="13441" h="1660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4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2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3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33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2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04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3" name="Google Shape;1243;p29"/>
            <p:cNvSpPr/>
            <p:nvPr/>
          </p:nvSpPr>
          <p:spPr>
            <a:xfrm>
              <a:off x="3667681" y="3622843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1"/>
                  </a:moveTo>
                  <a:lnTo>
                    <a:pt x="286" y="15"/>
                  </a:lnTo>
                  <a:lnTo>
                    <a:pt x="218" y="28"/>
                  </a:lnTo>
                  <a:lnTo>
                    <a:pt x="164" y="69"/>
                  </a:lnTo>
                  <a:lnTo>
                    <a:pt x="109" y="110"/>
                  </a:lnTo>
                  <a:lnTo>
                    <a:pt x="69" y="164"/>
                  </a:lnTo>
                  <a:lnTo>
                    <a:pt x="28" y="219"/>
                  </a:lnTo>
                  <a:lnTo>
                    <a:pt x="14" y="287"/>
                  </a:lnTo>
                  <a:lnTo>
                    <a:pt x="1" y="355"/>
                  </a:lnTo>
                  <a:lnTo>
                    <a:pt x="14" y="436"/>
                  </a:lnTo>
                  <a:lnTo>
                    <a:pt x="28" y="491"/>
                  </a:lnTo>
                  <a:lnTo>
                    <a:pt x="69" y="559"/>
                  </a:lnTo>
                  <a:lnTo>
                    <a:pt x="109" y="613"/>
                  </a:lnTo>
                  <a:lnTo>
                    <a:pt x="164" y="654"/>
                  </a:lnTo>
                  <a:lnTo>
                    <a:pt x="218" y="681"/>
                  </a:lnTo>
                  <a:lnTo>
                    <a:pt x="286" y="708"/>
                  </a:lnTo>
                  <a:lnTo>
                    <a:pt x="354" y="722"/>
                  </a:lnTo>
                  <a:lnTo>
                    <a:pt x="436" y="708"/>
                  </a:lnTo>
                  <a:lnTo>
                    <a:pt x="504" y="681"/>
                  </a:lnTo>
                  <a:lnTo>
                    <a:pt x="558" y="654"/>
                  </a:lnTo>
                  <a:lnTo>
                    <a:pt x="613" y="613"/>
                  </a:lnTo>
                  <a:lnTo>
                    <a:pt x="653" y="559"/>
                  </a:lnTo>
                  <a:lnTo>
                    <a:pt x="681" y="491"/>
                  </a:lnTo>
                  <a:lnTo>
                    <a:pt x="708" y="436"/>
                  </a:lnTo>
                  <a:lnTo>
                    <a:pt x="721" y="355"/>
                  </a:lnTo>
                  <a:lnTo>
                    <a:pt x="708" y="287"/>
                  </a:lnTo>
                  <a:lnTo>
                    <a:pt x="681" y="219"/>
                  </a:lnTo>
                  <a:lnTo>
                    <a:pt x="653" y="164"/>
                  </a:lnTo>
                  <a:lnTo>
                    <a:pt x="613" y="110"/>
                  </a:lnTo>
                  <a:lnTo>
                    <a:pt x="558" y="69"/>
                  </a:lnTo>
                  <a:lnTo>
                    <a:pt x="504" y="28"/>
                  </a:lnTo>
                  <a:lnTo>
                    <a:pt x="436" y="15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4" name="Google Shape;1244;p29"/>
            <p:cNvSpPr/>
            <p:nvPr/>
          </p:nvSpPr>
          <p:spPr>
            <a:xfrm>
              <a:off x="3667681" y="3656525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7"/>
                  </a:lnTo>
                  <a:lnTo>
                    <a:pt x="354" y="721"/>
                  </a:lnTo>
                  <a:lnTo>
                    <a:pt x="436" y="707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5" name="Google Shape;1245;p29"/>
            <p:cNvSpPr/>
            <p:nvPr/>
          </p:nvSpPr>
          <p:spPr>
            <a:xfrm>
              <a:off x="3667681" y="3757005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7"/>
                  </a:lnTo>
                  <a:lnTo>
                    <a:pt x="354" y="721"/>
                  </a:lnTo>
                  <a:lnTo>
                    <a:pt x="436" y="707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6" name="Google Shape;1246;p29"/>
            <p:cNvSpPr/>
            <p:nvPr/>
          </p:nvSpPr>
          <p:spPr>
            <a:xfrm>
              <a:off x="3667681" y="3790652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7" name="Google Shape;1247;p29"/>
            <p:cNvSpPr/>
            <p:nvPr/>
          </p:nvSpPr>
          <p:spPr>
            <a:xfrm>
              <a:off x="3667681" y="4025258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41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4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8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68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4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41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8" name="Google Shape;1248;p29"/>
            <p:cNvSpPr/>
            <p:nvPr/>
          </p:nvSpPr>
          <p:spPr>
            <a:xfrm>
              <a:off x="3667681" y="4059399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4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72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44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694"/>
                  </a:lnTo>
                  <a:lnTo>
                    <a:pt x="354" y="707"/>
                  </a:lnTo>
                  <a:lnTo>
                    <a:pt x="436" y="694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44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72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4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9" name="Google Shape;1249;p29"/>
            <p:cNvSpPr/>
            <p:nvPr/>
          </p:nvSpPr>
          <p:spPr>
            <a:xfrm>
              <a:off x="3667681" y="3891131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7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67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0" name="Google Shape;1250;p29"/>
            <p:cNvSpPr/>
            <p:nvPr/>
          </p:nvSpPr>
          <p:spPr>
            <a:xfrm>
              <a:off x="3667681" y="3924778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8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4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8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68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4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8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1" name="Google Shape;1251;p29"/>
            <p:cNvSpPr/>
            <p:nvPr/>
          </p:nvSpPr>
          <p:spPr>
            <a:xfrm>
              <a:off x="3667681" y="4159879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4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44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7"/>
                  </a:lnTo>
                  <a:lnTo>
                    <a:pt x="436" y="707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44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4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2" name="Google Shape;1252;p29"/>
            <p:cNvSpPr/>
            <p:nvPr/>
          </p:nvSpPr>
          <p:spPr>
            <a:xfrm>
              <a:off x="3667681" y="4193526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3" name="Google Shape;1253;p29"/>
            <p:cNvSpPr/>
            <p:nvPr/>
          </p:nvSpPr>
          <p:spPr>
            <a:xfrm>
              <a:off x="3667681" y="4294005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7"/>
                  </a:lnTo>
                  <a:lnTo>
                    <a:pt x="436" y="707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4" name="Google Shape;1254;p29"/>
            <p:cNvSpPr/>
            <p:nvPr/>
          </p:nvSpPr>
          <p:spPr>
            <a:xfrm>
              <a:off x="3667681" y="4327652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6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6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5" name="Google Shape;1255;p29"/>
            <p:cNvSpPr/>
            <p:nvPr/>
          </p:nvSpPr>
          <p:spPr>
            <a:xfrm>
              <a:off x="3667681" y="4428132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109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109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6" name="Google Shape;1256;p29"/>
            <p:cNvSpPr/>
            <p:nvPr/>
          </p:nvSpPr>
          <p:spPr>
            <a:xfrm>
              <a:off x="3667681" y="4461778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8"/>
                  </a:lnTo>
                  <a:lnTo>
                    <a:pt x="164" y="55"/>
                  </a:lnTo>
                  <a:lnTo>
                    <a:pt x="109" y="109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3"/>
                  </a:lnTo>
                  <a:lnTo>
                    <a:pt x="164" y="653"/>
                  </a:lnTo>
                  <a:lnTo>
                    <a:pt x="218" y="681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1"/>
                  </a:lnTo>
                  <a:lnTo>
                    <a:pt x="558" y="653"/>
                  </a:lnTo>
                  <a:lnTo>
                    <a:pt x="613" y="613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109"/>
                  </a:lnTo>
                  <a:lnTo>
                    <a:pt x="558" y="55"/>
                  </a:lnTo>
                  <a:lnTo>
                    <a:pt x="504" y="28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7" name="Google Shape;1257;p29"/>
            <p:cNvSpPr/>
            <p:nvPr/>
          </p:nvSpPr>
          <p:spPr>
            <a:xfrm>
              <a:off x="3722497" y="3425736"/>
              <a:ext cx="438459" cy="48596"/>
            </a:xfrm>
            <a:custGeom>
              <a:avLst/>
              <a:gdLst/>
              <a:ahLst/>
              <a:cxnLst/>
              <a:rect l="l" t="t" r="r" b="b"/>
              <a:pathLst>
                <a:path w="12406" h="1375" extrusionOk="0">
                  <a:moveTo>
                    <a:pt x="1374" y="1"/>
                  </a:moveTo>
                  <a:lnTo>
                    <a:pt x="1224" y="15"/>
                  </a:lnTo>
                  <a:lnTo>
                    <a:pt x="1088" y="28"/>
                  </a:lnTo>
                  <a:lnTo>
                    <a:pt x="966" y="69"/>
                  </a:lnTo>
                  <a:lnTo>
                    <a:pt x="830" y="110"/>
                  </a:lnTo>
                  <a:lnTo>
                    <a:pt x="708" y="164"/>
                  </a:lnTo>
                  <a:lnTo>
                    <a:pt x="599" y="246"/>
                  </a:lnTo>
                  <a:lnTo>
                    <a:pt x="490" y="314"/>
                  </a:lnTo>
                  <a:lnTo>
                    <a:pt x="395" y="409"/>
                  </a:lnTo>
                  <a:lnTo>
                    <a:pt x="313" y="504"/>
                  </a:lnTo>
                  <a:lnTo>
                    <a:pt x="231" y="613"/>
                  </a:lnTo>
                  <a:lnTo>
                    <a:pt x="163" y="722"/>
                  </a:lnTo>
                  <a:lnTo>
                    <a:pt x="109" y="844"/>
                  </a:lnTo>
                  <a:lnTo>
                    <a:pt x="55" y="967"/>
                  </a:lnTo>
                  <a:lnTo>
                    <a:pt x="27" y="1103"/>
                  </a:lnTo>
                  <a:lnTo>
                    <a:pt x="0" y="1239"/>
                  </a:lnTo>
                  <a:lnTo>
                    <a:pt x="0" y="1375"/>
                  </a:lnTo>
                  <a:lnTo>
                    <a:pt x="12406" y="1375"/>
                  </a:lnTo>
                  <a:lnTo>
                    <a:pt x="12392" y="1239"/>
                  </a:lnTo>
                  <a:lnTo>
                    <a:pt x="12379" y="1103"/>
                  </a:lnTo>
                  <a:lnTo>
                    <a:pt x="12338" y="967"/>
                  </a:lnTo>
                  <a:lnTo>
                    <a:pt x="12297" y="844"/>
                  </a:lnTo>
                  <a:lnTo>
                    <a:pt x="12229" y="722"/>
                  </a:lnTo>
                  <a:lnTo>
                    <a:pt x="12161" y="613"/>
                  </a:lnTo>
                  <a:lnTo>
                    <a:pt x="12093" y="504"/>
                  </a:lnTo>
                  <a:lnTo>
                    <a:pt x="11998" y="409"/>
                  </a:lnTo>
                  <a:lnTo>
                    <a:pt x="11902" y="314"/>
                  </a:lnTo>
                  <a:lnTo>
                    <a:pt x="11794" y="246"/>
                  </a:lnTo>
                  <a:lnTo>
                    <a:pt x="11685" y="164"/>
                  </a:lnTo>
                  <a:lnTo>
                    <a:pt x="11562" y="110"/>
                  </a:lnTo>
                  <a:lnTo>
                    <a:pt x="11440" y="69"/>
                  </a:lnTo>
                  <a:lnTo>
                    <a:pt x="11304" y="28"/>
                  </a:lnTo>
                  <a:lnTo>
                    <a:pt x="11168" y="15"/>
                  </a:lnTo>
                  <a:lnTo>
                    <a:pt x="1103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D6F4336-B4C7-1DEA-D2C5-E0554D64A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de Análise de Sentimentos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061A583-6933-86DB-77C3-9A3E36D35177}"/>
              </a:ext>
            </a:extLst>
          </p:cNvPr>
          <p:cNvSpPr txBox="1"/>
          <p:nvPr/>
        </p:nvSpPr>
        <p:spPr>
          <a:xfrm>
            <a:off x="7202356" y="6077208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6F4336-B4C7-1DEA-D2C5-E0554D64A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de Análise de Sentimentos</a:t>
            </a:r>
          </a:p>
        </p:txBody>
      </p:sp>
      <p:graphicFrame>
        <p:nvGraphicFramePr>
          <p:cNvPr id="4" name="Espaço Reservado para Conteúdo 4">
            <a:extLst>
              <a:ext uri="{FF2B5EF4-FFF2-40B4-BE49-F238E27FC236}">
                <a16:creationId xmlns:a16="http://schemas.microsoft.com/office/drawing/2014/main" id="{4D1541EF-EE17-C1A8-0999-62F87973A4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1262892"/>
              </p:ext>
            </p:extLst>
          </p:nvPr>
        </p:nvGraphicFramePr>
        <p:xfrm>
          <a:off x="685324" y="1835120"/>
          <a:ext cx="10820400" cy="41780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64080">
                  <a:extLst>
                    <a:ext uri="{9D8B030D-6E8A-4147-A177-3AD203B41FA5}">
                      <a16:colId xmlns:a16="http://schemas.microsoft.com/office/drawing/2014/main" val="1949618431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735709682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3498151482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1252726226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958612256"/>
                    </a:ext>
                  </a:extLst>
                </a:gridCol>
              </a:tblGrid>
              <a:tr h="412717">
                <a:tc>
                  <a:txBody>
                    <a:bodyPr/>
                    <a:lstStyle/>
                    <a:p>
                      <a:pPr rtl="0" fontAlgn="b"/>
                      <a:r>
                        <a:rPr lang="pt-BR" sz="2000" dirty="0">
                          <a:effectLst/>
                        </a:rPr>
                        <a:t>Técnica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000" dirty="0">
                          <a:effectLst/>
                        </a:rPr>
                        <a:t>Como Funciona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000" dirty="0">
                          <a:effectLst/>
                        </a:rPr>
                        <a:t>Modelo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000" dirty="0">
                          <a:effectLst/>
                        </a:rPr>
                        <a:t>Prós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2000" dirty="0">
                          <a:effectLst/>
                        </a:rPr>
                        <a:t>Contras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838410973"/>
                  </a:ext>
                </a:extLst>
              </a:tr>
              <a:tr h="1255112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2200" b="1" dirty="0">
                          <a:effectLst/>
                        </a:rPr>
                        <a:t>Léxico/Regras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1800" dirty="0">
                          <a:effectLst/>
                        </a:rPr>
                        <a:t>Usa dicionários de palavras com pontuações fixas e regras heurísticas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>
                          <a:effectLst/>
                        </a:rPr>
                        <a:t>VADER, TextBlob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1800" dirty="0">
                          <a:effectLst/>
                        </a:rPr>
                        <a:t>Muito rápido, não usa treinamento prévio, interpretável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1800" dirty="0">
                          <a:effectLst/>
                        </a:rPr>
                        <a:t>Não entende contexto, fraco com ironia e sarcasmo</a:t>
                      </a:r>
                    </a:p>
                  </a:txBody>
                  <a:tcPr marL="0" marR="0" marT="15240" marB="15240" anchor="ctr"/>
                </a:tc>
                <a:extLst>
                  <a:ext uri="{0D108BD9-81ED-4DB2-BD59-A6C34878D82A}">
                    <a16:rowId xmlns:a16="http://schemas.microsoft.com/office/drawing/2014/main" val="655151608"/>
                  </a:ext>
                </a:extLst>
              </a:tr>
              <a:tr h="1255112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2200" b="1" dirty="0">
                          <a:effectLst/>
                        </a:rPr>
                        <a:t>Machine Learning Clássico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1800" dirty="0">
                          <a:effectLst/>
                        </a:rPr>
                        <a:t>Extração de features e Classificador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dirty="0" err="1">
                          <a:effectLst/>
                        </a:rPr>
                        <a:t>Naive</a:t>
                      </a:r>
                      <a:r>
                        <a:rPr lang="pt-BR" dirty="0">
                          <a:effectLst/>
                        </a:rPr>
                        <a:t> </a:t>
                      </a:r>
                      <a:r>
                        <a:rPr lang="pt-BR" dirty="0" err="1">
                          <a:effectLst/>
                        </a:rPr>
                        <a:t>Bayes</a:t>
                      </a:r>
                      <a:r>
                        <a:rPr lang="pt-BR" dirty="0">
                          <a:effectLst/>
                        </a:rPr>
                        <a:t>, SVM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1800" dirty="0">
                          <a:effectLst/>
                        </a:rPr>
                        <a:t>Rápido para treinar, bom </a:t>
                      </a:r>
                      <a:r>
                        <a:rPr lang="pt-BR" sz="1800" i="1" dirty="0">
                          <a:effectLst/>
                        </a:rPr>
                        <a:t>baseline</a:t>
                      </a:r>
                      <a:r>
                        <a:rPr lang="pt-BR" sz="1800" dirty="0">
                          <a:effectLst/>
                        </a:rPr>
                        <a:t>, menos "caixa-preta"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1800" dirty="0">
                          <a:effectLst/>
                        </a:rPr>
                        <a:t>Requer engenharia de features, ignora a ordem e o contexto profundo das palavras</a:t>
                      </a:r>
                    </a:p>
                  </a:txBody>
                  <a:tcPr marL="0" marR="0" marT="15240" marB="15240" anchor="ctr"/>
                </a:tc>
                <a:extLst>
                  <a:ext uri="{0D108BD9-81ED-4DB2-BD59-A6C34878D82A}">
                    <a16:rowId xmlns:a16="http://schemas.microsoft.com/office/drawing/2014/main" val="3674795788"/>
                  </a:ext>
                </a:extLst>
              </a:tr>
              <a:tr h="1255112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2200" b="1" dirty="0" err="1">
                          <a:effectLst/>
                        </a:rPr>
                        <a:t>Deep</a:t>
                      </a:r>
                      <a:r>
                        <a:rPr lang="pt-BR" sz="2200" b="1" dirty="0">
                          <a:effectLst/>
                        </a:rPr>
                        <a:t> Learning (Transformers)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1800" dirty="0">
                          <a:effectLst/>
                        </a:rPr>
                        <a:t>Pré-treinamento em massa e ajuste fino com mecanismo de </a:t>
                      </a:r>
                      <a:r>
                        <a:rPr lang="pt-BR" sz="1800" dirty="0" err="1">
                          <a:effectLst/>
                        </a:rPr>
                        <a:t>autoatenção</a:t>
                      </a:r>
                      <a:endParaRPr lang="pt-BR" sz="1800" dirty="0">
                        <a:effectLst/>
                      </a:endParaRP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dirty="0">
                          <a:effectLst/>
                        </a:rPr>
                        <a:t>BERT, </a:t>
                      </a:r>
                      <a:r>
                        <a:rPr lang="pt-BR" dirty="0" err="1">
                          <a:effectLst/>
                        </a:rPr>
                        <a:t>RoBERTa</a:t>
                      </a:r>
                      <a:r>
                        <a:rPr lang="pt-BR" dirty="0">
                          <a:effectLst/>
                        </a:rPr>
                        <a:t>, GPT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1800" dirty="0">
                          <a:effectLst/>
                        </a:rPr>
                        <a:t>Estado da arte em precisão, entende contexto profundo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1800" dirty="0">
                          <a:effectLst/>
                        </a:rPr>
                        <a:t>Computacionalmente caro, requer hardware potente, mais "caixa-preta"</a:t>
                      </a:r>
                    </a:p>
                  </a:txBody>
                  <a:tcPr marL="0" marR="0" marT="15240" marB="15240" anchor="ctr"/>
                </a:tc>
                <a:extLst>
                  <a:ext uri="{0D108BD9-81ED-4DB2-BD59-A6C34878D82A}">
                    <a16:rowId xmlns:a16="http://schemas.microsoft.com/office/drawing/2014/main" val="2006250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060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D846DEAD-ECBF-4208-8A87-C6C3FE4B0422}"/>
              </a:ext>
            </a:extLst>
          </p:cNvPr>
          <p:cNvSpPr txBox="1"/>
          <p:nvPr/>
        </p:nvSpPr>
        <p:spPr>
          <a:xfrm>
            <a:off x="3883998" y="6157576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0E13CE6-A70A-9543-1AC9-F3A2AA85FA1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0291" y="462013"/>
            <a:ext cx="10551413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6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50DFC1F-62AF-DC4C-6928-FD3AB4B1E46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As abordagens baseadas em léxico utilizam </a:t>
            </a:r>
            <a:r>
              <a:rPr lang="pt-BR" b="1" dirty="0"/>
              <a:t>dicionários de palavras previamente classificadas</a:t>
            </a:r>
            <a:r>
              <a:rPr lang="pt-BR" dirty="0"/>
              <a:t> com polaridade (positiva, negativa ou neutra) e, em alguns casos, intensidade emocional</a:t>
            </a:r>
          </a:p>
          <a:p>
            <a:r>
              <a:rPr lang="pt-BR" dirty="0"/>
              <a:t>O sentimento de um texto é calculado a partir da </a:t>
            </a:r>
            <a:r>
              <a:rPr lang="pt-BR" b="1" dirty="0"/>
              <a:t>soma ou média dos sentimentos das palavras</a:t>
            </a:r>
            <a:r>
              <a:rPr lang="pt-BR" dirty="0"/>
              <a:t> que o compõem</a:t>
            </a:r>
          </a:p>
          <a:p>
            <a:r>
              <a:rPr lang="pt-BR" dirty="0"/>
              <a:t>São as abordagens mais simples e intuitivas</a:t>
            </a:r>
          </a:p>
          <a:p>
            <a:r>
              <a:rPr lang="pt-BR" dirty="0"/>
              <a:t>Exemplos de léxicos</a:t>
            </a:r>
          </a:p>
          <a:p>
            <a:pPr lvl="1"/>
            <a:r>
              <a:rPr lang="pt-BR" dirty="0" err="1"/>
              <a:t>SentiWordNet</a:t>
            </a:r>
            <a:r>
              <a:rPr lang="pt-BR" dirty="0"/>
              <a:t>, VADER, AFINN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AE6B32D-0601-4BB4-8374-3A9575C9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baseadas em léxico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FA8253D-5C5F-0205-E0D6-47E0D5F1485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1546" t="14638" r="10628" b="4782"/>
          <a:stretch/>
        </p:blipFill>
        <p:spPr>
          <a:xfrm>
            <a:off x="10048460" y="4144619"/>
            <a:ext cx="1910297" cy="197788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E4C127A-8B1A-1D27-3744-7315613C3154}"/>
              </a:ext>
            </a:extLst>
          </p:cNvPr>
          <p:cNvSpPr txBox="1"/>
          <p:nvPr/>
        </p:nvSpPr>
        <p:spPr>
          <a:xfrm>
            <a:off x="9842016" y="6026703"/>
            <a:ext cx="2323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solidFill>
                  <a:schemeClr val="bg1">
                    <a:lumMod val="50000"/>
                  </a:schemeClr>
                </a:solidFill>
              </a:rPr>
              <a:t>Fonte: Imagem gerada por IA</a:t>
            </a:r>
            <a:br>
              <a:rPr lang="pt-BR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sz="900" dirty="0">
                <a:solidFill>
                  <a:schemeClr val="bg1">
                    <a:lumMod val="50000"/>
                  </a:schemeClr>
                </a:solidFill>
              </a:rPr>
              <a:t>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39426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50DFC1F-62AF-DC4C-6928-FD3AB4B1E46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Modelos aprendem padrões de sentimento a partir de </a:t>
            </a:r>
            <a:r>
              <a:rPr lang="pt-BR" b="1" dirty="0"/>
              <a:t>dados previamente rotulados</a:t>
            </a:r>
            <a:r>
              <a:rPr lang="pt-BR" dirty="0"/>
              <a:t>, usando técnicas estatísticas e algoritmos de classificação</a:t>
            </a:r>
          </a:p>
          <a:p>
            <a:r>
              <a:rPr lang="pt-BR" dirty="0"/>
              <a:t>O sentimento não é definido por regras fixas, mas </a:t>
            </a:r>
            <a:r>
              <a:rPr lang="pt-BR" b="1" dirty="0"/>
              <a:t>aprendido a partir dos dados</a:t>
            </a:r>
          </a:p>
          <a:p>
            <a:r>
              <a:rPr lang="pt-BR" dirty="0"/>
              <a:t>O texto é representado de forma numérica (</a:t>
            </a:r>
            <a:r>
              <a:rPr lang="pt-BR" i="1" dirty="0"/>
              <a:t>features</a:t>
            </a:r>
            <a:r>
              <a:rPr lang="pt-BR" dirty="0"/>
              <a:t>)</a:t>
            </a:r>
          </a:p>
          <a:p>
            <a:r>
              <a:rPr lang="pt-BR" dirty="0"/>
              <a:t>Exemplos</a:t>
            </a:r>
          </a:p>
          <a:p>
            <a:pPr lvl="1"/>
            <a:r>
              <a:rPr lang="pt-BR" dirty="0" err="1"/>
              <a:t>Naive</a:t>
            </a:r>
            <a:r>
              <a:rPr lang="pt-BR" dirty="0"/>
              <a:t> </a:t>
            </a:r>
            <a:r>
              <a:rPr lang="pt-BR" dirty="0" err="1"/>
              <a:t>Bayes</a:t>
            </a:r>
            <a:r>
              <a:rPr lang="pt-BR" dirty="0"/>
              <a:t>, SVM, Random Forest, Regressão Logística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AE6B32D-0601-4BB4-8374-3A9575C93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429865"/>
            <a:ext cx="11296507" cy="1200329"/>
          </a:xfrm>
        </p:spPr>
        <p:txBody>
          <a:bodyPr/>
          <a:lstStyle/>
          <a:p>
            <a:r>
              <a:rPr lang="pt-BR" dirty="0"/>
              <a:t>Abordagens baseadas em </a:t>
            </a:r>
            <a:r>
              <a:rPr lang="pt-BR" i="1" dirty="0"/>
              <a:t>machine learning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73C867E-10CA-B707-DAB0-D88374ECFF8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16763" t="11739" r="17729" b="6268"/>
          <a:stretch/>
        </p:blipFill>
        <p:spPr>
          <a:xfrm>
            <a:off x="10182729" y="4015788"/>
            <a:ext cx="1641755" cy="205491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AAED66B-064C-EAA6-37A3-5276A8A5B4BA}"/>
              </a:ext>
            </a:extLst>
          </p:cNvPr>
          <p:cNvSpPr txBox="1"/>
          <p:nvPr/>
        </p:nvSpPr>
        <p:spPr>
          <a:xfrm>
            <a:off x="9842016" y="6026703"/>
            <a:ext cx="2323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solidFill>
                  <a:schemeClr val="bg1">
                    <a:lumMod val="50000"/>
                  </a:schemeClr>
                </a:solidFill>
              </a:rPr>
              <a:t>Fonte: Imagem gerada por IA</a:t>
            </a:r>
            <a:br>
              <a:rPr lang="pt-BR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sz="900" dirty="0">
                <a:solidFill>
                  <a:schemeClr val="bg1">
                    <a:lumMod val="50000"/>
                  </a:schemeClr>
                </a:solidFill>
              </a:rPr>
              <a:t>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525215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50DFC1F-62AF-DC4C-6928-FD3AB4B1E46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As abordagens de </a:t>
            </a:r>
            <a:r>
              <a:rPr lang="pt-BR" b="1" i="1" dirty="0" err="1"/>
              <a:t>Deep</a:t>
            </a:r>
            <a:r>
              <a:rPr lang="pt-BR" b="1" i="1" dirty="0"/>
              <a:t> Learning</a:t>
            </a:r>
            <a:r>
              <a:rPr lang="pt-BR" i="1" dirty="0"/>
              <a:t> </a:t>
            </a:r>
            <a:r>
              <a:rPr lang="pt-BR" dirty="0"/>
              <a:t>utilizam redes neurais profundas para aprender </a:t>
            </a:r>
            <a:r>
              <a:rPr lang="pt-BR" b="1" dirty="0"/>
              <a:t>representações semânticas complexas</a:t>
            </a:r>
            <a:r>
              <a:rPr lang="pt-BR" dirty="0"/>
              <a:t> do texto</a:t>
            </a:r>
          </a:p>
          <a:p>
            <a:r>
              <a:rPr lang="pt-BR" b="1" i="1" dirty="0"/>
              <a:t>Transformers</a:t>
            </a:r>
            <a:r>
              <a:rPr lang="pt-BR" dirty="0"/>
              <a:t> são modelos baseados no mecanismo de </a:t>
            </a:r>
            <a:r>
              <a:rPr lang="pt-BR" b="1" dirty="0"/>
              <a:t>atenção</a:t>
            </a:r>
          </a:p>
          <a:p>
            <a:pPr lvl="1"/>
            <a:r>
              <a:rPr lang="pt-BR" dirty="0"/>
              <a:t>Considerar todas as palavras simultaneamente</a:t>
            </a:r>
          </a:p>
          <a:p>
            <a:pPr lvl="1"/>
            <a:r>
              <a:rPr lang="pt-BR" dirty="0"/>
              <a:t>Capturar dependências de longo alcance</a:t>
            </a:r>
          </a:p>
          <a:p>
            <a:pPr lvl="1"/>
            <a:r>
              <a:rPr lang="pt-BR" dirty="0"/>
              <a:t>Entender contexto e significado</a:t>
            </a:r>
          </a:p>
          <a:p>
            <a:r>
              <a:rPr lang="pt-BR" dirty="0"/>
              <a:t>Exemplos</a:t>
            </a:r>
          </a:p>
          <a:p>
            <a:pPr lvl="1"/>
            <a:r>
              <a:rPr lang="pt-BR" dirty="0"/>
              <a:t>BERT, </a:t>
            </a:r>
            <a:r>
              <a:rPr lang="pt-BR" dirty="0" err="1"/>
              <a:t>DistilBERT</a:t>
            </a:r>
            <a:r>
              <a:rPr lang="pt-BR" dirty="0"/>
              <a:t> e </a:t>
            </a:r>
            <a:r>
              <a:rPr lang="pt-BR" dirty="0" err="1"/>
              <a:t>GPTs</a:t>
            </a:r>
            <a:endParaRPr lang="pt-BR" dirty="0"/>
          </a:p>
          <a:p>
            <a:pPr lvl="1"/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AE6B32D-0601-4BB4-8374-3A9575C9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baseadas em </a:t>
            </a:r>
            <a:r>
              <a:rPr lang="pt-BR" i="1" dirty="0" err="1"/>
              <a:t>deep</a:t>
            </a:r>
            <a:r>
              <a:rPr lang="pt-BR" i="1" dirty="0"/>
              <a:t> learning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9E5451B-820D-F59D-BF97-31AE2AD309C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91033" y="3820217"/>
            <a:ext cx="2107095" cy="210709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D733437-88A5-08F7-A43C-793FE806F5A3}"/>
              </a:ext>
            </a:extLst>
          </p:cNvPr>
          <p:cNvSpPr txBox="1"/>
          <p:nvPr/>
        </p:nvSpPr>
        <p:spPr>
          <a:xfrm>
            <a:off x="9682990" y="5927312"/>
            <a:ext cx="2323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solidFill>
                  <a:schemeClr val="bg1">
                    <a:lumMod val="50000"/>
                  </a:schemeClr>
                </a:solidFill>
              </a:rPr>
              <a:t>Fonte: Imagem gerada por IA</a:t>
            </a:r>
            <a:br>
              <a:rPr lang="pt-BR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sz="900" dirty="0">
                <a:solidFill>
                  <a:schemeClr val="bg1">
                    <a:lumMod val="50000"/>
                  </a:schemeClr>
                </a:solidFill>
              </a:rPr>
              <a:t>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732218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540425E8-98AE-6824-0348-DA73AB8C3711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482912149"/>
              </p:ext>
            </p:extLst>
          </p:nvPr>
        </p:nvGraphicFramePr>
        <p:xfrm>
          <a:off x="547688" y="1855788"/>
          <a:ext cx="11071225" cy="4319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B930305F-7A30-E8BF-7394-8FCECBCE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das abordagens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679B693-A727-7916-8AA5-4168A2B11A8B}"/>
              </a:ext>
            </a:extLst>
          </p:cNvPr>
          <p:cNvSpPr txBox="1"/>
          <p:nvPr/>
        </p:nvSpPr>
        <p:spPr>
          <a:xfrm>
            <a:off x="3765831" y="6031034"/>
            <a:ext cx="46603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291786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D846DEAD-ECBF-4208-8A87-C6C3FE4B0422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DCA0C05-593D-9831-6297-C686041D5EA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0291" y="389074"/>
            <a:ext cx="10551413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53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7504</TotalTime>
  <Words>707</Words>
  <Application>Microsoft Office PowerPoint</Application>
  <PresentationFormat>Widescreen</PresentationFormat>
  <Paragraphs>87</Paragraphs>
  <Slides>12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12</vt:i4>
      </vt:variant>
    </vt:vector>
  </HeadingPairs>
  <TitlesOfParts>
    <vt:vector size="24" baseType="lpstr">
      <vt:lpstr>Roboto</vt:lpstr>
      <vt:lpstr>Wingdings</vt:lpstr>
      <vt:lpstr>Cronos Pro</vt:lpstr>
      <vt:lpstr>Fira Sans Extra Condensed</vt:lpstr>
      <vt:lpstr>Montserrat</vt:lpstr>
      <vt:lpstr>Arial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Abordagens de análise  de sentimentos</vt:lpstr>
      <vt:lpstr>Objetivos de Aprendizagem</vt:lpstr>
      <vt:lpstr>Abordagens de Análise de Sentimentos</vt:lpstr>
      <vt:lpstr>Abordagens de Análise de Sentimentos</vt:lpstr>
      <vt:lpstr>Abordagens de Análise de Sentimentos</vt:lpstr>
      <vt:lpstr>Apresentação do PowerPoint</vt:lpstr>
      <vt:lpstr>Abordagens baseadas em léxico</vt:lpstr>
      <vt:lpstr>Abordagens baseadas em machine learning</vt:lpstr>
      <vt:lpstr>Abordagens baseadas em deep learning</vt:lpstr>
      <vt:lpstr>Evolução das abordagens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154</cp:revision>
  <dcterms:created xsi:type="dcterms:W3CDTF">2025-06-11T21:44:24Z</dcterms:created>
  <dcterms:modified xsi:type="dcterms:W3CDTF">2026-01-15T13:12:52Z</dcterms:modified>
</cp:coreProperties>
</file>