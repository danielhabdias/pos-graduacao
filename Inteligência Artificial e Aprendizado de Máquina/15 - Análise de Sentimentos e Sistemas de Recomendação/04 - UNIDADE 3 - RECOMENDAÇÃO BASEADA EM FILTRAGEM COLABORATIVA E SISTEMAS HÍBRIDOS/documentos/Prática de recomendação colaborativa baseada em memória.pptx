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3" d="100"/>
          <a:sy n="63" d="100"/>
        </p:scale>
        <p:origin x="840" y="4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(2 colun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400000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F738C20A-F5B1-1310-6A27-8BBD0FF895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311" y="1837701"/>
            <a:ext cx="5400000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754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2" r:id="rId2"/>
    <p:sldLayoutId id="2147483687" r:id="rId3"/>
    <p:sldLayoutId id="2147483688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000" dirty="0"/>
              <a:t>Prática de recomendação colaborativa baseada em memória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recomendação colaborativa baseada em memória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29865"/>
            <a:ext cx="11296507" cy="1200329"/>
          </a:xfrm>
        </p:spPr>
        <p:txBody>
          <a:bodyPr/>
          <a:lstStyle/>
          <a:p>
            <a:r>
              <a:rPr lang="pt-BR" dirty="0"/>
              <a:t>Abordagens de recomendação colaborativa baseada em memória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7F2279-FF9F-462A-654D-7D23C9B4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42" y="2160841"/>
            <a:ext cx="597471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7824</TotalTime>
  <Words>36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Arial</vt:lpstr>
      <vt:lpstr>Cronos Pro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recomendação colaborativa baseada em memória</vt:lpstr>
      <vt:lpstr>Objetivos de Aprendizagem</vt:lpstr>
      <vt:lpstr>Abordagens de recomendação colaborativa baseada em memória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173</cp:revision>
  <dcterms:created xsi:type="dcterms:W3CDTF">2025-06-11T21:44:24Z</dcterms:created>
  <dcterms:modified xsi:type="dcterms:W3CDTF">2026-02-02T14:40:57Z</dcterms:modified>
</cp:coreProperties>
</file>