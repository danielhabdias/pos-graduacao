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297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3" d="100"/>
          <a:sy n="63" d="100"/>
        </p:scale>
        <p:origin x="840" y="4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635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62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10" Type="http://schemas.openxmlformats.org/officeDocument/2006/relationships/image" Target="../media/image6.sv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9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  <p:sldLayoutId id="214748369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</p:spPr>
        <p:txBody>
          <a:bodyPr>
            <a:noAutofit/>
          </a:bodyPr>
          <a:lstStyle/>
          <a:p>
            <a:r>
              <a:rPr lang="pt-BR" dirty="0"/>
              <a:t>Recomendação híbrida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realizar tarefas de recomendação híbrida</a:t>
            </a:r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de recomendação híbrida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995BDA-7D82-A460-4EDD-784385A3B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642" y="1953576"/>
            <a:ext cx="597471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7906</TotalTime>
  <Words>25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Montserrat</vt:lpstr>
      <vt:lpstr>Wingdings</vt:lpstr>
      <vt:lpstr>Arial</vt:lpstr>
      <vt:lpstr>Calibri</vt:lpstr>
      <vt:lpstr>Cronos Pro</vt:lpstr>
      <vt:lpstr>Aptos</vt:lpstr>
      <vt:lpstr>10_Personalizar design</vt:lpstr>
      <vt:lpstr>5_Personalizar design</vt:lpstr>
      <vt:lpstr>6_Personalizar design</vt:lpstr>
      <vt:lpstr>7_Personalizar design</vt:lpstr>
      <vt:lpstr>Recomendação híbrida</vt:lpstr>
      <vt:lpstr>Objetivos de Aprendizagem</vt:lpstr>
      <vt:lpstr>Abordagens de recomendação híbrida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177</cp:revision>
  <dcterms:created xsi:type="dcterms:W3CDTF">2025-06-11T21:44:24Z</dcterms:created>
  <dcterms:modified xsi:type="dcterms:W3CDTF">2026-02-02T14:44:50Z</dcterms:modified>
</cp:coreProperties>
</file>