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9"/>
  </p:notesMasterIdLst>
  <p:sldIdLst>
    <p:sldId id="1173" r:id="rId5"/>
    <p:sldId id="297" r:id="rId6"/>
    <p:sldId id="1181" r:id="rId7"/>
    <p:sldId id="264" r:id="rId8"/>
  </p:sldIdLst>
  <p:sldSz cx="12192000" cy="6858000"/>
  <p:notesSz cx="6858000" cy="9144000"/>
  <p:embeddedFontLst>
    <p:embeddedFont>
      <p:font typeface="Cronos Pro" panose="020C0502030403020304" charset="0"/>
      <p:regular r:id="rId10"/>
      <p:bold r:id="rId11"/>
      <p: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3" d="100"/>
          <a:sy n="63" d="100"/>
        </p:scale>
        <p:origin x="840" y="48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1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706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10" Type="http://schemas.openxmlformats.org/officeDocument/2006/relationships/image" Target="../media/image6.svg"/><Relationship Id="rId4" Type="http://schemas.openxmlformats.org/officeDocument/2006/relationships/theme" Target="../theme/theme1.xml"/><Relationship Id="rId9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  <p:sldLayoutId id="214748369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</p:spPr>
        <p:txBody>
          <a:bodyPr>
            <a:noAutofit/>
          </a:bodyPr>
          <a:lstStyle/>
          <a:p>
            <a:r>
              <a:rPr lang="pt-BR" sz="4000" dirty="0"/>
              <a:t>Prática de recomendação colaborativa baseada em modelo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Implementar scripts em </a:t>
            </a:r>
            <a:r>
              <a:rPr lang="pt-BR" dirty="0" err="1"/>
              <a:t>python</a:t>
            </a:r>
            <a:r>
              <a:rPr lang="pt-BR" dirty="0"/>
              <a:t> para realizar tarefas de recomendação colaborativa baseada em modelo</a:t>
            </a:r>
          </a:p>
          <a:p>
            <a:r>
              <a:rPr lang="pt-BR" dirty="0"/>
              <a:t>Analisar as diferenças entre cada implementação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E1FD66-7375-D02F-7DB4-645B826C3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429865"/>
            <a:ext cx="11296507" cy="1200329"/>
          </a:xfrm>
        </p:spPr>
        <p:txBody>
          <a:bodyPr/>
          <a:lstStyle/>
          <a:p>
            <a:r>
              <a:rPr lang="pt-BR" dirty="0"/>
              <a:t>Abordagens de recomendação colaborativa baseada em modelo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07F2279-FF9F-462A-654D-7D23C9B48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642" y="2160841"/>
            <a:ext cx="5974716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7598</TotalTime>
  <Words>36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4</vt:i4>
      </vt:variant>
    </vt:vector>
  </HeadingPairs>
  <TitlesOfParts>
    <vt:vector size="14" baseType="lpstr">
      <vt:lpstr>Wingdings</vt:lpstr>
      <vt:lpstr>Arial</vt:lpstr>
      <vt:lpstr>Cronos Pro</vt:lpstr>
      <vt:lpstr>Montserrat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Prática de recomendação colaborativa baseada em modelo</vt:lpstr>
      <vt:lpstr>Objetivos de Aprendizagem</vt:lpstr>
      <vt:lpstr>Abordagens de recomendação colaborativa baseada em modelo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171</cp:revision>
  <dcterms:created xsi:type="dcterms:W3CDTF">2025-06-11T21:44:24Z</dcterms:created>
  <dcterms:modified xsi:type="dcterms:W3CDTF">2026-02-02T14:43:27Z</dcterms:modified>
</cp:coreProperties>
</file>