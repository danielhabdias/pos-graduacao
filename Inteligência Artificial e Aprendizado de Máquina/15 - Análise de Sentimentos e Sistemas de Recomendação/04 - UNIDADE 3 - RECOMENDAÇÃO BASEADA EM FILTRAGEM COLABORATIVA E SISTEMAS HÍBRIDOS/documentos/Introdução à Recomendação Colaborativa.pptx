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4"/>
  </p:notesMasterIdLst>
  <p:sldIdLst>
    <p:sldId id="1173" r:id="rId5"/>
    <p:sldId id="297" r:id="rId6"/>
    <p:sldId id="325" r:id="rId7"/>
    <p:sldId id="420" r:id="rId8"/>
    <p:sldId id="391" r:id="rId9"/>
    <p:sldId id="345" r:id="rId10"/>
    <p:sldId id="413" r:id="rId11"/>
    <p:sldId id="409" r:id="rId12"/>
    <p:sldId id="373" r:id="rId13"/>
    <p:sldId id="411" r:id="rId14"/>
    <p:sldId id="1185" r:id="rId15"/>
    <p:sldId id="415" r:id="rId16"/>
    <p:sldId id="1186" r:id="rId17"/>
    <p:sldId id="392" r:id="rId18"/>
    <p:sldId id="1187" r:id="rId19"/>
    <p:sldId id="1188" r:id="rId20"/>
    <p:sldId id="1189" r:id="rId21"/>
    <p:sldId id="1190" r:id="rId22"/>
    <p:sldId id="264" r:id="rId23"/>
  </p:sldIdLst>
  <p:sldSz cx="12192000" cy="6858000"/>
  <p:notesSz cx="6858000" cy="9144000"/>
  <p:embeddedFontLst>
    <p:embeddedFont>
      <p:font typeface="Cronos Pro" panose="020C0502030403020304" charset="0"/>
      <p:regular r:id="rId25"/>
      <p:bold r:id="rId26"/>
      <p:italic r:id="rId27"/>
    </p:embeddedFont>
    <p:embeddedFont>
      <p:font typeface="Montserrat" panose="00000500000000000000" pitchFamily="2" charset="0"/>
      <p:regular r:id="rId28"/>
      <p:bold r:id="rId29"/>
      <p:italic r:id="rId30"/>
      <p:boldItalic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9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6E5863-8CF2-4F87-9943-53913E74CEF1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033EA5F-6DE7-4551-B948-FEC125CDA789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 anchor="ctr"/>
        <a:lstStyle/>
        <a:p>
          <a:pPr algn="ctr"/>
          <a:r>
            <a:rPr lang="pt-BR" sz="3200" b="1" i="1" dirty="0" err="1">
              <a:solidFill>
                <a:schemeClr val="tx2"/>
              </a:solidFill>
            </a:rPr>
            <a:t>Memory-based</a:t>
          </a:r>
          <a:endParaRPr lang="pt-BR" sz="3200" b="1" i="1" dirty="0">
            <a:solidFill>
              <a:schemeClr val="tx2"/>
            </a:solidFill>
          </a:endParaRPr>
        </a:p>
      </dgm:t>
    </dgm:pt>
    <dgm:pt modelId="{472CFA02-02C1-4094-B637-01B6D4180040}" type="parTrans" cxnId="{AE9AB123-891A-49EB-94B2-BB83DF2461E0}">
      <dgm:prSet/>
      <dgm:spPr/>
      <dgm:t>
        <a:bodyPr/>
        <a:lstStyle/>
        <a:p>
          <a:endParaRPr lang="pt-BR"/>
        </a:p>
      </dgm:t>
    </dgm:pt>
    <dgm:pt modelId="{9BD06C66-7A4D-41BD-A791-A4E79786850F}" type="sibTrans" cxnId="{AE9AB123-891A-49EB-94B2-BB83DF2461E0}">
      <dgm:prSet/>
      <dgm:spPr/>
      <dgm:t>
        <a:bodyPr/>
        <a:lstStyle/>
        <a:p>
          <a:endParaRPr lang="pt-BR"/>
        </a:p>
      </dgm:t>
    </dgm:pt>
    <dgm:pt modelId="{1D7DBCC2-EAE5-47F8-8438-77F946461084}">
      <dgm:prSet phldrT="[Texto]" custT="1"/>
      <dgm:spPr>
        <a:solidFill>
          <a:schemeClr val="accent1">
            <a:lumMod val="20000"/>
            <a:lumOff val="80000"/>
          </a:schemeClr>
        </a:solidFill>
      </dgm:spPr>
      <dgm:t>
        <a:bodyPr anchor="ctr"/>
        <a:lstStyle/>
        <a:p>
          <a:pPr algn="ctr"/>
          <a:r>
            <a:rPr lang="pt-BR" sz="3200" b="1" i="1" dirty="0" err="1">
              <a:solidFill>
                <a:schemeClr val="tx2"/>
              </a:solidFill>
            </a:rPr>
            <a:t>Model-based</a:t>
          </a:r>
          <a:endParaRPr lang="pt-BR" sz="3200" b="1" i="1" dirty="0">
            <a:solidFill>
              <a:schemeClr val="tx2"/>
            </a:solidFill>
          </a:endParaRPr>
        </a:p>
      </dgm:t>
    </dgm:pt>
    <dgm:pt modelId="{5D4864DA-7473-477A-916F-E96161E3AFA2}" type="parTrans" cxnId="{0D66E16C-AA3A-42BB-AFAF-F357C879053C}">
      <dgm:prSet/>
      <dgm:spPr/>
      <dgm:t>
        <a:bodyPr/>
        <a:lstStyle/>
        <a:p>
          <a:endParaRPr lang="pt-BR"/>
        </a:p>
      </dgm:t>
    </dgm:pt>
    <dgm:pt modelId="{5C4223A5-A73E-4AA3-81B5-B05B81E85F45}" type="sibTrans" cxnId="{0D66E16C-AA3A-42BB-AFAF-F357C879053C}">
      <dgm:prSet/>
      <dgm:spPr/>
      <dgm:t>
        <a:bodyPr/>
        <a:lstStyle/>
        <a:p>
          <a:endParaRPr lang="pt-BR"/>
        </a:p>
      </dgm:t>
    </dgm:pt>
    <dgm:pt modelId="{9DEBD896-7FBB-492D-8A2C-20569A400AA6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dirty="0"/>
            <a:t>Modelos de </a:t>
          </a:r>
          <a:r>
            <a:rPr lang="pt-BR" i="1" dirty="0" err="1"/>
            <a:t>machine</a:t>
          </a:r>
          <a:r>
            <a:rPr lang="pt-BR" i="1" dirty="0"/>
            <a:t> </a:t>
          </a:r>
          <a:r>
            <a:rPr lang="pt-BR" i="1" dirty="0" err="1"/>
            <a:t>learning</a:t>
          </a:r>
          <a:r>
            <a:rPr lang="pt-BR" i="1" dirty="0"/>
            <a:t> </a:t>
          </a:r>
          <a:r>
            <a:rPr lang="pt-BR" dirty="0"/>
            <a:t>para estimar as avaliações e gerar recomendações</a:t>
          </a:r>
        </a:p>
      </dgm:t>
    </dgm:pt>
    <dgm:pt modelId="{7C4A3DB2-A2FB-46CE-B3A2-E39335D99EAE}" type="parTrans" cxnId="{D7463C09-C2A0-4457-8EDC-03B09B184C69}">
      <dgm:prSet/>
      <dgm:spPr/>
      <dgm:t>
        <a:bodyPr/>
        <a:lstStyle/>
        <a:p>
          <a:endParaRPr lang="pt-BR"/>
        </a:p>
      </dgm:t>
    </dgm:pt>
    <dgm:pt modelId="{0255C055-ACA8-4DD1-9C20-3859D9046317}" type="sibTrans" cxnId="{D7463C09-C2A0-4457-8EDC-03B09B184C69}">
      <dgm:prSet/>
      <dgm:spPr/>
      <dgm:t>
        <a:bodyPr/>
        <a:lstStyle/>
        <a:p>
          <a:endParaRPr lang="pt-BR"/>
        </a:p>
      </dgm:t>
    </dgm:pt>
    <dgm:pt modelId="{FEC08F01-7535-40A7-996B-390B25BC5E9F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b="1" dirty="0" err="1"/>
            <a:t>User-User</a:t>
          </a:r>
          <a:r>
            <a:rPr lang="pt-BR" dirty="0"/>
            <a:t>: explora a similaridade entre os usuários</a:t>
          </a:r>
        </a:p>
      </dgm:t>
    </dgm:pt>
    <dgm:pt modelId="{4317ED02-4377-45FA-BDB3-6BD4CAFBECA8}" type="parTrans" cxnId="{E2561BB3-E680-4A21-ABA6-EED58AE68635}">
      <dgm:prSet/>
      <dgm:spPr/>
      <dgm:t>
        <a:bodyPr/>
        <a:lstStyle/>
        <a:p>
          <a:endParaRPr lang="pt-BR"/>
        </a:p>
      </dgm:t>
    </dgm:pt>
    <dgm:pt modelId="{985F85A3-23A9-4988-B206-762562758597}" type="sibTrans" cxnId="{E2561BB3-E680-4A21-ABA6-EED58AE68635}">
      <dgm:prSet/>
      <dgm:spPr/>
      <dgm:t>
        <a:bodyPr/>
        <a:lstStyle/>
        <a:p>
          <a:endParaRPr lang="pt-BR"/>
        </a:p>
      </dgm:t>
    </dgm:pt>
    <dgm:pt modelId="{8525E7F8-4ABE-4ADA-85EC-EDC0663D2046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b="1" dirty="0"/>
            <a:t>Item-Item</a:t>
          </a:r>
          <a:r>
            <a:rPr lang="pt-BR" dirty="0"/>
            <a:t>: explora a similaridade entre os itens</a:t>
          </a:r>
        </a:p>
      </dgm:t>
    </dgm:pt>
    <dgm:pt modelId="{3CA391A7-9932-47F0-863C-E43DF6DAF1A9}" type="parTrans" cxnId="{3C04E874-A385-4773-AFE6-600DF9A1F958}">
      <dgm:prSet/>
      <dgm:spPr/>
      <dgm:t>
        <a:bodyPr/>
        <a:lstStyle/>
        <a:p>
          <a:endParaRPr lang="pt-BR"/>
        </a:p>
      </dgm:t>
    </dgm:pt>
    <dgm:pt modelId="{975B32FA-FAC0-403E-B35B-F6F2BCB789A2}" type="sibTrans" cxnId="{3C04E874-A385-4773-AFE6-600DF9A1F958}">
      <dgm:prSet/>
      <dgm:spPr/>
      <dgm:t>
        <a:bodyPr/>
        <a:lstStyle/>
        <a:p>
          <a:endParaRPr lang="pt-BR"/>
        </a:p>
      </dgm:t>
    </dgm:pt>
    <dgm:pt modelId="{C333E1EF-90CC-4DF0-AC1D-0F70E74EE7D8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dirty="0"/>
            <a:t>Usa a similaridade (vizinhança) dos dados para estimar as avaliações (geralmente, a matriz é mantida em memória)</a:t>
          </a:r>
        </a:p>
      </dgm:t>
    </dgm:pt>
    <dgm:pt modelId="{901CC47B-8311-4EFD-8BAA-E4859CA00671}" type="parTrans" cxnId="{DFE52BD5-0335-400F-88EC-5BE70D8CA4C6}">
      <dgm:prSet/>
      <dgm:spPr/>
      <dgm:t>
        <a:bodyPr/>
        <a:lstStyle/>
        <a:p>
          <a:endParaRPr lang="pt-BR"/>
        </a:p>
      </dgm:t>
    </dgm:pt>
    <dgm:pt modelId="{29AF34C0-2EE7-4276-9F86-DC3EB1D3DA7F}" type="sibTrans" cxnId="{DFE52BD5-0335-400F-88EC-5BE70D8CA4C6}">
      <dgm:prSet/>
      <dgm:spPr/>
      <dgm:t>
        <a:bodyPr/>
        <a:lstStyle/>
        <a:p>
          <a:endParaRPr lang="pt-BR"/>
        </a:p>
      </dgm:t>
    </dgm:pt>
    <dgm:pt modelId="{9B4E6D6C-4F29-4C8D-B93A-6B77774EA249}">
      <dgm:prSet phldrT="[Texto]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noProof="0" dirty="0"/>
            <a:t>Geralmente, usa modelos de grafos, aprendizado profundo  ou de fatoração de matrizes (SVD, NMF etc.)</a:t>
          </a:r>
        </a:p>
      </dgm:t>
    </dgm:pt>
    <dgm:pt modelId="{E512EC78-9F77-4B47-AA57-535C57393719}" type="parTrans" cxnId="{2A0B5C2D-F2C6-4E39-8EE1-29713822E3F5}">
      <dgm:prSet/>
      <dgm:spPr/>
      <dgm:t>
        <a:bodyPr/>
        <a:lstStyle/>
        <a:p>
          <a:endParaRPr lang="pt-BR"/>
        </a:p>
      </dgm:t>
    </dgm:pt>
    <dgm:pt modelId="{48B648D0-8681-4644-94A4-5EBB96AB6F9F}" type="sibTrans" cxnId="{2A0B5C2D-F2C6-4E39-8EE1-29713822E3F5}">
      <dgm:prSet/>
      <dgm:spPr/>
      <dgm:t>
        <a:bodyPr/>
        <a:lstStyle/>
        <a:p>
          <a:endParaRPr lang="pt-BR"/>
        </a:p>
      </dgm:t>
    </dgm:pt>
    <dgm:pt modelId="{C88D08A6-95FB-4617-89CB-A1B1F479278E}" type="pres">
      <dgm:prSet presAssocID="{4B6E5863-8CF2-4F87-9943-53913E74CEF1}" presName="vert0" presStyleCnt="0">
        <dgm:presLayoutVars>
          <dgm:dir/>
          <dgm:animOne val="branch"/>
          <dgm:animLvl val="lvl"/>
        </dgm:presLayoutVars>
      </dgm:prSet>
      <dgm:spPr/>
    </dgm:pt>
    <dgm:pt modelId="{7C853D1B-0BF2-4D8E-9065-A20495ABC9F4}" type="pres">
      <dgm:prSet presAssocID="{B033EA5F-6DE7-4551-B948-FEC125CDA789}" presName="thickLine" presStyleLbl="alignNode1" presStyleIdx="0" presStyleCnt="2"/>
      <dgm:spPr/>
    </dgm:pt>
    <dgm:pt modelId="{0B8B9173-A989-420E-96AD-0ADC1787A764}" type="pres">
      <dgm:prSet presAssocID="{B033EA5F-6DE7-4551-B948-FEC125CDA789}" presName="horz1" presStyleCnt="0"/>
      <dgm:spPr/>
    </dgm:pt>
    <dgm:pt modelId="{38757F86-436E-4570-80AC-46D9F827E45D}" type="pres">
      <dgm:prSet presAssocID="{B033EA5F-6DE7-4551-B948-FEC125CDA789}" presName="tx1" presStyleLbl="revTx" presStyleIdx="0" presStyleCnt="7" custScaleY="95069" custLinFactNeighborY="926"/>
      <dgm:spPr/>
    </dgm:pt>
    <dgm:pt modelId="{905DD66A-A947-40A9-85E7-C30C4B036C70}" type="pres">
      <dgm:prSet presAssocID="{B033EA5F-6DE7-4551-B948-FEC125CDA789}" presName="vert1" presStyleCnt="0"/>
      <dgm:spPr/>
    </dgm:pt>
    <dgm:pt modelId="{9A60AE09-2880-4082-85D6-BA23FB1E3042}" type="pres">
      <dgm:prSet presAssocID="{C333E1EF-90CC-4DF0-AC1D-0F70E74EE7D8}" presName="vertSpace2a" presStyleCnt="0"/>
      <dgm:spPr/>
    </dgm:pt>
    <dgm:pt modelId="{59478BD6-81F9-468C-A97A-1863A589A72A}" type="pres">
      <dgm:prSet presAssocID="{C333E1EF-90CC-4DF0-AC1D-0F70E74EE7D8}" presName="horz2" presStyleCnt="0"/>
      <dgm:spPr/>
    </dgm:pt>
    <dgm:pt modelId="{08704E1E-79A1-4955-8A3A-BA3692BEBA99}" type="pres">
      <dgm:prSet presAssocID="{C333E1EF-90CC-4DF0-AC1D-0F70E74EE7D8}" presName="horzSpace2" presStyleCnt="0"/>
      <dgm:spPr/>
    </dgm:pt>
    <dgm:pt modelId="{00A1854F-A249-4AE7-9F9F-BE2D6D09F5A6}" type="pres">
      <dgm:prSet presAssocID="{C333E1EF-90CC-4DF0-AC1D-0F70E74EE7D8}" presName="tx2" presStyleLbl="revTx" presStyleIdx="1" presStyleCnt="7"/>
      <dgm:spPr/>
    </dgm:pt>
    <dgm:pt modelId="{30EFB674-6BDD-47BB-BA65-E8AB57AFF217}" type="pres">
      <dgm:prSet presAssocID="{C333E1EF-90CC-4DF0-AC1D-0F70E74EE7D8}" presName="vert2" presStyleCnt="0"/>
      <dgm:spPr/>
    </dgm:pt>
    <dgm:pt modelId="{96BD2F3F-B235-47FC-A9A7-B560F5D8A65C}" type="pres">
      <dgm:prSet presAssocID="{FEC08F01-7535-40A7-996B-390B25BC5E9F}" presName="horz3" presStyleCnt="0"/>
      <dgm:spPr/>
    </dgm:pt>
    <dgm:pt modelId="{B9646DD3-496D-4A35-994D-66E07EFCF2BD}" type="pres">
      <dgm:prSet presAssocID="{FEC08F01-7535-40A7-996B-390B25BC5E9F}" presName="horzSpace3" presStyleCnt="0"/>
      <dgm:spPr/>
    </dgm:pt>
    <dgm:pt modelId="{4995F1DA-3E24-46B3-B9F0-3B2F5DEE35E1}" type="pres">
      <dgm:prSet presAssocID="{FEC08F01-7535-40A7-996B-390B25BC5E9F}" presName="tx3" presStyleLbl="revTx" presStyleIdx="2" presStyleCnt="7"/>
      <dgm:spPr/>
    </dgm:pt>
    <dgm:pt modelId="{C3BB9F36-4E42-4F4D-9127-C8987B2E3BEE}" type="pres">
      <dgm:prSet presAssocID="{FEC08F01-7535-40A7-996B-390B25BC5E9F}" presName="vert3" presStyleCnt="0"/>
      <dgm:spPr/>
    </dgm:pt>
    <dgm:pt modelId="{75958CC8-2510-43CE-BCE1-572146F16EC1}" type="pres">
      <dgm:prSet presAssocID="{985F85A3-23A9-4988-B206-762562758597}" presName="thinLine3" presStyleLbl="callout" presStyleIdx="0" presStyleCnt="3"/>
      <dgm:spPr/>
    </dgm:pt>
    <dgm:pt modelId="{B07EF146-1074-419F-9D91-F0F303ED504D}" type="pres">
      <dgm:prSet presAssocID="{8525E7F8-4ABE-4ADA-85EC-EDC0663D2046}" presName="horz3" presStyleCnt="0"/>
      <dgm:spPr/>
    </dgm:pt>
    <dgm:pt modelId="{D8A30327-3040-41C4-B00B-B73C4C1E4545}" type="pres">
      <dgm:prSet presAssocID="{8525E7F8-4ABE-4ADA-85EC-EDC0663D2046}" presName="horzSpace3" presStyleCnt="0"/>
      <dgm:spPr/>
    </dgm:pt>
    <dgm:pt modelId="{7F2F4678-4F7F-4FFD-8745-84A17239AC11}" type="pres">
      <dgm:prSet presAssocID="{8525E7F8-4ABE-4ADA-85EC-EDC0663D2046}" presName="tx3" presStyleLbl="revTx" presStyleIdx="3" presStyleCnt="7"/>
      <dgm:spPr/>
    </dgm:pt>
    <dgm:pt modelId="{24129A6A-520E-4D5B-9360-3222C2FCD6E6}" type="pres">
      <dgm:prSet presAssocID="{8525E7F8-4ABE-4ADA-85EC-EDC0663D2046}" presName="vert3" presStyleCnt="0"/>
      <dgm:spPr/>
    </dgm:pt>
    <dgm:pt modelId="{C744808E-A935-4E57-8816-CBBB70473C10}" type="pres">
      <dgm:prSet presAssocID="{C333E1EF-90CC-4DF0-AC1D-0F70E74EE7D8}" presName="thinLine2b" presStyleLbl="callout" presStyleIdx="1" presStyleCnt="3"/>
      <dgm:spPr/>
    </dgm:pt>
    <dgm:pt modelId="{31B84476-17F2-4953-A275-772FB454536B}" type="pres">
      <dgm:prSet presAssocID="{C333E1EF-90CC-4DF0-AC1D-0F70E74EE7D8}" presName="vertSpace2b" presStyleCnt="0"/>
      <dgm:spPr/>
    </dgm:pt>
    <dgm:pt modelId="{7FD347DB-2FDA-42BF-AE41-F02032A43D3E}" type="pres">
      <dgm:prSet presAssocID="{1D7DBCC2-EAE5-47F8-8438-77F946461084}" presName="thickLine" presStyleLbl="alignNode1" presStyleIdx="1" presStyleCnt="2"/>
      <dgm:spPr/>
    </dgm:pt>
    <dgm:pt modelId="{983969FB-39EF-4353-94AB-DB23FB4BD225}" type="pres">
      <dgm:prSet presAssocID="{1D7DBCC2-EAE5-47F8-8438-77F946461084}" presName="horz1" presStyleCnt="0"/>
      <dgm:spPr/>
    </dgm:pt>
    <dgm:pt modelId="{3DC2C8B1-2178-4275-9FC0-5B9DBC5E2B02}" type="pres">
      <dgm:prSet presAssocID="{1D7DBCC2-EAE5-47F8-8438-77F946461084}" presName="tx1" presStyleLbl="revTx" presStyleIdx="4" presStyleCnt="7" custScaleY="95069" custLinFactNeighborY="926"/>
      <dgm:spPr/>
    </dgm:pt>
    <dgm:pt modelId="{084F96BE-5BB9-4925-944F-EA24CE5FCA62}" type="pres">
      <dgm:prSet presAssocID="{1D7DBCC2-EAE5-47F8-8438-77F946461084}" presName="vert1" presStyleCnt="0"/>
      <dgm:spPr/>
    </dgm:pt>
    <dgm:pt modelId="{32BE0E7D-BEAA-471F-92CD-61EAEA621C94}" type="pres">
      <dgm:prSet presAssocID="{9DEBD896-7FBB-492D-8A2C-20569A400AA6}" presName="vertSpace2a" presStyleCnt="0"/>
      <dgm:spPr/>
    </dgm:pt>
    <dgm:pt modelId="{8ADE3003-E2DB-4CD6-B8B3-3725D8B14298}" type="pres">
      <dgm:prSet presAssocID="{9DEBD896-7FBB-492D-8A2C-20569A400AA6}" presName="horz2" presStyleCnt="0"/>
      <dgm:spPr/>
    </dgm:pt>
    <dgm:pt modelId="{A5654A81-77CC-4446-8E27-2B30063C1B71}" type="pres">
      <dgm:prSet presAssocID="{9DEBD896-7FBB-492D-8A2C-20569A400AA6}" presName="horzSpace2" presStyleCnt="0"/>
      <dgm:spPr/>
    </dgm:pt>
    <dgm:pt modelId="{DA488D92-8F08-477E-B501-34D9E7B2F601}" type="pres">
      <dgm:prSet presAssocID="{9DEBD896-7FBB-492D-8A2C-20569A400AA6}" presName="tx2" presStyleLbl="revTx" presStyleIdx="5" presStyleCnt="7"/>
      <dgm:spPr/>
    </dgm:pt>
    <dgm:pt modelId="{A668E7FE-BB3D-42D3-B2CE-88255A09D31C}" type="pres">
      <dgm:prSet presAssocID="{9DEBD896-7FBB-492D-8A2C-20569A400AA6}" presName="vert2" presStyleCnt="0"/>
      <dgm:spPr/>
    </dgm:pt>
    <dgm:pt modelId="{97138C22-CE90-4B65-96FE-DFCB71EF0112}" type="pres">
      <dgm:prSet presAssocID="{9B4E6D6C-4F29-4C8D-B93A-6B77774EA249}" presName="horz3" presStyleCnt="0"/>
      <dgm:spPr/>
    </dgm:pt>
    <dgm:pt modelId="{97D0B3BC-37ED-4301-AC33-1138CCC02030}" type="pres">
      <dgm:prSet presAssocID="{9B4E6D6C-4F29-4C8D-B93A-6B77774EA249}" presName="horzSpace3" presStyleCnt="0"/>
      <dgm:spPr/>
    </dgm:pt>
    <dgm:pt modelId="{3586360D-7B68-46D4-BA06-9A69FD8A3482}" type="pres">
      <dgm:prSet presAssocID="{9B4E6D6C-4F29-4C8D-B93A-6B77774EA249}" presName="tx3" presStyleLbl="revTx" presStyleIdx="6" presStyleCnt="7"/>
      <dgm:spPr/>
    </dgm:pt>
    <dgm:pt modelId="{15EEADF0-7EA9-4E03-898A-FEA3DA756C15}" type="pres">
      <dgm:prSet presAssocID="{9B4E6D6C-4F29-4C8D-B93A-6B77774EA249}" presName="vert3" presStyleCnt="0"/>
      <dgm:spPr/>
    </dgm:pt>
    <dgm:pt modelId="{7D29DA25-FE38-4CA4-A669-8F01605C0D07}" type="pres">
      <dgm:prSet presAssocID="{9DEBD896-7FBB-492D-8A2C-20569A400AA6}" presName="thinLine2b" presStyleLbl="callout" presStyleIdx="2" presStyleCnt="3"/>
      <dgm:spPr/>
    </dgm:pt>
    <dgm:pt modelId="{CD4128A7-4EF8-4609-BCBD-D97CF9BF2A63}" type="pres">
      <dgm:prSet presAssocID="{9DEBD896-7FBB-492D-8A2C-20569A400AA6}" presName="vertSpace2b" presStyleCnt="0"/>
      <dgm:spPr/>
    </dgm:pt>
  </dgm:ptLst>
  <dgm:cxnLst>
    <dgm:cxn modelId="{D7463C09-C2A0-4457-8EDC-03B09B184C69}" srcId="{1D7DBCC2-EAE5-47F8-8438-77F946461084}" destId="{9DEBD896-7FBB-492D-8A2C-20569A400AA6}" srcOrd="0" destOrd="0" parTransId="{7C4A3DB2-A2FB-46CE-B3A2-E39335D99EAE}" sibTransId="{0255C055-ACA8-4DD1-9C20-3859D9046317}"/>
    <dgm:cxn modelId="{66B1D40E-67A8-49C3-9FF6-FE7302586BC2}" type="presOf" srcId="{8525E7F8-4ABE-4ADA-85EC-EDC0663D2046}" destId="{7F2F4678-4F7F-4FFD-8745-84A17239AC11}" srcOrd="0" destOrd="0" presId="urn:microsoft.com/office/officeart/2008/layout/LinedList"/>
    <dgm:cxn modelId="{3A59D212-4C01-4068-9C8D-E61948F9E4FC}" type="presOf" srcId="{4B6E5863-8CF2-4F87-9943-53913E74CEF1}" destId="{C88D08A6-95FB-4617-89CB-A1B1F479278E}" srcOrd="0" destOrd="0" presId="urn:microsoft.com/office/officeart/2008/layout/LinedList"/>
    <dgm:cxn modelId="{AE9AB123-891A-49EB-94B2-BB83DF2461E0}" srcId="{4B6E5863-8CF2-4F87-9943-53913E74CEF1}" destId="{B033EA5F-6DE7-4551-B948-FEC125CDA789}" srcOrd="0" destOrd="0" parTransId="{472CFA02-02C1-4094-B637-01B6D4180040}" sibTransId="{9BD06C66-7A4D-41BD-A791-A4E79786850F}"/>
    <dgm:cxn modelId="{2A0B5C2D-F2C6-4E39-8EE1-29713822E3F5}" srcId="{9DEBD896-7FBB-492D-8A2C-20569A400AA6}" destId="{9B4E6D6C-4F29-4C8D-B93A-6B77774EA249}" srcOrd="0" destOrd="0" parTransId="{E512EC78-9F77-4B47-AA57-535C57393719}" sibTransId="{48B648D0-8681-4644-94A4-5EBB96AB6F9F}"/>
    <dgm:cxn modelId="{0D66E16C-AA3A-42BB-AFAF-F357C879053C}" srcId="{4B6E5863-8CF2-4F87-9943-53913E74CEF1}" destId="{1D7DBCC2-EAE5-47F8-8438-77F946461084}" srcOrd="1" destOrd="0" parTransId="{5D4864DA-7473-477A-916F-E96161E3AFA2}" sibTransId="{5C4223A5-A73E-4AA3-81B5-B05B81E85F45}"/>
    <dgm:cxn modelId="{D84BBD4E-BE64-4B99-A2FE-3C8CCC041DC5}" type="presOf" srcId="{1D7DBCC2-EAE5-47F8-8438-77F946461084}" destId="{3DC2C8B1-2178-4275-9FC0-5B9DBC5E2B02}" srcOrd="0" destOrd="0" presId="urn:microsoft.com/office/officeart/2008/layout/LinedList"/>
    <dgm:cxn modelId="{333B6F4F-7504-4AE1-B0FF-0A21AA3F9AF1}" type="presOf" srcId="{FEC08F01-7535-40A7-996B-390B25BC5E9F}" destId="{4995F1DA-3E24-46B3-B9F0-3B2F5DEE35E1}" srcOrd="0" destOrd="0" presId="urn:microsoft.com/office/officeart/2008/layout/LinedList"/>
    <dgm:cxn modelId="{3C04E874-A385-4773-AFE6-600DF9A1F958}" srcId="{C333E1EF-90CC-4DF0-AC1D-0F70E74EE7D8}" destId="{8525E7F8-4ABE-4ADA-85EC-EDC0663D2046}" srcOrd="1" destOrd="0" parTransId="{3CA391A7-9932-47F0-863C-E43DF6DAF1A9}" sibTransId="{975B32FA-FAC0-403E-B35B-F6F2BCB789A2}"/>
    <dgm:cxn modelId="{21679EA9-C487-4FD8-A589-4F3C7F92F475}" type="presOf" srcId="{B033EA5F-6DE7-4551-B948-FEC125CDA789}" destId="{38757F86-436E-4570-80AC-46D9F827E45D}" srcOrd="0" destOrd="0" presId="urn:microsoft.com/office/officeart/2008/layout/LinedList"/>
    <dgm:cxn modelId="{E2561BB3-E680-4A21-ABA6-EED58AE68635}" srcId="{C333E1EF-90CC-4DF0-AC1D-0F70E74EE7D8}" destId="{FEC08F01-7535-40A7-996B-390B25BC5E9F}" srcOrd="0" destOrd="0" parTransId="{4317ED02-4377-45FA-BDB3-6BD4CAFBECA8}" sibTransId="{985F85A3-23A9-4988-B206-762562758597}"/>
    <dgm:cxn modelId="{DFE52BD5-0335-400F-88EC-5BE70D8CA4C6}" srcId="{B033EA5F-6DE7-4551-B948-FEC125CDA789}" destId="{C333E1EF-90CC-4DF0-AC1D-0F70E74EE7D8}" srcOrd="0" destOrd="0" parTransId="{901CC47B-8311-4EFD-8BAA-E4859CA00671}" sibTransId="{29AF34C0-2EE7-4276-9F86-DC3EB1D3DA7F}"/>
    <dgm:cxn modelId="{4315F9F3-BDAC-423D-8018-39BA86A6E614}" type="presOf" srcId="{9DEBD896-7FBB-492D-8A2C-20569A400AA6}" destId="{DA488D92-8F08-477E-B501-34D9E7B2F601}" srcOrd="0" destOrd="0" presId="urn:microsoft.com/office/officeart/2008/layout/LinedList"/>
    <dgm:cxn modelId="{757210F7-962F-4706-9718-D5F09EDB66C1}" type="presOf" srcId="{9B4E6D6C-4F29-4C8D-B93A-6B77774EA249}" destId="{3586360D-7B68-46D4-BA06-9A69FD8A3482}" srcOrd="0" destOrd="0" presId="urn:microsoft.com/office/officeart/2008/layout/LinedList"/>
    <dgm:cxn modelId="{8BD0E5FB-96F0-428E-AA26-FD6A7DD02040}" type="presOf" srcId="{C333E1EF-90CC-4DF0-AC1D-0F70E74EE7D8}" destId="{00A1854F-A249-4AE7-9F9F-BE2D6D09F5A6}" srcOrd="0" destOrd="0" presId="urn:microsoft.com/office/officeart/2008/layout/LinedList"/>
    <dgm:cxn modelId="{5679F110-BF7D-4B51-B81E-3FD6B959DE43}" type="presParOf" srcId="{C88D08A6-95FB-4617-89CB-A1B1F479278E}" destId="{7C853D1B-0BF2-4D8E-9065-A20495ABC9F4}" srcOrd="0" destOrd="0" presId="urn:microsoft.com/office/officeart/2008/layout/LinedList"/>
    <dgm:cxn modelId="{73FC2662-9446-4B21-9B6F-58437FA62C2B}" type="presParOf" srcId="{C88D08A6-95FB-4617-89CB-A1B1F479278E}" destId="{0B8B9173-A989-420E-96AD-0ADC1787A764}" srcOrd="1" destOrd="0" presId="urn:microsoft.com/office/officeart/2008/layout/LinedList"/>
    <dgm:cxn modelId="{98674D77-34C8-47EE-BE24-382C8F179F7C}" type="presParOf" srcId="{0B8B9173-A989-420E-96AD-0ADC1787A764}" destId="{38757F86-436E-4570-80AC-46D9F827E45D}" srcOrd="0" destOrd="0" presId="urn:microsoft.com/office/officeart/2008/layout/LinedList"/>
    <dgm:cxn modelId="{6EB1898A-4873-4D00-9B4F-DB5ED6F65194}" type="presParOf" srcId="{0B8B9173-A989-420E-96AD-0ADC1787A764}" destId="{905DD66A-A947-40A9-85E7-C30C4B036C70}" srcOrd="1" destOrd="0" presId="urn:microsoft.com/office/officeart/2008/layout/LinedList"/>
    <dgm:cxn modelId="{5C050943-5D86-4074-93A5-FB8D40D23CCC}" type="presParOf" srcId="{905DD66A-A947-40A9-85E7-C30C4B036C70}" destId="{9A60AE09-2880-4082-85D6-BA23FB1E3042}" srcOrd="0" destOrd="0" presId="urn:microsoft.com/office/officeart/2008/layout/LinedList"/>
    <dgm:cxn modelId="{1B4B9ED6-BDAF-44F4-87A3-7846B46B2E72}" type="presParOf" srcId="{905DD66A-A947-40A9-85E7-C30C4B036C70}" destId="{59478BD6-81F9-468C-A97A-1863A589A72A}" srcOrd="1" destOrd="0" presId="urn:microsoft.com/office/officeart/2008/layout/LinedList"/>
    <dgm:cxn modelId="{00E88F5B-0428-44F3-A45B-8A5029367AE5}" type="presParOf" srcId="{59478BD6-81F9-468C-A97A-1863A589A72A}" destId="{08704E1E-79A1-4955-8A3A-BA3692BEBA99}" srcOrd="0" destOrd="0" presId="urn:microsoft.com/office/officeart/2008/layout/LinedList"/>
    <dgm:cxn modelId="{E3D75E36-D48B-4130-AA08-D4DEADAD0231}" type="presParOf" srcId="{59478BD6-81F9-468C-A97A-1863A589A72A}" destId="{00A1854F-A249-4AE7-9F9F-BE2D6D09F5A6}" srcOrd="1" destOrd="0" presId="urn:microsoft.com/office/officeart/2008/layout/LinedList"/>
    <dgm:cxn modelId="{07AEC7D9-732F-42FE-A442-B755372736A8}" type="presParOf" srcId="{59478BD6-81F9-468C-A97A-1863A589A72A}" destId="{30EFB674-6BDD-47BB-BA65-E8AB57AFF217}" srcOrd="2" destOrd="0" presId="urn:microsoft.com/office/officeart/2008/layout/LinedList"/>
    <dgm:cxn modelId="{BB8B02BE-718E-4EC3-895E-D78919275F1C}" type="presParOf" srcId="{30EFB674-6BDD-47BB-BA65-E8AB57AFF217}" destId="{96BD2F3F-B235-47FC-A9A7-B560F5D8A65C}" srcOrd="0" destOrd="0" presId="urn:microsoft.com/office/officeart/2008/layout/LinedList"/>
    <dgm:cxn modelId="{9D0DB672-436A-4510-AB39-8671CEA9AD0A}" type="presParOf" srcId="{96BD2F3F-B235-47FC-A9A7-B560F5D8A65C}" destId="{B9646DD3-496D-4A35-994D-66E07EFCF2BD}" srcOrd="0" destOrd="0" presId="urn:microsoft.com/office/officeart/2008/layout/LinedList"/>
    <dgm:cxn modelId="{3C47FACE-445F-4AA4-BC74-EDCC0E22638C}" type="presParOf" srcId="{96BD2F3F-B235-47FC-A9A7-B560F5D8A65C}" destId="{4995F1DA-3E24-46B3-B9F0-3B2F5DEE35E1}" srcOrd="1" destOrd="0" presId="urn:microsoft.com/office/officeart/2008/layout/LinedList"/>
    <dgm:cxn modelId="{DC5D3E4F-A7A9-4561-BD25-F745E6E6CE15}" type="presParOf" srcId="{96BD2F3F-B235-47FC-A9A7-B560F5D8A65C}" destId="{C3BB9F36-4E42-4F4D-9127-C8987B2E3BEE}" srcOrd="2" destOrd="0" presId="urn:microsoft.com/office/officeart/2008/layout/LinedList"/>
    <dgm:cxn modelId="{D4806FEF-58B9-4EF4-AFFA-3C7D2BF0CE70}" type="presParOf" srcId="{30EFB674-6BDD-47BB-BA65-E8AB57AFF217}" destId="{75958CC8-2510-43CE-BCE1-572146F16EC1}" srcOrd="1" destOrd="0" presId="urn:microsoft.com/office/officeart/2008/layout/LinedList"/>
    <dgm:cxn modelId="{8B2D9D18-25B1-4C3D-B496-951300C88733}" type="presParOf" srcId="{30EFB674-6BDD-47BB-BA65-E8AB57AFF217}" destId="{B07EF146-1074-419F-9D91-F0F303ED504D}" srcOrd="2" destOrd="0" presId="urn:microsoft.com/office/officeart/2008/layout/LinedList"/>
    <dgm:cxn modelId="{AF5270B7-FD58-40E6-9967-B8061A6000E9}" type="presParOf" srcId="{B07EF146-1074-419F-9D91-F0F303ED504D}" destId="{D8A30327-3040-41C4-B00B-B73C4C1E4545}" srcOrd="0" destOrd="0" presId="urn:microsoft.com/office/officeart/2008/layout/LinedList"/>
    <dgm:cxn modelId="{DE4CADAD-DCFC-4FCB-8DE8-E3F86E529D7F}" type="presParOf" srcId="{B07EF146-1074-419F-9D91-F0F303ED504D}" destId="{7F2F4678-4F7F-4FFD-8745-84A17239AC11}" srcOrd="1" destOrd="0" presId="urn:microsoft.com/office/officeart/2008/layout/LinedList"/>
    <dgm:cxn modelId="{C125CA27-6709-4355-818F-B3757E7E3313}" type="presParOf" srcId="{B07EF146-1074-419F-9D91-F0F303ED504D}" destId="{24129A6A-520E-4D5B-9360-3222C2FCD6E6}" srcOrd="2" destOrd="0" presId="urn:microsoft.com/office/officeart/2008/layout/LinedList"/>
    <dgm:cxn modelId="{512AD9C9-A3FA-470A-8102-01FC9383586F}" type="presParOf" srcId="{905DD66A-A947-40A9-85E7-C30C4B036C70}" destId="{C744808E-A935-4E57-8816-CBBB70473C10}" srcOrd="2" destOrd="0" presId="urn:microsoft.com/office/officeart/2008/layout/LinedList"/>
    <dgm:cxn modelId="{AD152ADF-F1E8-42A1-977E-E9DC22B608A7}" type="presParOf" srcId="{905DD66A-A947-40A9-85E7-C30C4B036C70}" destId="{31B84476-17F2-4953-A275-772FB454536B}" srcOrd="3" destOrd="0" presId="urn:microsoft.com/office/officeart/2008/layout/LinedList"/>
    <dgm:cxn modelId="{5005E973-D1DA-421C-A3CE-F75A56F4EB9A}" type="presParOf" srcId="{C88D08A6-95FB-4617-89CB-A1B1F479278E}" destId="{7FD347DB-2FDA-42BF-AE41-F02032A43D3E}" srcOrd="2" destOrd="0" presId="urn:microsoft.com/office/officeart/2008/layout/LinedList"/>
    <dgm:cxn modelId="{BAD0EF81-26BA-4218-991E-3E611F3074E2}" type="presParOf" srcId="{C88D08A6-95FB-4617-89CB-A1B1F479278E}" destId="{983969FB-39EF-4353-94AB-DB23FB4BD225}" srcOrd="3" destOrd="0" presId="urn:microsoft.com/office/officeart/2008/layout/LinedList"/>
    <dgm:cxn modelId="{46CFDCB2-3295-4DED-AE30-1A56620FC9C3}" type="presParOf" srcId="{983969FB-39EF-4353-94AB-DB23FB4BD225}" destId="{3DC2C8B1-2178-4275-9FC0-5B9DBC5E2B02}" srcOrd="0" destOrd="0" presId="urn:microsoft.com/office/officeart/2008/layout/LinedList"/>
    <dgm:cxn modelId="{958ADE93-C4B0-4155-8088-D8057799D763}" type="presParOf" srcId="{983969FB-39EF-4353-94AB-DB23FB4BD225}" destId="{084F96BE-5BB9-4925-944F-EA24CE5FCA62}" srcOrd="1" destOrd="0" presId="urn:microsoft.com/office/officeart/2008/layout/LinedList"/>
    <dgm:cxn modelId="{F9329778-A94B-4903-A7DC-7F843FA86589}" type="presParOf" srcId="{084F96BE-5BB9-4925-944F-EA24CE5FCA62}" destId="{32BE0E7D-BEAA-471F-92CD-61EAEA621C94}" srcOrd="0" destOrd="0" presId="urn:microsoft.com/office/officeart/2008/layout/LinedList"/>
    <dgm:cxn modelId="{D8DF0580-D99A-44A4-863F-67B358C69CF7}" type="presParOf" srcId="{084F96BE-5BB9-4925-944F-EA24CE5FCA62}" destId="{8ADE3003-E2DB-4CD6-B8B3-3725D8B14298}" srcOrd="1" destOrd="0" presId="urn:microsoft.com/office/officeart/2008/layout/LinedList"/>
    <dgm:cxn modelId="{2ABC35C5-51DC-45B8-B162-8A987412DF3F}" type="presParOf" srcId="{8ADE3003-E2DB-4CD6-B8B3-3725D8B14298}" destId="{A5654A81-77CC-4446-8E27-2B30063C1B71}" srcOrd="0" destOrd="0" presId="urn:microsoft.com/office/officeart/2008/layout/LinedList"/>
    <dgm:cxn modelId="{290DEB30-D009-45AA-BF15-54921FF19B41}" type="presParOf" srcId="{8ADE3003-E2DB-4CD6-B8B3-3725D8B14298}" destId="{DA488D92-8F08-477E-B501-34D9E7B2F601}" srcOrd="1" destOrd="0" presId="urn:microsoft.com/office/officeart/2008/layout/LinedList"/>
    <dgm:cxn modelId="{FA6E323B-2CBF-4A78-A98F-AFF81C0E597D}" type="presParOf" srcId="{8ADE3003-E2DB-4CD6-B8B3-3725D8B14298}" destId="{A668E7FE-BB3D-42D3-B2CE-88255A09D31C}" srcOrd="2" destOrd="0" presId="urn:microsoft.com/office/officeart/2008/layout/LinedList"/>
    <dgm:cxn modelId="{F57ECE78-FA06-4B6A-B0D4-29A7CE772C33}" type="presParOf" srcId="{A668E7FE-BB3D-42D3-B2CE-88255A09D31C}" destId="{97138C22-CE90-4B65-96FE-DFCB71EF0112}" srcOrd="0" destOrd="0" presId="urn:microsoft.com/office/officeart/2008/layout/LinedList"/>
    <dgm:cxn modelId="{19D5202E-ACDB-43EB-B3D0-037742719C80}" type="presParOf" srcId="{97138C22-CE90-4B65-96FE-DFCB71EF0112}" destId="{97D0B3BC-37ED-4301-AC33-1138CCC02030}" srcOrd="0" destOrd="0" presId="urn:microsoft.com/office/officeart/2008/layout/LinedList"/>
    <dgm:cxn modelId="{97141E17-6E6C-43D3-8A7C-731EB573D56D}" type="presParOf" srcId="{97138C22-CE90-4B65-96FE-DFCB71EF0112}" destId="{3586360D-7B68-46D4-BA06-9A69FD8A3482}" srcOrd="1" destOrd="0" presId="urn:microsoft.com/office/officeart/2008/layout/LinedList"/>
    <dgm:cxn modelId="{EBC00985-3168-4475-9522-79718FAF5F23}" type="presParOf" srcId="{97138C22-CE90-4B65-96FE-DFCB71EF0112}" destId="{15EEADF0-7EA9-4E03-898A-FEA3DA756C15}" srcOrd="2" destOrd="0" presId="urn:microsoft.com/office/officeart/2008/layout/LinedList"/>
    <dgm:cxn modelId="{0BA39609-988A-4E5E-A9E4-C326BC494C38}" type="presParOf" srcId="{084F96BE-5BB9-4925-944F-EA24CE5FCA62}" destId="{7D29DA25-FE38-4CA4-A669-8F01605C0D07}" srcOrd="2" destOrd="0" presId="urn:microsoft.com/office/officeart/2008/layout/LinedList"/>
    <dgm:cxn modelId="{8128A67F-530D-4725-9433-1FC22980B8EA}" type="presParOf" srcId="{084F96BE-5BB9-4925-944F-EA24CE5FCA62}" destId="{CD4128A7-4EF8-4609-BCBD-D97CF9BF2A63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43B7F7-033E-42E1-BDE7-0F6E798AC149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D6D3FE25-9531-4892-9701-15E888671029}">
      <dgm:prSet phldrT="[Texto]" custT="1"/>
      <dgm:spPr/>
      <dgm:t>
        <a:bodyPr/>
        <a:lstStyle/>
        <a:p>
          <a:r>
            <a:rPr lang="pt-BR" sz="2800" b="1" dirty="0"/>
            <a:t>Baseados em </a:t>
          </a:r>
          <a:r>
            <a:rPr lang="pt-BR" sz="2800" b="1" i="1" dirty="0"/>
            <a:t>rating</a:t>
          </a:r>
        </a:p>
      </dgm:t>
    </dgm:pt>
    <dgm:pt modelId="{0ADF1433-B3CF-4C22-93A7-495E1E3B27B3}" type="parTrans" cxnId="{69536E06-F740-4776-9003-D8D3967C8922}">
      <dgm:prSet/>
      <dgm:spPr/>
      <dgm:t>
        <a:bodyPr/>
        <a:lstStyle/>
        <a:p>
          <a:endParaRPr lang="pt-BR" b="0"/>
        </a:p>
      </dgm:t>
    </dgm:pt>
    <dgm:pt modelId="{87166E4E-C190-4FCB-A4D7-522613135385}" type="sibTrans" cxnId="{69536E06-F740-4776-9003-D8D3967C8922}">
      <dgm:prSet/>
      <dgm:spPr/>
      <dgm:t>
        <a:bodyPr/>
        <a:lstStyle/>
        <a:p>
          <a:endParaRPr lang="pt-BR" b="0"/>
        </a:p>
      </dgm:t>
    </dgm:pt>
    <dgm:pt modelId="{6D0B1B6F-89D8-4770-9C2E-7A68776B6F6C}">
      <dgm:prSet phldrT="[Texto]"/>
      <dgm:spPr/>
      <dgm:t>
        <a:bodyPr/>
        <a:lstStyle/>
        <a:p>
          <a:r>
            <a:rPr lang="pt-BR" b="0" dirty="0"/>
            <a:t>O objetivo é prever explicitamente a nota numérica que um usuário daria a um item</a:t>
          </a:r>
        </a:p>
      </dgm:t>
    </dgm:pt>
    <dgm:pt modelId="{98E5C84F-9A81-48EB-BC50-BD57E1DF0FB5}" type="parTrans" cxnId="{3EE4A112-69A0-42C6-B6F6-0B328E83C939}">
      <dgm:prSet/>
      <dgm:spPr/>
      <dgm:t>
        <a:bodyPr/>
        <a:lstStyle/>
        <a:p>
          <a:endParaRPr lang="pt-BR" b="0"/>
        </a:p>
      </dgm:t>
    </dgm:pt>
    <dgm:pt modelId="{5C838BE0-2B9C-4EA6-904B-0A9726548912}" type="sibTrans" cxnId="{3EE4A112-69A0-42C6-B6F6-0B328E83C939}">
      <dgm:prSet/>
      <dgm:spPr/>
      <dgm:t>
        <a:bodyPr/>
        <a:lstStyle/>
        <a:p>
          <a:endParaRPr lang="pt-BR" b="0"/>
        </a:p>
      </dgm:t>
    </dgm:pt>
    <dgm:pt modelId="{53C0872D-0293-48EA-85BD-719326C30E51}">
      <dgm:prSet phldrT="[Texto]"/>
      <dgm:spPr/>
      <dgm:t>
        <a:bodyPr/>
        <a:lstStyle/>
        <a:p>
          <a:r>
            <a:rPr lang="pt-BR" b="1" dirty="0"/>
            <a:t>Algoritmos</a:t>
          </a:r>
        </a:p>
      </dgm:t>
    </dgm:pt>
    <dgm:pt modelId="{71DF9AF5-48F5-4D3B-BA1C-AE205729814D}" type="parTrans" cxnId="{5A3A2E78-E068-4E6E-9BAF-87C878AFB103}">
      <dgm:prSet/>
      <dgm:spPr/>
      <dgm:t>
        <a:bodyPr/>
        <a:lstStyle/>
        <a:p>
          <a:endParaRPr lang="pt-BR" b="0"/>
        </a:p>
      </dgm:t>
    </dgm:pt>
    <dgm:pt modelId="{B0FA4536-059C-4D06-80A9-7F63F6F1BB44}" type="sibTrans" cxnId="{5A3A2E78-E068-4E6E-9BAF-87C878AFB103}">
      <dgm:prSet/>
      <dgm:spPr/>
      <dgm:t>
        <a:bodyPr/>
        <a:lstStyle/>
        <a:p>
          <a:endParaRPr lang="pt-BR" b="0"/>
        </a:p>
      </dgm:t>
    </dgm:pt>
    <dgm:pt modelId="{F62CEB21-45E7-4942-8AEF-9385A3E985DA}">
      <dgm:prSet phldrT="[Texto]" custT="1"/>
      <dgm:spPr/>
      <dgm:t>
        <a:bodyPr/>
        <a:lstStyle/>
        <a:p>
          <a:r>
            <a:rPr lang="pt-BR" sz="2800" b="1" dirty="0"/>
            <a:t>Baseados em </a:t>
          </a:r>
          <a:r>
            <a:rPr lang="pt-BR" sz="2800" b="1" i="1" dirty="0"/>
            <a:t>ranking</a:t>
          </a:r>
        </a:p>
      </dgm:t>
    </dgm:pt>
    <dgm:pt modelId="{9DC3AC92-0454-43D2-94A5-4E8A2797CC77}" type="parTrans" cxnId="{2B33425D-5896-4080-BB58-A8D2828BC273}">
      <dgm:prSet/>
      <dgm:spPr/>
      <dgm:t>
        <a:bodyPr/>
        <a:lstStyle/>
        <a:p>
          <a:endParaRPr lang="pt-BR" b="0"/>
        </a:p>
      </dgm:t>
    </dgm:pt>
    <dgm:pt modelId="{2FFEB80E-C3DF-48C5-8DF4-59C503F825F0}" type="sibTrans" cxnId="{2B33425D-5896-4080-BB58-A8D2828BC273}">
      <dgm:prSet/>
      <dgm:spPr/>
      <dgm:t>
        <a:bodyPr/>
        <a:lstStyle/>
        <a:p>
          <a:endParaRPr lang="pt-BR" b="0"/>
        </a:p>
      </dgm:t>
    </dgm:pt>
    <dgm:pt modelId="{BB3BDE66-5128-4622-B147-C3ED356FD971}">
      <dgm:prSet phldrT="[Texto]"/>
      <dgm:spPr/>
      <dgm:t>
        <a:bodyPr/>
        <a:lstStyle/>
        <a:p>
          <a:r>
            <a:rPr lang="pt-BR" b="0" dirty="0"/>
            <a:t>Não tentam prever uma nota explícita, mas sim ordenar os itens de acordo com a probabilidade de interesse do usuário</a:t>
          </a:r>
        </a:p>
      </dgm:t>
    </dgm:pt>
    <dgm:pt modelId="{DE89B256-7352-4D1C-9BA8-2ECAB828948D}" type="parTrans" cxnId="{55AB49CF-7F3F-4F81-9ED3-3BEB34BEB6BE}">
      <dgm:prSet/>
      <dgm:spPr/>
      <dgm:t>
        <a:bodyPr/>
        <a:lstStyle/>
        <a:p>
          <a:endParaRPr lang="pt-BR" b="0"/>
        </a:p>
      </dgm:t>
    </dgm:pt>
    <dgm:pt modelId="{4E8FFF62-089E-4CB4-AF11-BA909EEA0F21}" type="sibTrans" cxnId="{55AB49CF-7F3F-4F81-9ED3-3BEB34BEB6BE}">
      <dgm:prSet/>
      <dgm:spPr/>
      <dgm:t>
        <a:bodyPr/>
        <a:lstStyle/>
        <a:p>
          <a:endParaRPr lang="pt-BR" b="0"/>
        </a:p>
      </dgm:t>
    </dgm:pt>
    <dgm:pt modelId="{B3387002-E421-4747-84DF-0DF2595C6E4F}">
      <dgm:prSet phldrT="[Texto]"/>
      <dgm:spPr/>
      <dgm:t>
        <a:bodyPr/>
        <a:lstStyle/>
        <a:p>
          <a:r>
            <a:rPr lang="pt-BR" b="1" dirty="0"/>
            <a:t>Algoritmos</a:t>
          </a:r>
        </a:p>
      </dgm:t>
    </dgm:pt>
    <dgm:pt modelId="{4F97F02A-5F64-4C5D-A009-CF0B5C576D64}" type="parTrans" cxnId="{C6F66655-0BED-43A2-8D67-C2F3CBEEC9D0}">
      <dgm:prSet/>
      <dgm:spPr/>
      <dgm:t>
        <a:bodyPr/>
        <a:lstStyle/>
        <a:p>
          <a:endParaRPr lang="pt-BR" b="0"/>
        </a:p>
      </dgm:t>
    </dgm:pt>
    <dgm:pt modelId="{3DBAE472-AAFE-4299-9077-A7A738606590}" type="sibTrans" cxnId="{C6F66655-0BED-43A2-8D67-C2F3CBEEC9D0}">
      <dgm:prSet/>
      <dgm:spPr/>
      <dgm:t>
        <a:bodyPr/>
        <a:lstStyle/>
        <a:p>
          <a:endParaRPr lang="pt-BR" b="0"/>
        </a:p>
      </dgm:t>
    </dgm:pt>
    <dgm:pt modelId="{C7F011DC-1940-4676-B535-F21EF5E45222}">
      <dgm:prSet phldrT="[Texto]"/>
      <dgm:spPr/>
      <dgm:t>
        <a:bodyPr/>
        <a:lstStyle/>
        <a:p>
          <a:r>
            <a:rPr lang="pt-BR" b="0" dirty="0" err="1"/>
            <a:t>User-Based</a:t>
          </a:r>
          <a:r>
            <a:rPr lang="pt-BR" b="0" dirty="0"/>
            <a:t> CF 
Item-</a:t>
          </a:r>
          <a:r>
            <a:rPr lang="pt-BR" b="0" dirty="0" err="1"/>
            <a:t>Based</a:t>
          </a:r>
          <a:r>
            <a:rPr lang="pt-BR" b="0" dirty="0"/>
            <a:t> 
Matrix </a:t>
          </a:r>
          <a:r>
            <a:rPr lang="pt-BR" b="0" dirty="0" err="1"/>
            <a:t>Factorization</a:t>
          </a:r>
          <a:r>
            <a:rPr lang="pt-BR" b="0" dirty="0"/>
            <a:t> (SVD, ALS)</a:t>
          </a:r>
        </a:p>
      </dgm:t>
    </dgm:pt>
    <dgm:pt modelId="{289EF97A-F3D7-407E-974A-D389073B2E87}" type="parTrans" cxnId="{A16B5AF5-5258-4A0F-8700-BC9F4792A914}">
      <dgm:prSet/>
      <dgm:spPr/>
      <dgm:t>
        <a:bodyPr/>
        <a:lstStyle/>
        <a:p>
          <a:endParaRPr lang="pt-BR" b="0"/>
        </a:p>
      </dgm:t>
    </dgm:pt>
    <dgm:pt modelId="{7A801D64-625A-4F2B-A404-3BB6053D51B0}" type="sibTrans" cxnId="{A16B5AF5-5258-4A0F-8700-BC9F4792A914}">
      <dgm:prSet/>
      <dgm:spPr/>
      <dgm:t>
        <a:bodyPr/>
        <a:lstStyle/>
        <a:p>
          <a:endParaRPr lang="pt-BR" b="0"/>
        </a:p>
      </dgm:t>
    </dgm:pt>
    <dgm:pt modelId="{3E9BD300-EE98-46FF-A61B-2FE3D08670D1}">
      <dgm:prSet phldrT="[Texto]"/>
      <dgm:spPr/>
      <dgm:t>
        <a:bodyPr/>
        <a:lstStyle/>
        <a:p>
          <a:r>
            <a:rPr lang="pt-BR" b="0" dirty="0"/>
            <a:t>A saída é a avaliação do usuário para um item</a:t>
          </a:r>
        </a:p>
      </dgm:t>
    </dgm:pt>
    <dgm:pt modelId="{05EA8F0D-6B14-4B30-87AA-990E5EB2D806}" type="parTrans" cxnId="{A283C3D5-8CE2-4EF1-9E91-D046C1D8797B}">
      <dgm:prSet/>
      <dgm:spPr/>
      <dgm:t>
        <a:bodyPr/>
        <a:lstStyle/>
        <a:p>
          <a:endParaRPr lang="pt-BR" b="0"/>
        </a:p>
      </dgm:t>
    </dgm:pt>
    <dgm:pt modelId="{8055E35B-63C0-4025-B7E6-9183318D8816}" type="sibTrans" cxnId="{A283C3D5-8CE2-4EF1-9E91-D046C1D8797B}">
      <dgm:prSet/>
      <dgm:spPr/>
      <dgm:t>
        <a:bodyPr/>
        <a:lstStyle/>
        <a:p>
          <a:endParaRPr lang="pt-BR" b="0"/>
        </a:p>
      </dgm:t>
    </dgm:pt>
    <dgm:pt modelId="{03013D27-65D8-4D9D-8F37-D4EFC046DCEA}">
      <dgm:prSet phldrT="[Texto]"/>
      <dgm:spPr/>
      <dgm:t>
        <a:bodyPr/>
        <a:lstStyle/>
        <a:p>
          <a:r>
            <a:rPr lang="pt-BR" b="0" dirty="0"/>
            <a:t>BPR (</a:t>
          </a:r>
          <a:r>
            <a:rPr lang="pt-BR" b="0" i="1" dirty="0" err="1"/>
            <a:t>Bayesian</a:t>
          </a:r>
          <a:r>
            <a:rPr lang="pt-BR" b="0" i="1" dirty="0"/>
            <a:t> </a:t>
          </a:r>
          <a:r>
            <a:rPr lang="pt-BR" b="0" i="1" dirty="0" err="1"/>
            <a:t>Personalized</a:t>
          </a:r>
          <a:r>
            <a:rPr lang="pt-BR" b="0" i="1" dirty="0"/>
            <a:t> Ranking</a:t>
          </a:r>
          <a:r>
            <a:rPr lang="pt-BR" b="0" dirty="0"/>
            <a:t>)
</a:t>
          </a:r>
          <a:r>
            <a:rPr lang="pt-BR" b="0" dirty="0" err="1"/>
            <a:t>LambdaRank</a:t>
          </a:r>
          <a:r>
            <a:rPr lang="pt-BR" b="0" dirty="0"/>
            <a:t> 
Modelos baseados em pares</a:t>
          </a:r>
        </a:p>
      </dgm:t>
    </dgm:pt>
    <dgm:pt modelId="{834C1C7F-E4FB-4392-9E22-6F489A2F8767}" type="parTrans" cxnId="{292FB6AF-75BF-4E97-9C6F-089E87E4D856}">
      <dgm:prSet/>
      <dgm:spPr/>
      <dgm:t>
        <a:bodyPr/>
        <a:lstStyle/>
        <a:p>
          <a:endParaRPr lang="pt-BR" b="0"/>
        </a:p>
      </dgm:t>
    </dgm:pt>
    <dgm:pt modelId="{ABBFFFCF-716A-404C-A398-CF7D5B468970}" type="sibTrans" cxnId="{292FB6AF-75BF-4E97-9C6F-089E87E4D856}">
      <dgm:prSet/>
      <dgm:spPr/>
      <dgm:t>
        <a:bodyPr/>
        <a:lstStyle/>
        <a:p>
          <a:endParaRPr lang="pt-BR" b="0"/>
        </a:p>
      </dgm:t>
    </dgm:pt>
    <dgm:pt modelId="{24E6BA1C-7C03-4506-95E7-EA032EA7CB8C}">
      <dgm:prSet phldrT="[Texto]"/>
      <dgm:spPr/>
      <dgm:t>
        <a:bodyPr/>
        <a:lstStyle/>
        <a:p>
          <a:r>
            <a:rPr lang="pt-BR" b="0" dirty="0"/>
            <a:t>A saída deve indicar a ordem dos itens para um usuário</a:t>
          </a:r>
        </a:p>
      </dgm:t>
    </dgm:pt>
    <dgm:pt modelId="{8996F130-384F-41C3-8187-0F73BFF4CA1A}" type="parTrans" cxnId="{075BE58B-8E5F-4F44-B7DC-42A94B647F02}">
      <dgm:prSet/>
      <dgm:spPr/>
      <dgm:t>
        <a:bodyPr/>
        <a:lstStyle/>
        <a:p>
          <a:endParaRPr lang="pt-BR" b="0"/>
        </a:p>
      </dgm:t>
    </dgm:pt>
    <dgm:pt modelId="{AA5A17DA-252D-4D4A-B5CB-6CD94A0FDC2A}" type="sibTrans" cxnId="{075BE58B-8E5F-4F44-B7DC-42A94B647F02}">
      <dgm:prSet/>
      <dgm:spPr/>
      <dgm:t>
        <a:bodyPr/>
        <a:lstStyle/>
        <a:p>
          <a:endParaRPr lang="pt-BR" b="0"/>
        </a:p>
      </dgm:t>
    </dgm:pt>
    <dgm:pt modelId="{62F77652-6992-4272-98E6-BA211356C4F9}" type="pres">
      <dgm:prSet presAssocID="{9843B7F7-033E-42E1-BDE7-0F6E798AC149}" presName="Name0" presStyleCnt="0">
        <dgm:presLayoutVars>
          <dgm:dir/>
          <dgm:animLvl val="lvl"/>
          <dgm:resizeHandles val="exact"/>
        </dgm:presLayoutVars>
      </dgm:prSet>
      <dgm:spPr/>
    </dgm:pt>
    <dgm:pt modelId="{161CD38C-0EB2-40F4-A8C3-4053DD81708D}" type="pres">
      <dgm:prSet presAssocID="{D6D3FE25-9531-4892-9701-15E888671029}" presName="composite" presStyleCnt="0"/>
      <dgm:spPr/>
    </dgm:pt>
    <dgm:pt modelId="{BAA52A54-DD6E-47BB-A6DD-78274842B545}" type="pres">
      <dgm:prSet presAssocID="{D6D3FE25-9531-4892-9701-15E8886710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060AECF6-467E-4028-948F-33FC6DEEA537}" type="pres">
      <dgm:prSet presAssocID="{D6D3FE25-9531-4892-9701-15E888671029}" presName="desTx" presStyleLbl="alignAccFollowNode1" presStyleIdx="0" presStyleCnt="2">
        <dgm:presLayoutVars>
          <dgm:bulletEnabled val="1"/>
        </dgm:presLayoutVars>
      </dgm:prSet>
      <dgm:spPr/>
    </dgm:pt>
    <dgm:pt modelId="{66E9A20D-DCD7-4AB2-9CCA-19AC10CD803B}" type="pres">
      <dgm:prSet presAssocID="{87166E4E-C190-4FCB-A4D7-522613135385}" presName="space" presStyleCnt="0"/>
      <dgm:spPr/>
    </dgm:pt>
    <dgm:pt modelId="{95E74252-C673-4305-8E70-1BAD6FF956CF}" type="pres">
      <dgm:prSet presAssocID="{F62CEB21-45E7-4942-8AEF-9385A3E985DA}" presName="composite" presStyleCnt="0"/>
      <dgm:spPr/>
    </dgm:pt>
    <dgm:pt modelId="{2A271D81-C42F-4783-A07F-69EA255B2F8D}" type="pres">
      <dgm:prSet presAssocID="{F62CEB21-45E7-4942-8AEF-9385A3E985DA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B5DE1A7-3D96-40A9-AFD4-E36EF3E656DB}" type="pres">
      <dgm:prSet presAssocID="{F62CEB21-45E7-4942-8AEF-9385A3E985D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9536E06-F740-4776-9003-D8D3967C8922}" srcId="{9843B7F7-033E-42E1-BDE7-0F6E798AC149}" destId="{D6D3FE25-9531-4892-9701-15E888671029}" srcOrd="0" destOrd="0" parTransId="{0ADF1433-B3CF-4C22-93A7-495E1E3B27B3}" sibTransId="{87166E4E-C190-4FCB-A4D7-522613135385}"/>
    <dgm:cxn modelId="{DC797C07-8D05-4665-9621-85B388336893}" type="presOf" srcId="{C7F011DC-1940-4676-B535-F21EF5E45222}" destId="{060AECF6-467E-4028-948F-33FC6DEEA537}" srcOrd="0" destOrd="3" presId="urn:microsoft.com/office/officeart/2005/8/layout/hList1"/>
    <dgm:cxn modelId="{3EE4A112-69A0-42C6-B6F6-0B328E83C939}" srcId="{D6D3FE25-9531-4892-9701-15E888671029}" destId="{6D0B1B6F-89D8-4770-9C2E-7A68776B6F6C}" srcOrd="0" destOrd="0" parTransId="{98E5C84F-9A81-48EB-BC50-BD57E1DF0FB5}" sibTransId="{5C838BE0-2B9C-4EA6-904B-0A9726548912}"/>
    <dgm:cxn modelId="{3FB13F16-D5A6-4C27-8845-B57187A5F8C8}" type="presOf" srcId="{BB3BDE66-5128-4622-B147-C3ED356FD971}" destId="{0B5DE1A7-3D96-40A9-AFD4-E36EF3E656DB}" srcOrd="0" destOrd="0" presId="urn:microsoft.com/office/officeart/2005/8/layout/hList1"/>
    <dgm:cxn modelId="{9369363D-E727-4768-9A1F-B2AC58796550}" type="presOf" srcId="{03013D27-65D8-4D9D-8F37-D4EFC046DCEA}" destId="{0B5DE1A7-3D96-40A9-AFD4-E36EF3E656DB}" srcOrd="0" destOrd="3" presId="urn:microsoft.com/office/officeart/2005/8/layout/hList1"/>
    <dgm:cxn modelId="{D988193E-4745-4122-8B06-C01D93380D32}" type="presOf" srcId="{24E6BA1C-7C03-4506-95E7-EA032EA7CB8C}" destId="{0B5DE1A7-3D96-40A9-AFD4-E36EF3E656DB}" srcOrd="0" destOrd="1" presId="urn:microsoft.com/office/officeart/2005/8/layout/hList1"/>
    <dgm:cxn modelId="{2B33425D-5896-4080-BB58-A8D2828BC273}" srcId="{9843B7F7-033E-42E1-BDE7-0F6E798AC149}" destId="{F62CEB21-45E7-4942-8AEF-9385A3E985DA}" srcOrd="1" destOrd="0" parTransId="{9DC3AC92-0454-43D2-94A5-4E8A2797CC77}" sibTransId="{2FFEB80E-C3DF-48C5-8DF4-59C503F825F0}"/>
    <dgm:cxn modelId="{1E879F43-A10F-4C11-9ED8-67C0F74928A7}" type="presOf" srcId="{53C0872D-0293-48EA-85BD-719326C30E51}" destId="{060AECF6-467E-4028-948F-33FC6DEEA537}" srcOrd="0" destOrd="2" presId="urn:microsoft.com/office/officeart/2005/8/layout/hList1"/>
    <dgm:cxn modelId="{C0D79C47-B7F9-425E-A8B5-19DA2817A553}" type="presOf" srcId="{F62CEB21-45E7-4942-8AEF-9385A3E985DA}" destId="{2A271D81-C42F-4783-A07F-69EA255B2F8D}" srcOrd="0" destOrd="0" presId="urn:microsoft.com/office/officeart/2005/8/layout/hList1"/>
    <dgm:cxn modelId="{A3CF9649-E70F-4668-AD53-5EE252FC8DCD}" type="presOf" srcId="{6D0B1B6F-89D8-4770-9C2E-7A68776B6F6C}" destId="{060AECF6-467E-4028-948F-33FC6DEEA537}" srcOrd="0" destOrd="0" presId="urn:microsoft.com/office/officeart/2005/8/layout/hList1"/>
    <dgm:cxn modelId="{C0F85750-EB0F-4AF8-B382-3017117C9B77}" type="presOf" srcId="{9843B7F7-033E-42E1-BDE7-0F6E798AC149}" destId="{62F77652-6992-4272-98E6-BA211356C4F9}" srcOrd="0" destOrd="0" presId="urn:microsoft.com/office/officeart/2005/8/layout/hList1"/>
    <dgm:cxn modelId="{C6F66655-0BED-43A2-8D67-C2F3CBEEC9D0}" srcId="{F62CEB21-45E7-4942-8AEF-9385A3E985DA}" destId="{B3387002-E421-4747-84DF-0DF2595C6E4F}" srcOrd="2" destOrd="0" parTransId="{4F97F02A-5F64-4C5D-A009-CF0B5C576D64}" sibTransId="{3DBAE472-AAFE-4299-9077-A7A738606590}"/>
    <dgm:cxn modelId="{5A3A2E78-E068-4E6E-9BAF-87C878AFB103}" srcId="{D6D3FE25-9531-4892-9701-15E888671029}" destId="{53C0872D-0293-48EA-85BD-719326C30E51}" srcOrd="2" destOrd="0" parTransId="{71DF9AF5-48F5-4D3B-BA1C-AE205729814D}" sibTransId="{B0FA4536-059C-4D06-80A9-7F63F6F1BB44}"/>
    <dgm:cxn modelId="{4CB6C884-1390-445C-9D36-7A491CA74192}" type="presOf" srcId="{3E9BD300-EE98-46FF-A61B-2FE3D08670D1}" destId="{060AECF6-467E-4028-948F-33FC6DEEA537}" srcOrd="0" destOrd="1" presId="urn:microsoft.com/office/officeart/2005/8/layout/hList1"/>
    <dgm:cxn modelId="{075BE58B-8E5F-4F44-B7DC-42A94B647F02}" srcId="{F62CEB21-45E7-4942-8AEF-9385A3E985DA}" destId="{24E6BA1C-7C03-4506-95E7-EA032EA7CB8C}" srcOrd="1" destOrd="0" parTransId="{8996F130-384F-41C3-8187-0F73BFF4CA1A}" sibTransId="{AA5A17DA-252D-4D4A-B5CB-6CD94A0FDC2A}"/>
    <dgm:cxn modelId="{292FB6AF-75BF-4E97-9C6F-089E87E4D856}" srcId="{B3387002-E421-4747-84DF-0DF2595C6E4F}" destId="{03013D27-65D8-4D9D-8F37-D4EFC046DCEA}" srcOrd="0" destOrd="0" parTransId="{834C1C7F-E4FB-4392-9E22-6F489A2F8767}" sibTransId="{ABBFFFCF-716A-404C-A398-CF7D5B468970}"/>
    <dgm:cxn modelId="{CCAFE5C2-F970-47D8-A140-00D47E1B327E}" type="presOf" srcId="{B3387002-E421-4747-84DF-0DF2595C6E4F}" destId="{0B5DE1A7-3D96-40A9-AFD4-E36EF3E656DB}" srcOrd="0" destOrd="2" presId="urn:microsoft.com/office/officeart/2005/8/layout/hList1"/>
    <dgm:cxn modelId="{630A97CE-83E0-4F0C-AF9B-8054963B4465}" type="presOf" srcId="{D6D3FE25-9531-4892-9701-15E888671029}" destId="{BAA52A54-DD6E-47BB-A6DD-78274842B545}" srcOrd="0" destOrd="0" presId="urn:microsoft.com/office/officeart/2005/8/layout/hList1"/>
    <dgm:cxn modelId="{55AB49CF-7F3F-4F81-9ED3-3BEB34BEB6BE}" srcId="{F62CEB21-45E7-4942-8AEF-9385A3E985DA}" destId="{BB3BDE66-5128-4622-B147-C3ED356FD971}" srcOrd="0" destOrd="0" parTransId="{DE89B256-7352-4D1C-9BA8-2ECAB828948D}" sibTransId="{4E8FFF62-089E-4CB4-AF11-BA909EEA0F21}"/>
    <dgm:cxn modelId="{A283C3D5-8CE2-4EF1-9E91-D046C1D8797B}" srcId="{D6D3FE25-9531-4892-9701-15E888671029}" destId="{3E9BD300-EE98-46FF-A61B-2FE3D08670D1}" srcOrd="1" destOrd="0" parTransId="{05EA8F0D-6B14-4B30-87AA-990E5EB2D806}" sibTransId="{8055E35B-63C0-4025-B7E6-9183318D8816}"/>
    <dgm:cxn modelId="{A16B5AF5-5258-4A0F-8700-BC9F4792A914}" srcId="{53C0872D-0293-48EA-85BD-719326C30E51}" destId="{C7F011DC-1940-4676-B535-F21EF5E45222}" srcOrd="0" destOrd="0" parTransId="{289EF97A-F3D7-407E-974A-D389073B2E87}" sibTransId="{7A801D64-625A-4F2B-A404-3BB6053D51B0}"/>
    <dgm:cxn modelId="{1D4FB43E-B744-4C26-9C3A-A7CC83B7A1CE}" type="presParOf" srcId="{62F77652-6992-4272-98E6-BA211356C4F9}" destId="{161CD38C-0EB2-40F4-A8C3-4053DD81708D}" srcOrd="0" destOrd="0" presId="urn:microsoft.com/office/officeart/2005/8/layout/hList1"/>
    <dgm:cxn modelId="{1DBF72E4-146B-453C-9FEA-7A65BE79A781}" type="presParOf" srcId="{161CD38C-0EB2-40F4-A8C3-4053DD81708D}" destId="{BAA52A54-DD6E-47BB-A6DD-78274842B545}" srcOrd="0" destOrd="0" presId="urn:microsoft.com/office/officeart/2005/8/layout/hList1"/>
    <dgm:cxn modelId="{988FE0E0-00CA-4EAA-98DC-7C6C8CF927EF}" type="presParOf" srcId="{161CD38C-0EB2-40F4-A8C3-4053DD81708D}" destId="{060AECF6-467E-4028-948F-33FC6DEEA537}" srcOrd="1" destOrd="0" presId="urn:microsoft.com/office/officeart/2005/8/layout/hList1"/>
    <dgm:cxn modelId="{668C5198-C8E0-4521-BDE7-15E7C56BF617}" type="presParOf" srcId="{62F77652-6992-4272-98E6-BA211356C4F9}" destId="{66E9A20D-DCD7-4AB2-9CCA-19AC10CD803B}" srcOrd="1" destOrd="0" presId="urn:microsoft.com/office/officeart/2005/8/layout/hList1"/>
    <dgm:cxn modelId="{8820FEC1-A3BE-4B60-A25F-A1EC64BF601C}" type="presParOf" srcId="{62F77652-6992-4272-98E6-BA211356C4F9}" destId="{95E74252-C673-4305-8E70-1BAD6FF956CF}" srcOrd="2" destOrd="0" presId="urn:microsoft.com/office/officeart/2005/8/layout/hList1"/>
    <dgm:cxn modelId="{F0253B73-489D-45F2-A890-A2208FA8B6CC}" type="presParOf" srcId="{95E74252-C673-4305-8E70-1BAD6FF956CF}" destId="{2A271D81-C42F-4783-A07F-69EA255B2F8D}" srcOrd="0" destOrd="0" presId="urn:microsoft.com/office/officeart/2005/8/layout/hList1"/>
    <dgm:cxn modelId="{8C3F17E3-C665-4540-BA54-BDEFC7727DDF}" type="presParOf" srcId="{95E74252-C673-4305-8E70-1BAD6FF956CF}" destId="{0B5DE1A7-3D96-40A9-AFD4-E36EF3E656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53D1B-0BF2-4D8E-9065-A20495ABC9F4}">
      <dsp:nvSpPr>
        <dsp:cNvPr id="0" name=""/>
        <dsp:cNvSpPr/>
      </dsp:nvSpPr>
      <dsp:spPr>
        <a:xfrm>
          <a:off x="0" y="2109"/>
          <a:ext cx="110712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57F86-436E-4570-80AC-46D9F827E45D}">
      <dsp:nvSpPr>
        <dsp:cNvPr id="0" name=""/>
        <dsp:cNvSpPr/>
      </dsp:nvSpPr>
      <dsp:spPr>
        <a:xfrm>
          <a:off x="0" y="22108"/>
          <a:ext cx="2214245" cy="205329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i="1" kern="1200" dirty="0" err="1">
              <a:solidFill>
                <a:schemeClr val="tx2"/>
              </a:solidFill>
            </a:rPr>
            <a:t>Memory-based</a:t>
          </a:r>
          <a:endParaRPr lang="pt-BR" sz="3200" b="1" i="1" kern="1200" dirty="0">
            <a:solidFill>
              <a:schemeClr val="tx2"/>
            </a:solidFill>
          </a:endParaRPr>
        </a:p>
      </dsp:txBody>
      <dsp:txXfrm>
        <a:off x="0" y="22108"/>
        <a:ext cx="2214245" cy="2053294"/>
      </dsp:txXfrm>
    </dsp:sp>
    <dsp:sp modelId="{00A1854F-A249-4AE7-9F9F-BE2D6D09F5A6}">
      <dsp:nvSpPr>
        <dsp:cNvPr id="0" name=""/>
        <dsp:cNvSpPr/>
      </dsp:nvSpPr>
      <dsp:spPr>
        <a:xfrm>
          <a:off x="2380313" y="100185"/>
          <a:ext cx="4262421" cy="1961531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Usa a similaridade (vizinhança) dos dados para estimar as avaliações (geralmente, a matriz é mantida em memória)</a:t>
          </a:r>
        </a:p>
      </dsp:txBody>
      <dsp:txXfrm>
        <a:off x="2380313" y="100185"/>
        <a:ext cx="4262421" cy="1961531"/>
      </dsp:txXfrm>
    </dsp:sp>
    <dsp:sp modelId="{4995F1DA-3E24-46B3-B9F0-3B2F5DEE35E1}">
      <dsp:nvSpPr>
        <dsp:cNvPr id="0" name=""/>
        <dsp:cNvSpPr/>
      </dsp:nvSpPr>
      <dsp:spPr>
        <a:xfrm>
          <a:off x="6808803" y="100185"/>
          <a:ext cx="4262421" cy="980765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 dirty="0" err="1"/>
            <a:t>User-User</a:t>
          </a:r>
          <a:r>
            <a:rPr lang="pt-BR" sz="2600" kern="1200" dirty="0"/>
            <a:t>: explora a similaridade entre os usuários</a:t>
          </a:r>
        </a:p>
      </dsp:txBody>
      <dsp:txXfrm>
        <a:off x="6808803" y="100185"/>
        <a:ext cx="4262421" cy="980765"/>
      </dsp:txXfrm>
    </dsp:sp>
    <dsp:sp modelId="{75958CC8-2510-43CE-BCE1-572146F16EC1}">
      <dsp:nvSpPr>
        <dsp:cNvPr id="0" name=""/>
        <dsp:cNvSpPr/>
      </dsp:nvSpPr>
      <dsp:spPr>
        <a:xfrm>
          <a:off x="6642735" y="1080951"/>
          <a:ext cx="426242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F4678-4F7F-4FFD-8745-84A17239AC11}">
      <dsp:nvSpPr>
        <dsp:cNvPr id="0" name=""/>
        <dsp:cNvSpPr/>
      </dsp:nvSpPr>
      <dsp:spPr>
        <a:xfrm>
          <a:off x="6808803" y="1080951"/>
          <a:ext cx="4262421" cy="980765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1" kern="1200" dirty="0"/>
            <a:t>Item-Item</a:t>
          </a:r>
          <a:r>
            <a:rPr lang="pt-BR" sz="2600" kern="1200" dirty="0"/>
            <a:t>: explora a similaridade entre os itens</a:t>
          </a:r>
        </a:p>
      </dsp:txBody>
      <dsp:txXfrm>
        <a:off x="6808803" y="1080951"/>
        <a:ext cx="4262421" cy="980765"/>
      </dsp:txXfrm>
    </dsp:sp>
    <dsp:sp modelId="{C744808E-A935-4E57-8816-CBBB70473C10}">
      <dsp:nvSpPr>
        <dsp:cNvPr id="0" name=""/>
        <dsp:cNvSpPr/>
      </dsp:nvSpPr>
      <dsp:spPr>
        <a:xfrm>
          <a:off x="2214244" y="2061716"/>
          <a:ext cx="88569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347DB-2FDA-42BF-AE41-F02032A43D3E}">
      <dsp:nvSpPr>
        <dsp:cNvPr id="0" name=""/>
        <dsp:cNvSpPr/>
      </dsp:nvSpPr>
      <dsp:spPr>
        <a:xfrm>
          <a:off x="0" y="2159793"/>
          <a:ext cx="110712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2C8B1-2178-4275-9FC0-5B9DBC5E2B02}">
      <dsp:nvSpPr>
        <dsp:cNvPr id="0" name=""/>
        <dsp:cNvSpPr/>
      </dsp:nvSpPr>
      <dsp:spPr>
        <a:xfrm>
          <a:off x="0" y="2179793"/>
          <a:ext cx="2214245" cy="2053294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i="1" kern="1200" dirty="0" err="1">
              <a:solidFill>
                <a:schemeClr val="tx2"/>
              </a:solidFill>
            </a:rPr>
            <a:t>Model-based</a:t>
          </a:r>
          <a:endParaRPr lang="pt-BR" sz="3200" b="1" i="1" kern="1200" dirty="0">
            <a:solidFill>
              <a:schemeClr val="tx2"/>
            </a:solidFill>
          </a:endParaRPr>
        </a:p>
      </dsp:txBody>
      <dsp:txXfrm>
        <a:off x="0" y="2179793"/>
        <a:ext cx="2214245" cy="2053294"/>
      </dsp:txXfrm>
    </dsp:sp>
    <dsp:sp modelId="{DA488D92-8F08-477E-B501-34D9E7B2F601}">
      <dsp:nvSpPr>
        <dsp:cNvPr id="0" name=""/>
        <dsp:cNvSpPr/>
      </dsp:nvSpPr>
      <dsp:spPr>
        <a:xfrm>
          <a:off x="2380313" y="2257870"/>
          <a:ext cx="4262421" cy="1961531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Modelos de </a:t>
          </a:r>
          <a:r>
            <a:rPr lang="pt-BR" sz="2500" i="1" kern="1200" dirty="0" err="1"/>
            <a:t>machine</a:t>
          </a:r>
          <a:r>
            <a:rPr lang="pt-BR" sz="2500" i="1" kern="1200" dirty="0"/>
            <a:t> </a:t>
          </a:r>
          <a:r>
            <a:rPr lang="pt-BR" sz="2500" i="1" kern="1200" dirty="0" err="1"/>
            <a:t>learning</a:t>
          </a:r>
          <a:r>
            <a:rPr lang="pt-BR" sz="2500" i="1" kern="1200" dirty="0"/>
            <a:t> </a:t>
          </a:r>
          <a:r>
            <a:rPr lang="pt-BR" sz="2500" kern="1200" dirty="0"/>
            <a:t>para estimar as avaliações e gerar recomendações</a:t>
          </a:r>
        </a:p>
      </dsp:txBody>
      <dsp:txXfrm>
        <a:off x="2380313" y="2257870"/>
        <a:ext cx="4262421" cy="1961531"/>
      </dsp:txXfrm>
    </dsp:sp>
    <dsp:sp modelId="{3586360D-7B68-46D4-BA06-9A69FD8A3482}">
      <dsp:nvSpPr>
        <dsp:cNvPr id="0" name=""/>
        <dsp:cNvSpPr/>
      </dsp:nvSpPr>
      <dsp:spPr>
        <a:xfrm>
          <a:off x="6808803" y="2257870"/>
          <a:ext cx="4262421" cy="1961531"/>
        </a:xfrm>
        <a:prstGeom prst="rect">
          <a:avLst/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kern="1200" noProof="0" dirty="0"/>
            <a:t>Geralmente, usa modelos de grafos, aprendizado profundo  ou de fatoração de matrizes (SVD, NMF etc.)</a:t>
          </a:r>
        </a:p>
      </dsp:txBody>
      <dsp:txXfrm>
        <a:off x="6808803" y="2257870"/>
        <a:ext cx="4262421" cy="1961531"/>
      </dsp:txXfrm>
    </dsp:sp>
    <dsp:sp modelId="{7D29DA25-FE38-4CA4-A669-8F01605C0D07}">
      <dsp:nvSpPr>
        <dsp:cNvPr id="0" name=""/>
        <dsp:cNvSpPr/>
      </dsp:nvSpPr>
      <dsp:spPr>
        <a:xfrm>
          <a:off x="2214244" y="4219401"/>
          <a:ext cx="88569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A52A54-DD6E-47BB-A6DD-78274842B545}">
      <dsp:nvSpPr>
        <dsp:cNvPr id="0" name=""/>
        <dsp:cNvSpPr/>
      </dsp:nvSpPr>
      <dsp:spPr>
        <a:xfrm>
          <a:off x="49" y="103551"/>
          <a:ext cx="4710234" cy="64477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Baseados em </a:t>
          </a:r>
          <a:r>
            <a:rPr lang="pt-BR" sz="2800" b="1" i="1" kern="1200" dirty="0"/>
            <a:t>rating</a:t>
          </a:r>
        </a:p>
      </dsp:txBody>
      <dsp:txXfrm>
        <a:off x="49" y="103551"/>
        <a:ext cx="4710234" cy="644777"/>
      </dsp:txXfrm>
    </dsp:sp>
    <dsp:sp modelId="{060AECF6-467E-4028-948F-33FC6DEEA537}">
      <dsp:nvSpPr>
        <dsp:cNvPr id="0" name=""/>
        <dsp:cNvSpPr/>
      </dsp:nvSpPr>
      <dsp:spPr>
        <a:xfrm>
          <a:off x="49" y="748328"/>
          <a:ext cx="4710234" cy="346770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/>
            <a:t>O objetivo é prever explicitamente a nota numérica que um usuário daria a um item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/>
            <a:t>A saída é a avaliação do usuário para um item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1" kern="1200" dirty="0"/>
            <a:t>Algoritmos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 err="1"/>
            <a:t>User-Based</a:t>
          </a:r>
          <a:r>
            <a:rPr lang="pt-BR" sz="2100" b="0" kern="1200" dirty="0"/>
            <a:t> CF 
Item-</a:t>
          </a:r>
          <a:r>
            <a:rPr lang="pt-BR" sz="2100" b="0" kern="1200" dirty="0" err="1"/>
            <a:t>Based</a:t>
          </a:r>
          <a:r>
            <a:rPr lang="pt-BR" sz="2100" b="0" kern="1200" dirty="0"/>
            <a:t> 
Matrix </a:t>
          </a:r>
          <a:r>
            <a:rPr lang="pt-BR" sz="2100" b="0" kern="1200" dirty="0" err="1"/>
            <a:t>Factorization</a:t>
          </a:r>
          <a:r>
            <a:rPr lang="pt-BR" sz="2100" b="0" kern="1200" dirty="0"/>
            <a:t> (SVD, ALS)</a:t>
          </a:r>
        </a:p>
      </dsp:txBody>
      <dsp:txXfrm>
        <a:off x="49" y="748328"/>
        <a:ext cx="4710234" cy="3467707"/>
      </dsp:txXfrm>
    </dsp:sp>
    <dsp:sp modelId="{2A271D81-C42F-4783-A07F-69EA255B2F8D}">
      <dsp:nvSpPr>
        <dsp:cNvPr id="0" name=""/>
        <dsp:cNvSpPr/>
      </dsp:nvSpPr>
      <dsp:spPr>
        <a:xfrm>
          <a:off x="5369716" y="103551"/>
          <a:ext cx="4710234" cy="644777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Baseados em </a:t>
          </a:r>
          <a:r>
            <a:rPr lang="pt-BR" sz="2800" b="1" i="1" kern="1200" dirty="0"/>
            <a:t>ranking</a:t>
          </a:r>
        </a:p>
      </dsp:txBody>
      <dsp:txXfrm>
        <a:off x="5369716" y="103551"/>
        <a:ext cx="4710234" cy="644777"/>
      </dsp:txXfrm>
    </dsp:sp>
    <dsp:sp modelId="{0B5DE1A7-3D96-40A9-AFD4-E36EF3E656DB}">
      <dsp:nvSpPr>
        <dsp:cNvPr id="0" name=""/>
        <dsp:cNvSpPr/>
      </dsp:nvSpPr>
      <dsp:spPr>
        <a:xfrm>
          <a:off x="5369716" y="748328"/>
          <a:ext cx="4710234" cy="3467707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2014" tIns="112014" rIns="149352" bIns="168021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/>
            <a:t>Não tentam prever uma nota explícita, mas sim ordenar os itens de acordo com a probabilidade de interesse do usuário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/>
            <a:t>A saída deve indicar a ordem dos itens para um usuário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1" kern="1200" dirty="0"/>
            <a:t>Algoritmos</a:t>
          </a:r>
        </a:p>
        <a:p>
          <a:pPr marL="457200" lvl="2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100" b="0" kern="1200" dirty="0"/>
            <a:t>BPR (</a:t>
          </a:r>
          <a:r>
            <a:rPr lang="pt-BR" sz="2100" b="0" i="1" kern="1200" dirty="0" err="1"/>
            <a:t>Bayesian</a:t>
          </a:r>
          <a:r>
            <a:rPr lang="pt-BR" sz="2100" b="0" i="1" kern="1200" dirty="0"/>
            <a:t> </a:t>
          </a:r>
          <a:r>
            <a:rPr lang="pt-BR" sz="2100" b="0" i="1" kern="1200" dirty="0" err="1"/>
            <a:t>Personalized</a:t>
          </a:r>
          <a:r>
            <a:rPr lang="pt-BR" sz="2100" b="0" i="1" kern="1200" dirty="0"/>
            <a:t> Ranking</a:t>
          </a:r>
          <a:r>
            <a:rPr lang="pt-BR" sz="2100" b="0" kern="1200" dirty="0"/>
            <a:t>)
</a:t>
          </a:r>
          <a:r>
            <a:rPr lang="pt-BR" sz="2100" b="0" kern="1200" dirty="0" err="1"/>
            <a:t>LambdaRank</a:t>
          </a:r>
          <a:r>
            <a:rPr lang="pt-BR" sz="2100" b="0" kern="1200" dirty="0"/>
            <a:t> 
Modelos baseados em pares</a:t>
          </a:r>
        </a:p>
      </dsp:txBody>
      <dsp:txXfrm>
        <a:off x="5369716" y="748328"/>
        <a:ext cx="4710234" cy="34677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 marL="11430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400"/>
            </a:lvl3pPr>
            <a:lvl4pPr marL="16002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400" dirty="0"/>
              <a:t>Introdução à Recomendação Colaborativa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Definir o </a:t>
            </a:r>
            <a:r>
              <a:rPr lang="pt-BR" b="1" dirty="0"/>
              <a:t>conceito de recomendação colaborativa </a:t>
            </a:r>
            <a:r>
              <a:rPr lang="pt-BR" dirty="0"/>
              <a:t>e a intuição fundamental de que usuários semelhantes tendem a gostar de itens semelhantes</a:t>
            </a:r>
          </a:p>
          <a:p>
            <a:r>
              <a:rPr lang="pt-BR" dirty="0"/>
              <a:t>Explicar o problema do "</a:t>
            </a:r>
            <a:r>
              <a:rPr lang="pt-BR" b="1" i="1" dirty="0"/>
              <a:t>cold start</a:t>
            </a:r>
            <a:r>
              <a:rPr lang="pt-BR" dirty="0"/>
              <a:t>" e como a ausência de dados históricos impacta a geração de recomendações</a:t>
            </a:r>
          </a:p>
          <a:p>
            <a:r>
              <a:rPr lang="pt-BR" dirty="0"/>
              <a:t>Diferenciar os modelos de recomendação baseados em </a:t>
            </a:r>
            <a:r>
              <a:rPr lang="pt-BR" b="1" i="1" dirty="0"/>
              <a:t>rating</a:t>
            </a:r>
            <a:r>
              <a:rPr lang="pt-BR" dirty="0"/>
              <a:t> dos modelos baseados em </a:t>
            </a:r>
            <a:r>
              <a:rPr lang="pt-BR" b="1" i="1" dirty="0"/>
              <a:t>ranking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Recomendação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2996952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pic>
        <p:nvPicPr>
          <p:cNvPr id="14340" name="Picture 4" descr="3 formas de gerenciar seus usuário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177281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Livros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480" y="4293096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de Seta Reta 4"/>
          <p:cNvCxnSpPr/>
          <p:nvPr/>
        </p:nvCxnSpPr>
        <p:spPr>
          <a:xfrm>
            <a:off x="2999656" y="2708920"/>
            <a:ext cx="2016224" cy="503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/>
          <p:cNvCxnSpPr/>
          <p:nvPr/>
        </p:nvCxnSpPr>
        <p:spPr>
          <a:xfrm flipV="1">
            <a:off x="2963572" y="4149080"/>
            <a:ext cx="198030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/>
          <p:cNvSpPr txBox="1"/>
          <p:nvPr/>
        </p:nvSpPr>
        <p:spPr>
          <a:xfrm>
            <a:off x="3647728" y="216965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usuários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3647728" y="4689930"/>
            <a:ext cx="1114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Dados de </a:t>
            </a:r>
            <a:br>
              <a:rPr lang="pt-BR" dirty="0"/>
            </a:br>
            <a:r>
              <a:rPr lang="pt-BR" dirty="0"/>
              <a:t>itens</a:t>
            </a:r>
          </a:p>
        </p:txBody>
      </p:sp>
      <p:pic>
        <p:nvPicPr>
          <p:cNvPr id="14346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2443978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212816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6480" y="3981654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ector de Seta Reta 12"/>
          <p:cNvCxnSpPr/>
          <p:nvPr/>
        </p:nvCxnSpPr>
        <p:spPr>
          <a:xfrm flipV="1">
            <a:off x="7320136" y="3572816"/>
            <a:ext cx="2160240" cy="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/>
          <p:cNvSpPr txBox="1"/>
          <p:nvPr/>
        </p:nvSpPr>
        <p:spPr>
          <a:xfrm>
            <a:off x="7510076" y="3741090"/>
            <a:ext cx="17803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Ranking de itens </a:t>
            </a:r>
            <a:br>
              <a:rPr lang="pt-BR" dirty="0"/>
            </a:br>
            <a:r>
              <a:rPr lang="pt-BR" dirty="0"/>
              <a:t>recomendados</a:t>
            </a:r>
            <a:br>
              <a:rPr lang="pt-BR" dirty="0"/>
            </a:br>
            <a:r>
              <a:rPr lang="pt-BR" dirty="0"/>
              <a:t>para um usuário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10560496" y="25196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0.985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10560495" y="33137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0.921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10560495" y="4108430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0.852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5303912" y="4385873"/>
            <a:ext cx="14396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>
                <a:solidFill>
                  <a:schemeClr val="tx2"/>
                </a:solidFill>
              </a:rPr>
              <a:t>Comportamento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Relações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Similaridade </a:t>
            </a:r>
          </a:p>
          <a:p>
            <a:pPr algn="ctr"/>
            <a:r>
              <a:rPr lang="pt-BR" sz="1400" dirty="0">
                <a:solidFill>
                  <a:schemeClr val="tx2"/>
                </a:solidFill>
              </a:rPr>
              <a:t>Contexto</a:t>
            </a:r>
          </a:p>
          <a:p>
            <a:pPr algn="ctr"/>
            <a:endParaRPr lang="pt-BR" sz="1400" dirty="0">
              <a:solidFill>
                <a:schemeClr val="tx2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E6F05C-7902-8063-7150-3E0B0F117402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167079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id="{315EA8D7-11D6-4579-93BB-F5416A4C8229}"/>
              </a:ext>
            </a:extLst>
          </p:cNvPr>
          <p:cNvSpPr/>
          <p:nvPr/>
        </p:nvSpPr>
        <p:spPr>
          <a:xfrm rot="12388986">
            <a:off x="5743353" y="4483870"/>
            <a:ext cx="1440000" cy="202399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A863787-076A-4A72-AD13-228D8FC7F5CB}"/>
              </a:ext>
            </a:extLst>
          </p:cNvPr>
          <p:cNvGrpSpPr/>
          <p:nvPr/>
        </p:nvGrpSpPr>
        <p:grpSpPr>
          <a:xfrm>
            <a:off x="1127448" y="1939235"/>
            <a:ext cx="4869341" cy="3598949"/>
            <a:chOff x="1127448" y="2134307"/>
            <a:chExt cx="4869341" cy="3598949"/>
          </a:xfrm>
        </p:grpSpPr>
        <p:pic>
          <p:nvPicPr>
            <p:cNvPr id="21514" name="Picture 10" descr="Pizza Stock Illustrations – 216,409 Pizza Stock Illustrations, Vectors &amp;  Clipart - Dreamstime">
              <a:extLst>
                <a:ext uri="{FF2B5EF4-FFF2-40B4-BE49-F238E27FC236}">
                  <a16:creationId xmlns:a16="http://schemas.microsoft.com/office/drawing/2014/main" id="{6EF9D37E-C15F-4DA8-9432-3E1DD5C357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7450" y="2134307"/>
              <a:ext cx="1936659" cy="11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16" name="Picture 12">
              <a:extLst>
                <a:ext uri="{FF2B5EF4-FFF2-40B4-BE49-F238E27FC236}">
                  <a16:creationId xmlns:a16="http://schemas.microsoft.com/office/drawing/2014/main" id="{C91B98C0-FD91-41CC-BA6E-556E310D39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7448" y="3933256"/>
              <a:ext cx="1800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18" name="Picture 14" descr="420+ Ciclismo De Estrada Ilustração de stock, gráficos vetoriais e clipart  royalty-free - iStock">
              <a:extLst>
                <a:ext uri="{FF2B5EF4-FFF2-40B4-BE49-F238E27FC236}">
                  <a16:creationId xmlns:a16="http://schemas.microsoft.com/office/drawing/2014/main" id="{1D02CE08-AFB5-4C00-9F36-9082155EB8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942" t="8495" r="10471" b="9977"/>
            <a:stretch/>
          </p:blipFill>
          <p:spPr bwMode="auto">
            <a:xfrm flipH="1">
              <a:off x="3723955" y="2535963"/>
              <a:ext cx="2272834" cy="20162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Seta: para a Direita 21">
              <a:extLst>
                <a:ext uri="{FF2B5EF4-FFF2-40B4-BE49-F238E27FC236}">
                  <a16:creationId xmlns:a16="http://schemas.microsoft.com/office/drawing/2014/main" id="{9D230E35-38A2-4319-8CC0-39D55A9E3F99}"/>
                </a:ext>
              </a:extLst>
            </p:cNvPr>
            <p:cNvSpPr/>
            <p:nvPr/>
          </p:nvSpPr>
          <p:spPr>
            <a:xfrm rot="12388986">
              <a:off x="2983360" y="3239240"/>
              <a:ext cx="1080000" cy="20239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3" name="Seta: para a Direita 22">
              <a:extLst>
                <a:ext uri="{FF2B5EF4-FFF2-40B4-BE49-F238E27FC236}">
                  <a16:creationId xmlns:a16="http://schemas.microsoft.com/office/drawing/2014/main" id="{5C466E1A-0A2B-4ADA-BB84-E4317B5BCBF5}"/>
                </a:ext>
              </a:extLst>
            </p:cNvPr>
            <p:cNvSpPr/>
            <p:nvPr/>
          </p:nvSpPr>
          <p:spPr>
            <a:xfrm rot="10077252">
              <a:off x="2785042" y="4179640"/>
              <a:ext cx="1080000" cy="20239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CaixaDeTexto 28">
              <a:extLst>
                <a:ext uri="{FF2B5EF4-FFF2-40B4-BE49-F238E27FC236}">
                  <a16:creationId xmlns:a16="http://schemas.microsoft.com/office/drawing/2014/main" id="{4135A847-23C4-4A98-B28B-FADCCD7A4A6C}"/>
                </a:ext>
              </a:extLst>
            </p:cNvPr>
            <p:cNvSpPr txBox="1"/>
            <p:nvPr/>
          </p:nvSpPr>
          <p:spPr>
            <a:xfrm>
              <a:off x="2593650" y="3629043"/>
              <a:ext cx="9026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1"/>
                  </a:solidFill>
                </a:rPr>
                <a:t>GOSTA</a:t>
              </a:r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FEC08DD-6B8F-4E11-B39B-19F80BE2EF14}"/>
              </a:ext>
            </a:extLst>
          </p:cNvPr>
          <p:cNvSpPr txBox="1"/>
          <p:nvPr/>
        </p:nvSpPr>
        <p:spPr>
          <a:xfrm rot="1572570">
            <a:off x="5544506" y="4840936"/>
            <a:ext cx="1586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b="1" dirty="0">
                <a:solidFill>
                  <a:srgbClr val="7030A0"/>
                </a:solidFill>
              </a:rPr>
              <a:t>RECOMENDA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86ABDEBC-FC28-421F-85F3-8916EC615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679164"/>
            <a:ext cx="11296507" cy="701731"/>
          </a:xfrm>
        </p:spPr>
        <p:txBody>
          <a:bodyPr/>
          <a:lstStyle/>
          <a:p>
            <a:r>
              <a:rPr lang="pt-BR" sz="4400" dirty="0"/>
              <a:t>Recomendação Colaborativa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CC86FA7-994D-4F71-BD7F-A90DA56C5F03}"/>
              </a:ext>
            </a:extLst>
          </p:cNvPr>
          <p:cNvGrpSpPr/>
          <p:nvPr/>
        </p:nvGrpSpPr>
        <p:grpSpPr>
          <a:xfrm>
            <a:off x="6456040" y="1721931"/>
            <a:ext cx="4941698" cy="4301667"/>
            <a:chOff x="6456040" y="1917003"/>
            <a:chExt cx="4941698" cy="4301667"/>
          </a:xfrm>
        </p:grpSpPr>
        <p:pic>
          <p:nvPicPr>
            <p:cNvPr id="14" name="Picture 10" descr="Pizza Stock Illustrations – 216,409 Pizza Stock Illustrations, Vectors &amp;  Clipart - Dreamstime">
              <a:extLst>
                <a:ext uri="{FF2B5EF4-FFF2-40B4-BE49-F238E27FC236}">
                  <a16:creationId xmlns:a16="http://schemas.microsoft.com/office/drawing/2014/main" id="{61AC368E-EFCF-47A0-8422-263E8FE41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1079" y="1917003"/>
              <a:ext cx="1936659" cy="11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20" name="Picture 16" descr="Design PNG E SVG De Menino Corredor Plano Para Camisetas">
              <a:extLst>
                <a:ext uri="{FF2B5EF4-FFF2-40B4-BE49-F238E27FC236}">
                  <a16:creationId xmlns:a16="http://schemas.microsoft.com/office/drawing/2014/main" id="{1747E39E-4593-493D-B34F-FC5F6B50FF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56040" y="2008813"/>
              <a:ext cx="2305437" cy="2305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2">
              <a:extLst>
                <a:ext uri="{FF2B5EF4-FFF2-40B4-BE49-F238E27FC236}">
                  <a16:creationId xmlns:a16="http://schemas.microsoft.com/office/drawing/2014/main" id="{2B7F61AD-3773-42E5-A1A1-B5EAF798CE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5F5F5"/>
                </a:clrFrom>
                <a:clrTo>
                  <a:srgbClr val="F5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7291" y="3436063"/>
              <a:ext cx="1800000" cy="18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22" name="Picture 18" descr="Lata de refrigerante - ícones de comida e restaurante grátis">
              <a:extLst>
                <a:ext uri="{FF2B5EF4-FFF2-40B4-BE49-F238E27FC236}">
                  <a16:creationId xmlns:a16="http://schemas.microsoft.com/office/drawing/2014/main" id="{660CD9CB-F829-4939-8F46-4ACA0CD1A4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8757" y="4958670"/>
              <a:ext cx="1260000" cy="12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Seta: para a Direita 6">
              <a:extLst>
                <a:ext uri="{FF2B5EF4-FFF2-40B4-BE49-F238E27FC236}">
                  <a16:creationId xmlns:a16="http://schemas.microsoft.com/office/drawing/2014/main" id="{09D827F4-A5B8-4551-B221-57195B2C8193}"/>
                </a:ext>
              </a:extLst>
            </p:cNvPr>
            <p:cNvSpPr/>
            <p:nvPr/>
          </p:nvSpPr>
          <p:spPr>
            <a:xfrm rot="20776474">
              <a:off x="8094469" y="2774027"/>
              <a:ext cx="1296144" cy="20239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Seta: para a Direita 20">
              <a:extLst>
                <a:ext uri="{FF2B5EF4-FFF2-40B4-BE49-F238E27FC236}">
                  <a16:creationId xmlns:a16="http://schemas.microsoft.com/office/drawing/2014/main" id="{79E61AA5-46C2-4246-AC2A-CF2977178D80}"/>
                </a:ext>
              </a:extLst>
            </p:cNvPr>
            <p:cNvSpPr/>
            <p:nvPr/>
          </p:nvSpPr>
          <p:spPr>
            <a:xfrm rot="1406151">
              <a:off x="8320416" y="3546689"/>
              <a:ext cx="1080000" cy="20239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Seta: para a Direita 23">
              <a:extLst>
                <a:ext uri="{FF2B5EF4-FFF2-40B4-BE49-F238E27FC236}">
                  <a16:creationId xmlns:a16="http://schemas.microsoft.com/office/drawing/2014/main" id="{C17C07AB-18DA-4F6A-A40D-E4FF402CFEB1}"/>
                </a:ext>
              </a:extLst>
            </p:cNvPr>
            <p:cNvSpPr/>
            <p:nvPr/>
          </p:nvSpPr>
          <p:spPr>
            <a:xfrm rot="5400000">
              <a:off x="7158757" y="4317960"/>
              <a:ext cx="900000" cy="20239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FD482E76-7304-4381-867D-C575FCC18A65}"/>
                </a:ext>
              </a:extLst>
            </p:cNvPr>
            <p:cNvSpPr txBox="1"/>
            <p:nvPr/>
          </p:nvSpPr>
          <p:spPr>
            <a:xfrm>
              <a:off x="8056736" y="3856405"/>
              <a:ext cx="9026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chemeClr val="accent1"/>
                  </a:solidFill>
                </a:rPr>
                <a:t>GOSTA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7960E12-F4E5-4B0A-88AA-80492AEA0256}"/>
              </a:ext>
            </a:extLst>
          </p:cNvPr>
          <p:cNvGrpSpPr/>
          <p:nvPr/>
        </p:nvGrpSpPr>
        <p:grpSpPr>
          <a:xfrm>
            <a:off x="5505157" y="2649445"/>
            <a:ext cx="1656000" cy="699558"/>
            <a:chOff x="5505157" y="2844517"/>
            <a:chExt cx="1656000" cy="699558"/>
          </a:xfrm>
        </p:grpSpPr>
        <p:sp>
          <p:nvSpPr>
            <p:cNvPr id="8" name="Seta: da Esquerda para a Direita 7">
              <a:extLst>
                <a:ext uri="{FF2B5EF4-FFF2-40B4-BE49-F238E27FC236}">
                  <a16:creationId xmlns:a16="http://schemas.microsoft.com/office/drawing/2014/main" id="{B67EE1AE-098D-4EE4-8A00-D2404FC77290}"/>
                </a:ext>
              </a:extLst>
            </p:cNvPr>
            <p:cNvSpPr/>
            <p:nvPr/>
          </p:nvSpPr>
          <p:spPr>
            <a:xfrm>
              <a:off x="5505157" y="3328051"/>
              <a:ext cx="1656000" cy="216024"/>
            </a:xfrm>
            <a:prstGeom prst="leftRightArrow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147E9537-92BF-40E4-BDD9-59AC28B3A9BF}"/>
                </a:ext>
              </a:extLst>
            </p:cNvPr>
            <p:cNvSpPr txBox="1"/>
            <p:nvPr/>
          </p:nvSpPr>
          <p:spPr>
            <a:xfrm>
              <a:off x="5815599" y="2844517"/>
              <a:ext cx="10775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000" b="1" dirty="0">
                  <a:solidFill>
                    <a:srgbClr val="92D050"/>
                  </a:solidFill>
                </a:rPr>
                <a:t>SIMILAR</a:t>
              </a: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1C653E-9643-F692-A02B-79BA14DE6BD6}"/>
              </a:ext>
            </a:extLst>
          </p:cNvPr>
          <p:cNvSpPr txBox="1"/>
          <p:nvPr/>
        </p:nvSpPr>
        <p:spPr>
          <a:xfrm>
            <a:off x="3883998" y="616566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332466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/>
          <p:cNvPicPr>
            <a:picLocks noChangeAspect="1"/>
          </p:cNvPicPr>
          <p:nvPr/>
        </p:nvPicPr>
        <p:blipFill rotWithShape="1">
          <a:blip r:embed="rId2"/>
          <a:srcRect t="5455" r="19485" b="8513"/>
          <a:stretch/>
        </p:blipFill>
        <p:spPr>
          <a:xfrm>
            <a:off x="756264" y="1827083"/>
            <a:ext cx="1273849" cy="85727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dirty="0"/>
              <a:t>Recomendação Colaborativa</a:t>
            </a:r>
          </a:p>
        </p:txBody>
      </p:sp>
      <p:sp>
        <p:nvSpPr>
          <p:cNvPr id="6" name="Cubo 5"/>
          <p:cNvSpPr/>
          <p:nvPr/>
        </p:nvSpPr>
        <p:spPr>
          <a:xfrm>
            <a:off x="5087888" y="3720464"/>
            <a:ext cx="2016224" cy="1296144"/>
          </a:xfrm>
          <a:prstGeom prst="cub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Sistema de recomendação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137238"/>
              </p:ext>
            </p:extLst>
          </p:nvPr>
        </p:nvGraphicFramePr>
        <p:xfrm>
          <a:off x="9264352" y="3288416"/>
          <a:ext cx="19382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125">
                  <a:extLst>
                    <a:ext uri="{9D8B030D-6E8A-4147-A177-3AD203B41FA5}">
                      <a16:colId xmlns:a16="http://schemas.microsoft.com/office/drawing/2014/main" val="2209866978"/>
                    </a:ext>
                  </a:extLst>
                </a:gridCol>
                <a:gridCol w="969125">
                  <a:extLst>
                    <a:ext uri="{9D8B030D-6E8A-4147-A177-3AD203B41FA5}">
                      <a16:colId xmlns:a16="http://schemas.microsoft.com/office/drawing/2014/main" val="3395637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238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6572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0.921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54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0.852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7194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815230"/>
                  </a:ext>
                </a:extLst>
              </a:tr>
            </a:tbl>
          </a:graphicData>
        </a:graphic>
      </p:graphicFrame>
      <p:pic>
        <p:nvPicPr>
          <p:cNvPr id="15" name="Picture 10" descr="Livro verde clipart. Download grátis. | Creazill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371176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Livro fechado clipart. Download grátis. | Creazil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11774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4" descr="Livro azul clipart. Download grátis. |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3805" y="45227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eta para a Direita 8"/>
          <p:cNvSpPr/>
          <p:nvPr/>
        </p:nvSpPr>
        <p:spPr>
          <a:xfrm>
            <a:off x="7320136" y="4161136"/>
            <a:ext cx="1800199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>
            <a:off x="9343201" y="5388842"/>
            <a:ext cx="17805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Lista de </a:t>
            </a:r>
            <a:br>
              <a:rPr lang="pt-BR" sz="2000" dirty="0"/>
            </a:br>
            <a:r>
              <a:rPr lang="pt-BR" sz="2000" dirty="0"/>
              <a:t>Recomendação</a:t>
            </a:r>
          </a:p>
        </p:txBody>
      </p:sp>
      <p:pic>
        <p:nvPicPr>
          <p:cNvPr id="20" name="Picture 4" descr="3 formas de gerenciar seus usuários.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502" y="2835276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CaixaDeTexto 20"/>
          <p:cNvSpPr txBox="1"/>
          <p:nvPr/>
        </p:nvSpPr>
        <p:spPr>
          <a:xfrm>
            <a:off x="568426" y="3746882"/>
            <a:ext cx="9781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Comunidade</a:t>
            </a:r>
          </a:p>
        </p:txBody>
      </p:sp>
      <p:sp>
        <p:nvSpPr>
          <p:cNvPr id="27" name="Seta para a Direita 26"/>
          <p:cNvSpPr/>
          <p:nvPr/>
        </p:nvSpPr>
        <p:spPr>
          <a:xfrm rot="580491">
            <a:off x="1706341" y="3619188"/>
            <a:ext cx="3220148" cy="289332"/>
          </a:xfrm>
          <a:prstGeom prst="rightArrow">
            <a:avLst>
              <a:gd name="adj1" fmla="val 50000"/>
              <a:gd name="adj2" fmla="val 116535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4799856" y="1955156"/>
            <a:ext cx="6402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/>
              <a:t>Recomendações definidas de acordo com os pares ou relacionamentos do usuário</a:t>
            </a:r>
          </a:p>
        </p:txBody>
      </p:sp>
      <p:pic>
        <p:nvPicPr>
          <p:cNvPr id="25" name="Picture 10" descr="Male Icon 1600*1600 transprent Png Free Download - Communication, Hearing,  Chin. - CleanPNG / KissPNG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57" y="1790037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CaixaDeTexto 25"/>
          <p:cNvSpPr txBox="1"/>
          <p:nvPr/>
        </p:nvSpPr>
        <p:spPr>
          <a:xfrm>
            <a:off x="1698164" y="2694258"/>
            <a:ext cx="120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200" dirty="0"/>
              <a:t>Preferências e </a:t>
            </a:r>
            <a:br>
              <a:rPr lang="pt-BR" sz="1200" dirty="0"/>
            </a:br>
            <a:r>
              <a:rPr lang="pt-BR" sz="1200" dirty="0"/>
              <a:t>perfil do usuário</a:t>
            </a:r>
          </a:p>
        </p:txBody>
      </p:sp>
      <p:sp>
        <p:nvSpPr>
          <p:cNvPr id="29" name="Seta Circular 28"/>
          <p:cNvSpPr/>
          <p:nvPr/>
        </p:nvSpPr>
        <p:spPr>
          <a:xfrm>
            <a:off x="933719" y="2261951"/>
            <a:ext cx="4761654" cy="2614220"/>
          </a:xfrm>
          <a:prstGeom prst="circularArrow">
            <a:avLst>
              <a:gd name="adj1" fmla="val 6040"/>
              <a:gd name="adj2" fmla="val 549398"/>
              <a:gd name="adj3" fmla="val 21108739"/>
              <a:gd name="adj4" fmla="val 14829329"/>
              <a:gd name="adj5" fmla="val 8228"/>
            </a:avLst>
          </a:prstGeom>
        </p:spPr>
        <p:style>
          <a:lnRef idx="0">
            <a:schemeClr val="dk1"/>
          </a:lnRef>
          <a:fillRef idx="1001">
            <a:schemeClr val="lt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773916D-2E3C-CAC0-97A2-B6A168A52755}"/>
              </a:ext>
            </a:extLst>
          </p:cNvPr>
          <p:cNvSpPr txBox="1"/>
          <p:nvPr/>
        </p:nvSpPr>
        <p:spPr>
          <a:xfrm>
            <a:off x="3883998" y="6165661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400376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6023800" cy="4320000"/>
          </a:xfrm>
        </p:spPr>
        <p:txBody>
          <a:bodyPr>
            <a:noAutofit/>
          </a:bodyPr>
          <a:lstStyle/>
          <a:p>
            <a:r>
              <a:rPr lang="pt-BR" sz="3200" dirty="0"/>
              <a:t>Explora a “</a:t>
            </a:r>
            <a:r>
              <a:rPr lang="en-US" sz="3200" i="1" dirty="0"/>
              <a:t>wisdom of the crowd</a:t>
            </a:r>
            <a:r>
              <a:rPr lang="pt-BR" sz="3200" dirty="0"/>
              <a:t>”</a:t>
            </a:r>
          </a:p>
          <a:p>
            <a:r>
              <a:rPr lang="pt-BR" sz="3200" dirty="0"/>
              <a:t>Considera a similaridade entre usuários e entre itens</a:t>
            </a:r>
          </a:p>
          <a:p>
            <a:r>
              <a:rPr lang="pt-BR" sz="3200" dirty="0"/>
              <a:t>Utiliza os itens avaliados por usuários para gerar as recomendações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pt-BR" dirty="0"/>
              <a:t>Recomendação Colaborativa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D909A08-4F86-CD59-5F3D-84C07CF1D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/>
          <a:stretch/>
        </p:blipFill>
        <p:spPr>
          <a:xfrm>
            <a:off x="6571489" y="1855788"/>
            <a:ext cx="5232625" cy="420014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542FDBA-6008-32AA-1421-D984D2938BF9}"/>
              </a:ext>
            </a:extLst>
          </p:cNvPr>
          <p:cNvSpPr txBox="1"/>
          <p:nvPr/>
        </p:nvSpPr>
        <p:spPr>
          <a:xfrm>
            <a:off x="6975801" y="5963002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85918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pt-BR" dirty="0"/>
              <a:t>Recomendação Colaborativa</a:t>
            </a:r>
          </a:p>
        </p:txBody>
      </p:sp>
      <p:graphicFrame>
        <p:nvGraphicFramePr>
          <p:cNvPr id="7" name="Tabelle 5"/>
          <p:cNvGraphicFramePr>
            <a:graphicFrameLocks noGrp="1"/>
          </p:cNvGraphicFramePr>
          <p:nvPr/>
        </p:nvGraphicFramePr>
        <p:xfrm>
          <a:off x="2099556" y="2132856"/>
          <a:ext cx="7992888" cy="3456384"/>
        </p:xfrm>
        <a:graphic>
          <a:graphicData uri="http://schemas.openxmlformats.org/drawingml/2006/table">
            <a:tbl>
              <a:tblPr firstRow="1" bandRow="1"/>
              <a:tblGrid>
                <a:gridCol w="1332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2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7466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800" baseline="0" dirty="0">
                        <a:latin typeface="Calibri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05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="1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32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466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7466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466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7466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8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319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Não personalizada</a:t>
            </a:r>
          </a:p>
          <a:p>
            <a:pPr lvl="1"/>
            <a:r>
              <a:rPr lang="pt-BR" dirty="0"/>
              <a:t>Poderia considerar a avaliação média dos itens como medida para os itens não avaliados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>
            <a:normAutofit/>
          </a:bodyPr>
          <a:lstStyle/>
          <a:p>
            <a:r>
              <a:rPr lang="pt-BR" dirty="0"/>
              <a:t>Recomendação Colaborativa</a:t>
            </a:r>
          </a:p>
        </p:txBody>
      </p:sp>
      <p:graphicFrame>
        <p:nvGraphicFramePr>
          <p:cNvPr id="34" name="Tabelle 5"/>
          <p:cNvGraphicFramePr>
            <a:graphicFrameLocks noGrp="1"/>
          </p:cNvGraphicFramePr>
          <p:nvPr/>
        </p:nvGraphicFramePr>
        <p:xfrm>
          <a:off x="983432" y="3717032"/>
          <a:ext cx="4680522" cy="2042160"/>
        </p:xfrm>
        <a:graphic>
          <a:graphicData uri="http://schemas.openxmlformats.org/drawingml/2006/table">
            <a:tbl>
              <a:tblPr firstRow="1" bandRow="1"/>
              <a:tblGrid>
                <a:gridCol w="78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aseline="0" dirty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Tabelle 5"/>
          <p:cNvGraphicFramePr>
            <a:graphicFrameLocks noGrp="1"/>
          </p:cNvGraphicFramePr>
          <p:nvPr/>
        </p:nvGraphicFramePr>
        <p:xfrm>
          <a:off x="6528048" y="3717032"/>
          <a:ext cx="4680522" cy="2042160"/>
        </p:xfrm>
        <a:graphic>
          <a:graphicData uri="http://schemas.openxmlformats.org/drawingml/2006/table">
            <a:tbl>
              <a:tblPr firstRow="1" bandRow="1"/>
              <a:tblGrid>
                <a:gridCol w="78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3.25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821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eta para a Direita 4"/>
          <p:cNvSpPr/>
          <p:nvPr/>
        </p:nvSpPr>
        <p:spPr>
          <a:xfrm>
            <a:off x="5807967" y="4450080"/>
            <a:ext cx="576064" cy="5760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417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6157911" cy="4320000"/>
          </a:xfrm>
        </p:spPr>
        <p:txBody>
          <a:bodyPr/>
          <a:lstStyle/>
          <a:p>
            <a:r>
              <a:rPr lang="pt-BR" dirty="0"/>
              <a:t>Personalizada (ideia básica)</a:t>
            </a:r>
          </a:p>
          <a:p>
            <a:pPr lvl="1"/>
            <a:r>
              <a:rPr lang="pt-BR" dirty="0"/>
              <a:t>Usuários avaliam os itens de forma implícita ou explícita</a:t>
            </a:r>
          </a:p>
          <a:p>
            <a:pPr lvl="1"/>
            <a:r>
              <a:rPr lang="pt-BR" dirty="0"/>
              <a:t>Usuários que tiveram avaliações (gostos) similares no </a:t>
            </a:r>
            <a:r>
              <a:rPr lang="pt-BR" b="1" u="sng" dirty="0"/>
              <a:t>passado</a:t>
            </a:r>
            <a:r>
              <a:rPr lang="pt-BR" dirty="0"/>
              <a:t> “deverão” ter avaliações similares no </a:t>
            </a:r>
            <a:r>
              <a:rPr lang="pt-BR" b="1" u="sng" dirty="0"/>
              <a:t>futuro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Colaborativa</a:t>
            </a:r>
            <a:endParaRPr lang="pt-BR" sz="4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0A4A62-200D-0587-0F78-0AF90C6C627E}"/>
              </a:ext>
            </a:extLst>
          </p:cNvPr>
          <p:cNvSpPr txBox="1"/>
          <p:nvPr/>
        </p:nvSpPr>
        <p:spPr>
          <a:xfrm>
            <a:off x="6904185" y="5753542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5950335-6319-7AE4-5B1B-E8D02281EA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4" t="7088" r="8688" b="-3584"/>
          <a:stretch/>
        </p:blipFill>
        <p:spPr>
          <a:xfrm>
            <a:off x="6705600" y="2025394"/>
            <a:ext cx="4810395" cy="3654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76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A recomendação colaborativa </a:t>
            </a:r>
            <a:r>
              <a:rPr lang="pt-BR" sz="3200" b="1" dirty="0"/>
              <a:t>necessita de avaliações </a:t>
            </a:r>
            <a:r>
              <a:rPr lang="pt-BR" sz="3200" dirty="0"/>
              <a:t>de itens e usuários para se computar as similaridades</a:t>
            </a:r>
          </a:p>
          <a:p>
            <a:pPr lvl="1"/>
            <a:r>
              <a:rPr lang="pt-BR" dirty="0"/>
              <a:t>Sem dados históricos, não há colaboração.</a:t>
            </a:r>
          </a:p>
          <a:p>
            <a:r>
              <a:rPr lang="pt-BR" sz="3200" b="1" dirty="0"/>
              <a:t>O problema do </a:t>
            </a:r>
            <a:r>
              <a:rPr lang="pt-BR" sz="3200" b="1" i="1" dirty="0"/>
              <a:t>“cold start”</a:t>
            </a:r>
          </a:p>
          <a:p>
            <a:pPr lvl="1"/>
            <a:r>
              <a:rPr lang="pt-BR" dirty="0"/>
              <a:t>O </a:t>
            </a:r>
            <a:r>
              <a:rPr lang="pt-BR" i="1" dirty="0"/>
              <a:t>cold start </a:t>
            </a:r>
            <a:r>
              <a:rPr lang="pt-BR" dirty="0"/>
              <a:t>ocorre quando o sistema não possui dados suficientes de interação para gerar recomendações confiáveis</a:t>
            </a:r>
            <a:endParaRPr lang="pt-BR" sz="2800" dirty="0">
              <a:solidFill>
                <a:schemeClr val="tx1"/>
              </a:solidFill>
            </a:endParaRPr>
          </a:p>
          <a:p>
            <a:pPr lvl="2"/>
            <a:r>
              <a:rPr lang="pt-BR" dirty="0">
                <a:solidFill>
                  <a:schemeClr val="tx1"/>
                </a:solidFill>
              </a:rPr>
              <a:t>O que recomendar para </a:t>
            </a:r>
            <a:r>
              <a:rPr lang="pt-BR" b="1" dirty="0">
                <a:solidFill>
                  <a:schemeClr val="tx1"/>
                </a:solidFill>
              </a:rPr>
              <a:t>novos usuários</a:t>
            </a:r>
            <a:r>
              <a:rPr lang="pt-BR" dirty="0">
                <a:solidFill>
                  <a:schemeClr val="tx1"/>
                </a:solidFill>
              </a:rPr>
              <a:t> sem avaliações?</a:t>
            </a:r>
          </a:p>
          <a:p>
            <a:pPr lvl="2"/>
            <a:r>
              <a:rPr lang="pt-BR" dirty="0">
                <a:solidFill>
                  <a:schemeClr val="tx1"/>
                </a:solidFill>
              </a:rPr>
              <a:t>Como recomendar </a:t>
            </a:r>
            <a:r>
              <a:rPr lang="pt-BR" b="1" dirty="0">
                <a:solidFill>
                  <a:schemeClr val="tx1"/>
                </a:solidFill>
              </a:rPr>
              <a:t>novos itens</a:t>
            </a:r>
            <a:r>
              <a:rPr lang="pt-BR" dirty="0">
                <a:solidFill>
                  <a:schemeClr val="tx1"/>
                </a:solidFill>
              </a:rPr>
              <a:t> não avaliados?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problema do “</a:t>
            </a:r>
            <a:r>
              <a:rPr lang="pt-BR" i="1" dirty="0"/>
              <a:t>cold start</a:t>
            </a:r>
            <a:r>
              <a:rPr lang="pt-BR" dirty="0"/>
              <a:t>”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646655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8F3B27C-FB83-161C-1979-8A7E096D0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80"/>
          <a:stretch/>
        </p:blipFill>
        <p:spPr>
          <a:xfrm>
            <a:off x="833473" y="1498951"/>
            <a:ext cx="10525054" cy="490216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O problema do “</a:t>
            </a:r>
            <a:r>
              <a:rPr lang="pt-BR" i="1" dirty="0"/>
              <a:t>cold start</a:t>
            </a:r>
            <a:r>
              <a:rPr lang="pt-BR" dirty="0"/>
              <a:t>”</a:t>
            </a:r>
            <a:endParaRPr lang="pt-BR" sz="4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B16C30B-3547-3B01-20A7-CDB134F659AD}"/>
              </a:ext>
            </a:extLst>
          </p:cNvPr>
          <p:cNvSpPr txBox="1"/>
          <p:nvPr/>
        </p:nvSpPr>
        <p:spPr>
          <a:xfrm>
            <a:off x="3883999" y="625233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77346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10140CF-0A74-419E-9FD2-3FDD92E0E9F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Estratégias para se mitigar o “</a:t>
            </a:r>
            <a:r>
              <a:rPr lang="pt-BR" i="1" dirty="0"/>
              <a:t>cold start</a:t>
            </a:r>
            <a:r>
              <a:rPr lang="pt-BR" dirty="0"/>
              <a:t>”</a:t>
            </a:r>
          </a:p>
          <a:p>
            <a:pPr lvl="1"/>
            <a:r>
              <a:rPr lang="pt-BR" dirty="0"/>
              <a:t>Usar recomendação baseada em conteúdo</a:t>
            </a:r>
          </a:p>
          <a:p>
            <a:pPr lvl="2"/>
            <a:r>
              <a:rPr lang="pt-BR" dirty="0"/>
              <a:t>Usar atributos dos itens</a:t>
            </a:r>
          </a:p>
          <a:p>
            <a:pPr lvl="1"/>
            <a:r>
              <a:rPr lang="pt-BR" dirty="0"/>
              <a:t>Montar um </a:t>
            </a:r>
            <a:r>
              <a:rPr lang="pt-BR" i="1" dirty="0" err="1"/>
              <a:t>user</a:t>
            </a:r>
            <a:r>
              <a:rPr lang="pt-BR" i="1" dirty="0"/>
              <a:t> profile </a:t>
            </a:r>
            <a:r>
              <a:rPr lang="pt-BR" dirty="0"/>
              <a:t>inicial, coletando preferências</a:t>
            </a:r>
          </a:p>
          <a:p>
            <a:pPr lvl="2"/>
            <a:r>
              <a:rPr lang="pt-BR" dirty="0"/>
              <a:t>Questionários para se coletar preferências</a:t>
            </a:r>
          </a:p>
          <a:p>
            <a:pPr lvl="1"/>
            <a:r>
              <a:rPr lang="pt-BR" dirty="0"/>
              <a:t>Usar recomendação não personalizada</a:t>
            </a:r>
          </a:p>
          <a:p>
            <a:pPr lvl="2"/>
            <a:r>
              <a:rPr lang="pt-BR" dirty="0"/>
              <a:t>Sugerir itens populares ou tendências globais</a:t>
            </a:r>
          </a:p>
          <a:p>
            <a:pPr lvl="1"/>
            <a:r>
              <a:rPr lang="pt-BR" dirty="0"/>
              <a:t>Usar abordagens híbridas, combinando diferentes estratégias</a:t>
            </a:r>
          </a:p>
          <a:p>
            <a:pPr lvl="2"/>
            <a:r>
              <a:rPr lang="pt-BR" dirty="0"/>
              <a:t>Usar sistemas que conseguem combinar abordagens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>
            <a:normAutofit/>
          </a:bodyPr>
          <a:lstStyle/>
          <a:p>
            <a:r>
              <a:rPr lang="pt-BR" dirty="0"/>
              <a:t>O problema do “</a:t>
            </a:r>
            <a:r>
              <a:rPr lang="pt-BR" i="1" dirty="0"/>
              <a:t>cold start</a:t>
            </a:r>
            <a:r>
              <a:rPr lang="pt-BR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27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0DC9A99D-1708-809B-A1ED-9E75C21BCE8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3FBFE"/>
              </a:clrFrom>
              <a:clrTo>
                <a:srgbClr val="F3FBFE">
                  <a:alpha val="0"/>
                </a:srgbClr>
              </a:clrTo>
            </a:clrChange>
          </a:blip>
          <a:srcRect t="9185"/>
          <a:stretch/>
        </p:blipFill>
        <p:spPr>
          <a:xfrm>
            <a:off x="625771" y="736949"/>
            <a:ext cx="10940455" cy="542385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AB7E6C3B-71B1-88D2-3E10-56AB2ECDFA0F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11882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ço Reservado para Conteúdo 5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922396443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Colaborativa</a:t>
            </a:r>
          </a:p>
        </p:txBody>
      </p:sp>
    </p:spTree>
    <p:extLst>
      <p:ext uri="{BB962C8B-B14F-4D97-AF65-F5344CB8AC3E}">
        <p14:creationId xmlns:p14="http://schemas.microsoft.com/office/powerpoint/2010/main" val="1792064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Recomendação Colaborativa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65CE812-7941-C660-3ED7-E931B0168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08" y="569333"/>
            <a:ext cx="10387584" cy="567056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1A96925-3783-1F61-4D80-0A709FB58F3A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4222804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073C177-0892-9B1F-144A-44574648DDD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/>
          <a:lstStyle/>
          <a:p>
            <a:r>
              <a:rPr lang="pt-BR" dirty="0"/>
              <a:t>Na recomendação colaborativa, é possível usar modelos com dois objetivos diferentes</a:t>
            </a:r>
          </a:p>
          <a:p>
            <a:pPr lvl="1"/>
            <a:r>
              <a:rPr lang="pt-BR" dirty="0"/>
              <a:t>Métodos baseados em </a:t>
            </a:r>
            <a:r>
              <a:rPr lang="pt-BR" b="1" i="1" dirty="0"/>
              <a:t>rating</a:t>
            </a:r>
          </a:p>
          <a:p>
            <a:pPr lvl="2"/>
            <a:r>
              <a:rPr lang="pt-BR" dirty="0"/>
              <a:t>Prever quanto o usuário vai gostar de um item</a:t>
            </a:r>
          </a:p>
          <a:p>
            <a:pPr lvl="1"/>
            <a:r>
              <a:rPr lang="pt-BR" dirty="0"/>
              <a:t>Métodos baseados em </a:t>
            </a:r>
            <a:r>
              <a:rPr lang="pt-BR" b="1" i="1" dirty="0"/>
              <a:t>ranking</a:t>
            </a:r>
          </a:p>
          <a:p>
            <a:pPr lvl="2"/>
            <a:r>
              <a:rPr lang="pt-BR" dirty="0"/>
              <a:t>Ordenar itens do mais para o menos relevante</a:t>
            </a:r>
          </a:p>
          <a:p>
            <a:r>
              <a:rPr lang="pt-BR" dirty="0"/>
              <a:t>A diferença central está no objetivo do modelo, não apenas no formato da saída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A21357A-CCBB-DF9C-1B2D-03B66E3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Métodos de </a:t>
            </a:r>
            <a:r>
              <a:rPr lang="pt-BR" i="1" dirty="0"/>
              <a:t>rating</a:t>
            </a:r>
            <a:r>
              <a:rPr lang="pt-BR" dirty="0"/>
              <a:t> vs. </a:t>
            </a:r>
            <a:r>
              <a:rPr lang="pt-BR" i="1" dirty="0"/>
              <a:t>ranking</a:t>
            </a:r>
          </a:p>
        </p:txBody>
      </p:sp>
    </p:spTree>
    <p:extLst>
      <p:ext uri="{BB962C8B-B14F-4D97-AF65-F5344CB8AC3E}">
        <p14:creationId xmlns:p14="http://schemas.microsoft.com/office/powerpoint/2010/main" val="1925730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A21357A-CCBB-DF9C-1B2D-03B66E3EA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Métodos de </a:t>
            </a:r>
            <a:r>
              <a:rPr lang="pt-BR" i="1" dirty="0"/>
              <a:t>rating</a:t>
            </a:r>
            <a:r>
              <a:rPr lang="pt-BR" dirty="0"/>
              <a:t> vs. </a:t>
            </a:r>
            <a:r>
              <a:rPr lang="pt-BR" i="1" dirty="0"/>
              <a:t>ranking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12E10BD9-80CF-1D10-A11D-F2CCDBDAF9A8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049459846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1950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707E523-D678-CF94-EAF3-A646499E9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014"/>
          <a:stretch/>
        </p:blipFill>
        <p:spPr>
          <a:xfrm>
            <a:off x="446099" y="765312"/>
            <a:ext cx="11299800" cy="548914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90B0E4F-3BDD-E391-3E35-79E36066FC3A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260272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7619</TotalTime>
  <Words>783</Words>
  <Application>Microsoft Office PowerPoint</Application>
  <PresentationFormat>Widescreen</PresentationFormat>
  <Paragraphs>206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19</vt:i4>
      </vt:variant>
    </vt:vector>
  </HeadingPairs>
  <TitlesOfParts>
    <vt:vector size="29" baseType="lpstr">
      <vt:lpstr>Wingdings</vt:lpstr>
      <vt:lpstr>Montserrat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Introdução à Recomendação Colaborativa</vt:lpstr>
      <vt:lpstr>Objetivos de Aprendizagem</vt:lpstr>
      <vt:lpstr>Sistemas de Recomendação</vt:lpstr>
      <vt:lpstr>Recomendação Colaborativa</vt:lpstr>
      <vt:lpstr>Recomendação Colaborativa</vt:lpstr>
      <vt:lpstr>Recomendação Colaborativa</vt:lpstr>
      <vt:lpstr>Recomendação Colaborativa</vt:lpstr>
      <vt:lpstr>Recomendação Colaborativa</vt:lpstr>
      <vt:lpstr>Recomendação Colaborativa</vt:lpstr>
      <vt:lpstr>O problema do “cold start”</vt:lpstr>
      <vt:lpstr>O problema do “cold start”</vt:lpstr>
      <vt:lpstr>O problema do “cold start”</vt:lpstr>
      <vt:lpstr>Apresentação do PowerPoint</vt:lpstr>
      <vt:lpstr>Recomendação Colaborativa</vt:lpstr>
      <vt:lpstr>Recomendação Colaborativa</vt:lpstr>
      <vt:lpstr>Métodos de rating vs. ranking</vt:lpstr>
      <vt:lpstr>Métodos de rating vs. ranking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172</cp:revision>
  <dcterms:created xsi:type="dcterms:W3CDTF">2025-06-11T21:44:24Z</dcterms:created>
  <dcterms:modified xsi:type="dcterms:W3CDTF">2026-01-30T13:09:36Z</dcterms:modified>
</cp:coreProperties>
</file>