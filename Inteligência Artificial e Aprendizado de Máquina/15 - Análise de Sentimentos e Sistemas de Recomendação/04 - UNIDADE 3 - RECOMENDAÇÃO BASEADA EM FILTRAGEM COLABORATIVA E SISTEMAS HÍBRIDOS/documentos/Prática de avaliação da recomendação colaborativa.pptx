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9E7"/>
    <a:srgbClr val="E7A3C7"/>
    <a:srgbClr val="EDB9D4"/>
    <a:srgbClr val="E391BC"/>
    <a:srgbClr val="DD79AD"/>
    <a:srgbClr val="379FDE"/>
    <a:srgbClr val="4BA8DE"/>
    <a:srgbClr val="2087C6"/>
    <a:srgbClr val="FFD23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840" y="5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3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000" dirty="0"/>
              <a:t>Prática de avaliação da recomendação colaborativa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avaliação de modelos de recomendação colaborativa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Abordagens de avaliação de recomendação colaborativa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7F2279-FF9F-462A-654D-7D23C9B4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42" y="2160841"/>
            <a:ext cx="597471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7676</TotalTime>
  <Words>35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Arial</vt:lpstr>
      <vt:lpstr>Cronos Pro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avaliação da recomendação colaborativa</vt:lpstr>
      <vt:lpstr>Objetivos de Aprendizagem</vt:lpstr>
      <vt:lpstr>Abordagens de avaliação de recomendação colaborativa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170</cp:revision>
  <dcterms:created xsi:type="dcterms:W3CDTF">2025-06-11T21:44:24Z</dcterms:created>
  <dcterms:modified xsi:type="dcterms:W3CDTF">2026-02-02T14:42:56Z</dcterms:modified>
</cp:coreProperties>
</file>